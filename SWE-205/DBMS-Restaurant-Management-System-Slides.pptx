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Albert Sans"/>
      <p:regular r:id="rId24"/>
      <p:bold r:id="rId25"/>
      <p:italic r:id="rId26"/>
      <p:boldItalic r:id="rId27"/>
    </p:embeddedFont>
    <p:embeddedFont>
      <p:font typeface="Fira Sans Extra Condense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AlbertSans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bertSans-italic.fntdata"/><Relationship Id="rId25" Type="http://schemas.openxmlformats.org/officeDocument/2006/relationships/font" Target="fonts/AlbertSans-bold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Alber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b6dc989c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b6dc989c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b6dc989c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b6dc989c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b6dc989cc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b6dc989cc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8e90631ac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d8e90631ac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6dc989cc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b6dc989cc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b6dc989cc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b6dc989cc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b6dc989cc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b6dc989cc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b6dc989cc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b6dc989cc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b6dc989cc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b6dc989cc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34663" y="408050"/>
            <a:ext cx="41148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34663" y="2213339"/>
            <a:ext cx="41148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ctrTitle"/>
          </p:nvPr>
        </p:nvSpPr>
        <p:spPr>
          <a:xfrm>
            <a:off x="434676" y="408050"/>
            <a:ext cx="43431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</a:rPr>
              <a:t>MySQL - Database </a:t>
            </a:r>
            <a:endParaRPr sz="1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Restaurant Management System</a:t>
            </a:r>
            <a:endParaRPr sz="4000"/>
          </a:p>
        </p:txBody>
      </p:sp>
      <p:sp>
        <p:nvSpPr>
          <p:cNvPr id="43" name="Google Shape;43;p13"/>
          <p:cNvSpPr txBox="1"/>
          <p:nvPr>
            <p:ph idx="1" type="subTitle"/>
          </p:nvPr>
        </p:nvSpPr>
        <p:spPr>
          <a:xfrm>
            <a:off x="434675" y="2862952"/>
            <a:ext cx="4114800" cy="11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Presented By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Mostafijul Islam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ID: 242034012, Dept. SWE,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Green University Of Bangladesh.</a:t>
            </a:r>
            <a:endParaRPr sz="1200"/>
          </a:p>
        </p:txBody>
      </p:sp>
      <p:grpSp>
        <p:nvGrpSpPr>
          <p:cNvPr id="44" name="Google Shape;44;p13"/>
          <p:cNvGrpSpPr/>
          <p:nvPr/>
        </p:nvGrpSpPr>
        <p:grpSpPr>
          <a:xfrm>
            <a:off x="4572405" y="-908049"/>
            <a:ext cx="4114905" cy="5640131"/>
            <a:chOff x="4572405" y="-908049"/>
            <a:chExt cx="4114905" cy="5640131"/>
          </a:xfrm>
        </p:grpSpPr>
        <p:sp>
          <p:nvSpPr>
            <p:cNvPr id="45" name="Google Shape;45;p13"/>
            <p:cNvSpPr/>
            <p:nvPr/>
          </p:nvSpPr>
          <p:spPr>
            <a:xfrm>
              <a:off x="4647387" y="4435335"/>
              <a:ext cx="3964941" cy="296747"/>
            </a:xfrm>
            <a:custGeom>
              <a:rect b="b" l="l" r="r" t="t"/>
              <a:pathLst>
                <a:path extrusionOk="0" h="9700" w="129605">
                  <a:moveTo>
                    <a:pt x="61472" y="0"/>
                  </a:moveTo>
                  <a:lnTo>
                    <a:pt x="58173" y="13"/>
                  </a:lnTo>
                  <a:lnTo>
                    <a:pt x="54927" y="52"/>
                  </a:lnTo>
                  <a:lnTo>
                    <a:pt x="51746" y="91"/>
                  </a:lnTo>
                  <a:lnTo>
                    <a:pt x="48604" y="144"/>
                  </a:lnTo>
                  <a:lnTo>
                    <a:pt x="45527" y="209"/>
                  </a:lnTo>
                  <a:lnTo>
                    <a:pt x="42516" y="287"/>
                  </a:lnTo>
                  <a:lnTo>
                    <a:pt x="39582" y="378"/>
                  </a:lnTo>
                  <a:lnTo>
                    <a:pt x="36701" y="470"/>
                  </a:lnTo>
                  <a:lnTo>
                    <a:pt x="33911" y="574"/>
                  </a:lnTo>
                  <a:lnTo>
                    <a:pt x="31199" y="691"/>
                  </a:lnTo>
                  <a:lnTo>
                    <a:pt x="28566" y="822"/>
                  </a:lnTo>
                  <a:lnTo>
                    <a:pt x="26023" y="952"/>
                  </a:lnTo>
                  <a:lnTo>
                    <a:pt x="23585" y="1095"/>
                  </a:lnTo>
                  <a:lnTo>
                    <a:pt x="21226" y="1252"/>
                  </a:lnTo>
                  <a:lnTo>
                    <a:pt x="18983" y="1421"/>
                  </a:lnTo>
                  <a:lnTo>
                    <a:pt x="16832" y="1578"/>
                  </a:lnTo>
                  <a:lnTo>
                    <a:pt x="14798" y="1760"/>
                  </a:lnTo>
                  <a:lnTo>
                    <a:pt x="12869" y="1943"/>
                  </a:lnTo>
                  <a:lnTo>
                    <a:pt x="11069" y="2138"/>
                  </a:lnTo>
                  <a:lnTo>
                    <a:pt x="9375" y="2334"/>
                  </a:lnTo>
                  <a:lnTo>
                    <a:pt x="7823" y="2529"/>
                  </a:lnTo>
                  <a:lnTo>
                    <a:pt x="6389" y="2738"/>
                  </a:lnTo>
                  <a:lnTo>
                    <a:pt x="5085" y="2960"/>
                  </a:lnTo>
                  <a:lnTo>
                    <a:pt x="3925" y="3181"/>
                  </a:lnTo>
                  <a:lnTo>
                    <a:pt x="3404" y="3286"/>
                  </a:lnTo>
                  <a:lnTo>
                    <a:pt x="2908" y="3403"/>
                  </a:lnTo>
                  <a:lnTo>
                    <a:pt x="2452" y="3520"/>
                  </a:lnTo>
                  <a:lnTo>
                    <a:pt x="2035" y="3638"/>
                  </a:lnTo>
                  <a:lnTo>
                    <a:pt x="1657" y="3755"/>
                  </a:lnTo>
                  <a:lnTo>
                    <a:pt x="1318" y="3872"/>
                  </a:lnTo>
                  <a:lnTo>
                    <a:pt x="1005" y="3990"/>
                  </a:lnTo>
                  <a:lnTo>
                    <a:pt x="744" y="4107"/>
                  </a:lnTo>
                  <a:lnTo>
                    <a:pt x="522" y="4224"/>
                  </a:lnTo>
                  <a:lnTo>
                    <a:pt x="327" y="4355"/>
                  </a:lnTo>
                  <a:lnTo>
                    <a:pt x="183" y="4472"/>
                  </a:lnTo>
                  <a:lnTo>
                    <a:pt x="131" y="4537"/>
                  </a:lnTo>
                  <a:lnTo>
                    <a:pt x="79" y="4602"/>
                  </a:lnTo>
                  <a:lnTo>
                    <a:pt x="40" y="4655"/>
                  </a:lnTo>
                  <a:lnTo>
                    <a:pt x="14" y="4720"/>
                  </a:lnTo>
                  <a:lnTo>
                    <a:pt x="1" y="4785"/>
                  </a:lnTo>
                  <a:lnTo>
                    <a:pt x="1" y="4850"/>
                  </a:lnTo>
                  <a:lnTo>
                    <a:pt x="1" y="4902"/>
                  </a:lnTo>
                  <a:lnTo>
                    <a:pt x="14" y="4967"/>
                  </a:lnTo>
                  <a:lnTo>
                    <a:pt x="40" y="5033"/>
                  </a:lnTo>
                  <a:lnTo>
                    <a:pt x="79" y="5098"/>
                  </a:lnTo>
                  <a:lnTo>
                    <a:pt x="131" y="5163"/>
                  </a:lnTo>
                  <a:lnTo>
                    <a:pt x="183" y="5215"/>
                  </a:lnTo>
                  <a:lnTo>
                    <a:pt x="327" y="5346"/>
                  </a:lnTo>
                  <a:lnTo>
                    <a:pt x="522" y="5463"/>
                  </a:lnTo>
                  <a:lnTo>
                    <a:pt x="744" y="5580"/>
                  </a:lnTo>
                  <a:lnTo>
                    <a:pt x="1005" y="5711"/>
                  </a:lnTo>
                  <a:lnTo>
                    <a:pt x="1318" y="5828"/>
                  </a:lnTo>
                  <a:lnTo>
                    <a:pt x="1657" y="5945"/>
                  </a:lnTo>
                  <a:lnTo>
                    <a:pt x="2035" y="6063"/>
                  </a:lnTo>
                  <a:lnTo>
                    <a:pt x="2452" y="6180"/>
                  </a:lnTo>
                  <a:lnTo>
                    <a:pt x="2908" y="6284"/>
                  </a:lnTo>
                  <a:lnTo>
                    <a:pt x="3404" y="6402"/>
                  </a:lnTo>
                  <a:lnTo>
                    <a:pt x="3925" y="6519"/>
                  </a:lnTo>
                  <a:lnTo>
                    <a:pt x="5085" y="6741"/>
                  </a:lnTo>
                  <a:lnTo>
                    <a:pt x="6389" y="6949"/>
                  </a:lnTo>
                  <a:lnTo>
                    <a:pt x="7823" y="7158"/>
                  </a:lnTo>
                  <a:lnTo>
                    <a:pt x="9375" y="7366"/>
                  </a:lnTo>
                  <a:lnTo>
                    <a:pt x="11069" y="7562"/>
                  </a:lnTo>
                  <a:lnTo>
                    <a:pt x="12869" y="7744"/>
                  </a:lnTo>
                  <a:lnTo>
                    <a:pt x="14798" y="7927"/>
                  </a:lnTo>
                  <a:lnTo>
                    <a:pt x="16832" y="8109"/>
                  </a:lnTo>
                  <a:lnTo>
                    <a:pt x="18983" y="8279"/>
                  </a:lnTo>
                  <a:lnTo>
                    <a:pt x="21226" y="8435"/>
                  </a:lnTo>
                  <a:lnTo>
                    <a:pt x="23585" y="8592"/>
                  </a:lnTo>
                  <a:lnTo>
                    <a:pt x="26023" y="8735"/>
                  </a:lnTo>
                  <a:lnTo>
                    <a:pt x="28566" y="8866"/>
                  </a:lnTo>
                  <a:lnTo>
                    <a:pt x="31199" y="8996"/>
                  </a:lnTo>
                  <a:lnTo>
                    <a:pt x="33911" y="9113"/>
                  </a:lnTo>
                  <a:lnTo>
                    <a:pt x="36701" y="9218"/>
                  </a:lnTo>
                  <a:lnTo>
                    <a:pt x="39582" y="9322"/>
                  </a:lnTo>
                  <a:lnTo>
                    <a:pt x="42516" y="9400"/>
                  </a:lnTo>
                  <a:lnTo>
                    <a:pt x="45527" y="9478"/>
                  </a:lnTo>
                  <a:lnTo>
                    <a:pt x="48604" y="9544"/>
                  </a:lnTo>
                  <a:lnTo>
                    <a:pt x="51746" y="9596"/>
                  </a:lnTo>
                  <a:lnTo>
                    <a:pt x="54927" y="9648"/>
                  </a:lnTo>
                  <a:lnTo>
                    <a:pt x="58173" y="9674"/>
                  </a:lnTo>
                  <a:lnTo>
                    <a:pt x="61472" y="9687"/>
                  </a:lnTo>
                  <a:lnTo>
                    <a:pt x="64796" y="9700"/>
                  </a:lnTo>
                  <a:lnTo>
                    <a:pt x="68134" y="9687"/>
                  </a:lnTo>
                  <a:lnTo>
                    <a:pt x="71432" y="9674"/>
                  </a:lnTo>
                  <a:lnTo>
                    <a:pt x="74666" y="9648"/>
                  </a:lnTo>
                  <a:lnTo>
                    <a:pt x="77860" y="9596"/>
                  </a:lnTo>
                  <a:lnTo>
                    <a:pt x="81002" y="9544"/>
                  </a:lnTo>
                  <a:lnTo>
                    <a:pt x="84066" y="9478"/>
                  </a:lnTo>
                  <a:lnTo>
                    <a:pt x="87077" y="9400"/>
                  </a:lnTo>
                  <a:lnTo>
                    <a:pt x="90024" y="9322"/>
                  </a:lnTo>
                  <a:lnTo>
                    <a:pt x="92892" y="9218"/>
                  </a:lnTo>
                  <a:lnTo>
                    <a:pt x="95695" y="9113"/>
                  </a:lnTo>
                  <a:lnTo>
                    <a:pt x="98407" y="8996"/>
                  </a:lnTo>
                  <a:lnTo>
                    <a:pt x="101027" y="8866"/>
                  </a:lnTo>
                  <a:lnTo>
                    <a:pt x="103569" y="8735"/>
                  </a:lnTo>
                  <a:lnTo>
                    <a:pt x="106020" y="8592"/>
                  </a:lnTo>
                  <a:lnTo>
                    <a:pt x="108367" y="8435"/>
                  </a:lnTo>
                  <a:lnTo>
                    <a:pt x="110623" y="8279"/>
                  </a:lnTo>
                  <a:lnTo>
                    <a:pt x="112774" y="8109"/>
                  </a:lnTo>
                  <a:lnTo>
                    <a:pt x="114808" y="7927"/>
                  </a:lnTo>
                  <a:lnTo>
                    <a:pt x="116724" y="7744"/>
                  </a:lnTo>
                  <a:lnTo>
                    <a:pt x="118536" y="7562"/>
                  </a:lnTo>
                  <a:lnTo>
                    <a:pt x="120218" y="7366"/>
                  </a:lnTo>
                  <a:lnTo>
                    <a:pt x="121783" y="7158"/>
                  </a:lnTo>
                  <a:lnTo>
                    <a:pt x="123217" y="6949"/>
                  </a:lnTo>
                  <a:lnTo>
                    <a:pt x="124507" y="6741"/>
                  </a:lnTo>
                  <a:lnTo>
                    <a:pt x="125668" y="6519"/>
                  </a:lnTo>
                  <a:lnTo>
                    <a:pt x="126202" y="6402"/>
                  </a:lnTo>
                  <a:lnTo>
                    <a:pt x="126685" y="6284"/>
                  </a:lnTo>
                  <a:lnTo>
                    <a:pt x="127141" y="6180"/>
                  </a:lnTo>
                  <a:lnTo>
                    <a:pt x="127558" y="6063"/>
                  </a:lnTo>
                  <a:lnTo>
                    <a:pt x="127949" y="5945"/>
                  </a:lnTo>
                  <a:lnTo>
                    <a:pt x="128288" y="5828"/>
                  </a:lnTo>
                  <a:lnTo>
                    <a:pt x="128588" y="5711"/>
                  </a:lnTo>
                  <a:lnTo>
                    <a:pt x="128862" y="5580"/>
                  </a:lnTo>
                  <a:lnTo>
                    <a:pt x="129084" y="5463"/>
                  </a:lnTo>
                  <a:lnTo>
                    <a:pt x="129266" y="5346"/>
                  </a:lnTo>
                  <a:lnTo>
                    <a:pt x="129409" y="5215"/>
                  </a:lnTo>
                  <a:lnTo>
                    <a:pt x="129475" y="5163"/>
                  </a:lnTo>
                  <a:lnTo>
                    <a:pt x="129514" y="5098"/>
                  </a:lnTo>
                  <a:lnTo>
                    <a:pt x="129553" y="5033"/>
                  </a:lnTo>
                  <a:lnTo>
                    <a:pt x="129579" y="4967"/>
                  </a:lnTo>
                  <a:lnTo>
                    <a:pt x="129605" y="4902"/>
                  </a:lnTo>
                  <a:lnTo>
                    <a:pt x="129605" y="4850"/>
                  </a:lnTo>
                  <a:lnTo>
                    <a:pt x="129605" y="4785"/>
                  </a:lnTo>
                  <a:lnTo>
                    <a:pt x="129579" y="4720"/>
                  </a:lnTo>
                  <a:lnTo>
                    <a:pt x="129553" y="4655"/>
                  </a:lnTo>
                  <a:lnTo>
                    <a:pt x="129514" y="4602"/>
                  </a:lnTo>
                  <a:lnTo>
                    <a:pt x="129475" y="4537"/>
                  </a:lnTo>
                  <a:lnTo>
                    <a:pt x="129409" y="4472"/>
                  </a:lnTo>
                  <a:lnTo>
                    <a:pt x="129266" y="4355"/>
                  </a:lnTo>
                  <a:lnTo>
                    <a:pt x="129084" y="4224"/>
                  </a:lnTo>
                  <a:lnTo>
                    <a:pt x="128862" y="4107"/>
                  </a:lnTo>
                  <a:lnTo>
                    <a:pt x="128588" y="3990"/>
                  </a:lnTo>
                  <a:lnTo>
                    <a:pt x="128288" y="3872"/>
                  </a:lnTo>
                  <a:lnTo>
                    <a:pt x="127949" y="3755"/>
                  </a:lnTo>
                  <a:lnTo>
                    <a:pt x="127558" y="3638"/>
                  </a:lnTo>
                  <a:lnTo>
                    <a:pt x="127141" y="3520"/>
                  </a:lnTo>
                  <a:lnTo>
                    <a:pt x="126685" y="3403"/>
                  </a:lnTo>
                  <a:lnTo>
                    <a:pt x="126202" y="3286"/>
                  </a:lnTo>
                  <a:lnTo>
                    <a:pt x="125668" y="3181"/>
                  </a:lnTo>
                  <a:lnTo>
                    <a:pt x="124507" y="2960"/>
                  </a:lnTo>
                  <a:lnTo>
                    <a:pt x="123217" y="2738"/>
                  </a:lnTo>
                  <a:lnTo>
                    <a:pt x="121783" y="2529"/>
                  </a:lnTo>
                  <a:lnTo>
                    <a:pt x="120218" y="2334"/>
                  </a:lnTo>
                  <a:lnTo>
                    <a:pt x="118536" y="2138"/>
                  </a:lnTo>
                  <a:lnTo>
                    <a:pt x="116724" y="1943"/>
                  </a:lnTo>
                  <a:lnTo>
                    <a:pt x="114808" y="1760"/>
                  </a:lnTo>
                  <a:lnTo>
                    <a:pt x="112774" y="1578"/>
                  </a:lnTo>
                  <a:lnTo>
                    <a:pt x="110623" y="1421"/>
                  </a:lnTo>
                  <a:lnTo>
                    <a:pt x="108367" y="1252"/>
                  </a:lnTo>
                  <a:lnTo>
                    <a:pt x="106020" y="1095"/>
                  </a:lnTo>
                  <a:lnTo>
                    <a:pt x="103569" y="952"/>
                  </a:lnTo>
                  <a:lnTo>
                    <a:pt x="101027" y="822"/>
                  </a:lnTo>
                  <a:lnTo>
                    <a:pt x="98407" y="691"/>
                  </a:lnTo>
                  <a:lnTo>
                    <a:pt x="95695" y="574"/>
                  </a:lnTo>
                  <a:lnTo>
                    <a:pt x="92892" y="470"/>
                  </a:lnTo>
                  <a:lnTo>
                    <a:pt x="90024" y="378"/>
                  </a:lnTo>
                  <a:lnTo>
                    <a:pt x="87077" y="287"/>
                  </a:lnTo>
                  <a:lnTo>
                    <a:pt x="84066" y="209"/>
                  </a:lnTo>
                  <a:lnTo>
                    <a:pt x="81002" y="144"/>
                  </a:lnTo>
                  <a:lnTo>
                    <a:pt x="77860" y="91"/>
                  </a:lnTo>
                  <a:lnTo>
                    <a:pt x="74666" y="52"/>
                  </a:lnTo>
                  <a:lnTo>
                    <a:pt x="71432" y="13"/>
                  </a:lnTo>
                  <a:lnTo>
                    <a:pt x="68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4647387" y="4435335"/>
              <a:ext cx="3964941" cy="296747"/>
            </a:xfrm>
            <a:custGeom>
              <a:rect b="b" l="l" r="r" t="t"/>
              <a:pathLst>
                <a:path extrusionOk="0" fill="none" h="9700" w="129605">
                  <a:moveTo>
                    <a:pt x="64796" y="0"/>
                  </a:moveTo>
                  <a:lnTo>
                    <a:pt x="64796" y="0"/>
                  </a:lnTo>
                  <a:lnTo>
                    <a:pt x="61472" y="0"/>
                  </a:lnTo>
                  <a:lnTo>
                    <a:pt x="58173" y="13"/>
                  </a:lnTo>
                  <a:lnTo>
                    <a:pt x="54927" y="52"/>
                  </a:lnTo>
                  <a:lnTo>
                    <a:pt x="51746" y="91"/>
                  </a:lnTo>
                  <a:lnTo>
                    <a:pt x="48604" y="144"/>
                  </a:lnTo>
                  <a:lnTo>
                    <a:pt x="45527" y="209"/>
                  </a:lnTo>
                  <a:lnTo>
                    <a:pt x="42516" y="287"/>
                  </a:lnTo>
                  <a:lnTo>
                    <a:pt x="39582" y="378"/>
                  </a:lnTo>
                  <a:lnTo>
                    <a:pt x="36701" y="470"/>
                  </a:lnTo>
                  <a:lnTo>
                    <a:pt x="33911" y="574"/>
                  </a:lnTo>
                  <a:lnTo>
                    <a:pt x="31199" y="691"/>
                  </a:lnTo>
                  <a:lnTo>
                    <a:pt x="28566" y="822"/>
                  </a:lnTo>
                  <a:lnTo>
                    <a:pt x="26023" y="952"/>
                  </a:lnTo>
                  <a:lnTo>
                    <a:pt x="23585" y="1095"/>
                  </a:lnTo>
                  <a:lnTo>
                    <a:pt x="21226" y="1252"/>
                  </a:lnTo>
                  <a:lnTo>
                    <a:pt x="18983" y="1421"/>
                  </a:lnTo>
                  <a:lnTo>
                    <a:pt x="16832" y="1578"/>
                  </a:lnTo>
                  <a:lnTo>
                    <a:pt x="14798" y="1760"/>
                  </a:lnTo>
                  <a:lnTo>
                    <a:pt x="12869" y="1943"/>
                  </a:lnTo>
                  <a:lnTo>
                    <a:pt x="11069" y="2138"/>
                  </a:lnTo>
                  <a:lnTo>
                    <a:pt x="9375" y="2334"/>
                  </a:lnTo>
                  <a:lnTo>
                    <a:pt x="7823" y="2529"/>
                  </a:lnTo>
                  <a:lnTo>
                    <a:pt x="6389" y="2738"/>
                  </a:lnTo>
                  <a:lnTo>
                    <a:pt x="5085" y="2960"/>
                  </a:lnTo>
                  <a:lnTo>
                    <a:pt x="3925" y="3181"/>
                  </a:lnTo>
                  <a:lnTo>
                    <a:pt x="3404" y="3286"/>
                  </a:lnTo>
                  <a:lnTo>
                    <a:pt x="2908" y="3403"/>
                  </a:lnTo>
                  <a:lnTo>
                    <a:pt x="2452" y="3520"/>
                  </a:lnTo>
                  <a:lnTo>
                    <a:pt x="2035" y="3638"/>
                  </a:lnTo>
                  <a:lnTo>
                    <a:pt x="1657" y="3755"/>
                  </a:lnTo>
                  <a:lnTo>
                    <a:pt x="1318" y="3872"/>
                  </a:lnTo>
                  <a:lnTo>
                    <a:pt x="1005" y="3990"/>
                  </a:lnTo>
                  <a:lnTo>
                    <a:pt x="744" y="4107"/>
                  </a:lnTo>
                  <a:lnTo>
                    <a:pt x="522" y="4224"/>
                  </a:lnTo>
                  <a:lnTo>
                    <a:pt x="327" y="4355"/>
                  </a:lnTo>
                  <a:lnTo>
                    <a:pt x="183" y="4472"/>
                  </a:lnTo>
                  <a:lnTo>
                    <a:pt x="131" y="4537"/>
                  </a:lnTo>
                  <a:lnTo>
                    <a:pt x="79" y="4602"/>
                  </a:lnTo>
                  <a:lnTo>
                    <a:pt x="40" y="4655"/>
                  </a:lnTo>
                  <a:lnTo>
                    <a:pt x="14" y="4720"/>
                  </a:lnTo>
                  <a:lnTo>
                    <a:pt x="1" y="4785"/>
                  </a:lnTo>
                  <a:lnTo>
                    <a:pt x="1" y="4850"/>
                  </a:lnTo>
                  <a:lnTo>
                    <a:pt x="1" y="4850"/>
                  </a:lnTo>
                  <a:lnTo>
                    <a:pt x="1" y="4902"/>
                  </a:lnTo>
                  <a:lnTo>
                    <a:pt x="14" y="4967"/>
                  </a:lnTo>
                  <a:lnTo>
                    <a:pt x="40" y="5033"/>
                  </a:lnTo>
                  <a:lnTo>
                    <a:pt x="79" y="5098"/>
                  </a:lnTo>
                  <a:lnTo>
                    <a:pt x="131" y="5163"/>
                  </a:lnTo>
                  <a:lnTo>
                    <a:pt x="183" y="5215"/>
                  </a:lnTo>
                  <a:lnTo>
                    <a:pt x="327" y="5346"/>
                  </a:lnTo>
                  <a:lnTo>
                    <a:pt x="522" y="5463"/>
                  </a:lnTo>
                  <a:lnTo>
                    <a:pt x="744" y="5580"/>
                  </a:lnTo>
                  <a:lnTo>
                    <a:pt x="1005" y="5711"/>
                  </a:lnTo>
                  <a:lnTo>
                    <a:pt x="1318" y="5828"/>
                  </a:lnTo>
                  <a:lnTo>
                    <a:pt x="1657" y="5945"/>
                  </a:lnTo>
                  <a:lnTo>
                    <a:pt x="2035" y="6063"/>
                  </a:lnTo>
                  <a:lnTo>
                    <a:pt x="2452" y="6180"/>
                  </a:lnTo>
                  <a:lnTo>
                    <a:pt x="2908" y="6284"/>
                  </a:lnTo>
                  <a:lnTo>
                    <a:pt x="3404" y="6402"/>
                  </a:lnTo>
                  <a:lnTo>
                    <a:pt x="3925" y="6519"/>
                  </a:lnTo>
                  <a:lnTo>
                    <a:pt x="5085" y="6741"/>
                  </a:lnTo>
                  <a:lnTo>
                    <a:pt x="6389" y="6949"/>
                  </a:lnTo>
                  <a:lnTo>
                    <a:pt x="7823" y="7158"/>
                  </a:lnTo>
                  <a:lnTo>
                    <a:pt x="9375" y="7366"/>
                  </a:lnTo>
                  <a:lnTo>
                    <a:pt x="11069" y="7562"/>
                  </a:lnTo>
                  <a:lnTo>
                    <a:pt x="12869" y="7744"/>
                  </a:lnTo>
                  <a:lnTo>
                    <a:pt x="14798" y="7927"/>
                  </a:lnTo>
                  <a:lnTo>
                    <a:pt x="16832" y="8109"/>
                  </a:lnTo>
                  <a:lnTo>
                    <a:pt x="18983" y="8279"/>
                  </a:lnTo>
                  <a:lnTo>
                    <a:pt x="21226" y="8435"/>
                  </a:lnTo>
                  <a:lnTo>
                    <a:pt x="23585" y="8592"/>
                  </a:lnTo>
                  <a:lnTo>
                    <a:pt x="26023" y="8735"/>
                  </a:lnTo>
                  <a:lnTo>
                    <a:pt x="28566" y="8866"/>
                  </a:lnTo>
                  <a:lnTo>
                    <a:pt x="31199" y="8996"/>
                  </a:lnTo>
                  <a:lnTo>
                    <a:pt x="33911" y="9113"/>
                  </a:lnTo>
                  <a:lnTo>
                    <a:pt x="36701" y="9218"/>
                  </a:lnTo>
                  <a:lnTo>
                    <a:pt x="39582" y="9322"/>
                  </a:lnTo>
                  <a:lnTo>
                    <a:pt x="42516" y="9400"/>
                  </a:lnTo>
                  <a:lnTo>
                    <a:pt x="45527" y="9478"/>
                  </a:lnTo>
                  <a:lnTo>
                    <a:pt x="48604" y="9544"/>
                  </a:lnTo>
                  <a:lnTo>
                    <a:pt x="51746" y="9596"/>
                  </a:lnTo>
                  <a:lnTo>
                    <a:pt x="54927" y="9648"/>
                  </a:lnTo>
                  <a:lnTo>
                    <a:pt x="58173" y="9674"/>
                  </a:lnTo>
                  <a:lnTo>
                    <a:pt x="61472" y="9687"/>
                  </a:lnTo>
                  <a:lnTo>
                    <a:pt x="64796" y="9700"/>
                  </a:lnTo>
                  <a:lnTo>
                    <a:pt x="64796" y="9700"/>
                  </a:lnTo>
                  <a:lnTo>
                    <a:pt x="68134" y="9687"/>
                  </a:lnTo>
                  <a:lnTo>
                    <a:pt x="71432" y="9674"/>
                  </a:lnTo>
                  <a:lnTo>
                    <a:pt x="74666" y="9648"/>
                  </a:lnTo>
                  <a:lnTo>
                    <a:pt x="77860" y="9596"/>
                  </a:lnTo>
                  <a:lnTo>
                    <a:pt x="81002" y="9544"/>
                  </a:lnTo>
                  <a:lnTo>
                    <a:pt x="84066" y="9478"/>
                  </a:lnTo>
                  <a:lnTo>
                    <a:pt x="87077" y="9400"/>
                  </a:lnTo>
                  <a:lnTo>
                    <a:pt x="90024" y="9322"/>
                  </a:lnTo>
                  <a:lnTo>
                    <a:pt x="92892" y="9218"/>
                  </a:lnTo>
                  <a:lnTo>
                    <a:pt x="95695" y="9113"/>
                  </a:lnTo>
                  <a:lnTo>
                    <a:pt x="98407" y="8996"/>
                  </a:lnTo>
                  <a:lnTo>
                    <a:pt x="101027" y="8866"/>
                  </a:lnTo>
                  <a:lnTo>
                    <a:pt x="103569" y="8735"/>
                  </a:lnTo>
                  <a:lnTo>
                    <a:pt x="106020" y="8592"/>
                  </a:lnTo>
                  <a:lnTo>
                    <a:pt x="108367" y="8435"/>
                  </a:lnTo>
                  <a:lnTo>
                    <a:pt x="110623" y="8279"/>
                  </a:lnTo>
                  <a:lnTo>
                    <a:pt x="112774" y="8109"/>
                  </a:lnTo>
                  <a:lnTo>
                    <a:pt x="114808" y="7927"/>
                  </a:lnTo>
                  <a:lnTo>
                    <a:pt x="116724" y="7744"/>
                  </a:lnTo>
                  <a:lnTo>
                    <a:pt x="118536" y="7562"/>
                  </a:lnTo>
                  <a:lnTo>
                    <a:pt x="120218" y="7366"/>
                  </a:lnTo>
                  <a:lnTo>
                    <a:pt x="121783" y="7158"/>
                  </a:lnTo>
                  <a:lnTo>
                    <a:pt x="123217" y="6949"/>
                  </a:lnTo>
                  <a:lnTo>
                    <a:pt x="124507" y="6741"/>
                  </a:lnTo>
                  <a:lnTo>
                    <a:pt x="125668" y="6519"/>
                  </a:lnTo>
                  <a:lnTo>
                    <a:pt x="126202" y="6402"/>
                  </a:lnTo>
                  <a:lnTo>
                    <a:pt x="126685" y="6284"/>
                  </a:lnTo>
                  <a:lnTo>
                    <a:pt x="127141" y="6180"/>
                  </a:lnTo>
                  <a:lnTo>
                    <a:pt x="127558" y="6063"/>
                  </a:lnTo>
                  <a:lnTo>
                    <a:pt x="127949" y="5945"/>
                  </a:lnTo>
                  <a:lnTo>
                    <a:pt x="128288" y="5828"/>
                  </a:lnTo>
                  <a:lnTo>
                    <a:pt x="128588" y="5711"/>
                  </a:lnTo>
                  <a:lnTo>
                    <a:pt x="128862" y="5580"/>
                  </a:lnTo>
                  <a:lnTo>
                    <a:pt x="129084" y="5463"/>
                  </a:lnTo>
                  <a:lnTo>
                    <a:pt x="129266" y="5346"/>
                  </a:lnTo>
                  <a:lnTo>
                    <a:pt x="129409" y="5215"/>
                  </a:lnTo>
                  <a:lnTo>
                    <a:pt x="129475" y="5163"/>
                  </a:lnTo>
                  <a:lnTo>
                    <a:pt x="129514" y="5098"/>
                  </a:lnTo>
                  <a:lnTo>
                    <a:pt x="129553" y="5033"/>
                  </a:lnTo>
                  <a:lnTo>
                    <a:pt x="129579" y="4967"/>
                  </a:lnTo>
                  <a:lnTo>
                    <a:pt x="129605" y="4902"/>
                  </a:lnTo>
                  <a:lnTo>
                    <a:pt x="129605" y="4850"/>
                  </a:lnTo>
                  <a:lnTo>
                    <a:pt x="129605" y="4850"/>
                  </a:lnTo>
                  <a:lnTo>
                    <a:pt x="129605" y="4785"/>
                  </a:lnTo>
                  <a:lnTo>
                    <a:pt x="129579" y="4720"/>
                  </a:lnTo>
                  <a:lnTo>
                    <a:pt x="129553" y="4655"/>
                  </a:lnTo>
                  <a:lnTo>
                    <a:pt x="129514" y="4602"/>
                  </a:lnTo>
                  <a:lnTo>
                    <a:pt x="129475" y="4537"/>
                  </a:lnTo>
                  <a:lnTo>
                    <a:pt x="129409" y="4472"/>
                  </a:lnTo>
                  <a:lnTo>
                    <a:pt x="129266" y="4355"/>
                  </a:lnTo>
                  <a:lnTo>
                    <a:pt x="129084" y="4224"/>
                  </a:lnTo>
                  <a:lnTo>
                    <a:pt x="128862" y="4107"/>
                  </a:lnTo>
                  <a:lnTo>
                    <a:pt x="128588" y="3990"/>
                  </a:lnTo>
                  <a:lnTo>
                    <a:pt x="128288" y="3872"/>
                  </a:lnTo>
                  <a:lnTo>
                    <a:pt x="127949" y="3755"/>
                  </a:lnTo>
                  <a:lnTo>
                    <a:pt x="127558" y="3638"/>
                  </a:lnTo>
                  <a:lnTo>
                    <a:pt x="127141" y="3520"/>
                  </a:lnTo>
                  <a:lnTo>
                    <a:pt x="126685" y="3403"/>
                  </a:lnTo>
                  <a:lnTo>
                    <a:pt x="126202" y="3286"/>
                  </a:lnTo>
                  <a:lnTo>
                    <a:pt x="125668" y="3181"/>
                  </a:lnTo>
                  <a:lnTo>
                    <a:pt x="124507" y="2960"/>
                  </a:lnTo>
                  <a:lnTo>
                    <a:pt x="123217" y="2738"/>
                  </a:lnTo>
                  <a:lnTo>
                    <a:pt x="121783" y="2529"/>
                  </a:lnTo>
                  <a:lnTo>
                    <a:pt x="120218" y="2334"/>
                  </a:lnTo>
                  <a:lnTo>
                    <a:pt x="118536" y="2138"/>
                  </a:lnTo>
                  <a:lnTo>
                    <a:pt x="116724" y="1943"/>
                  </a:lnTo>
                  <a:lnTo>
                    <a:pt x="114808" y="1760"/>
                  </a:lnTo>
                  <a:lnTo>
                    <a:pt x="112774" y="1578"/>
                  </a:lnTo>
                  <a:lnTo>
                    <a:pt x="110623" y="1421"/>
                  </a:lnTo>
                  <a:lnTo>
                    <a:pt x="108367" y="1252"/>
                  </a:lnTo>
                  <a:lnTo>
                    <a:pt x="106020" y="1095"/>
                  </a:lnTo>
                  <a:lnTo>
                    <a:pt x="103569" y="952"/>
                  </a:lnTo>
                  <a:lnTo>
                    <a:pt x="101027" y="822"/>
                  </a:lnTo>
                  <a:lnTo>
                    <a:pt x="98407" y="691"/>
                  </a:lnTo>
                  <a:lnTo>
                    <a:pt x="95695" y="574"/>
                  </a:lnTo>
                  <a:lnTo>
                    <a:pt x="92892" y="470"/>
                  </a:lnTo>
                  <a:lnTo>
                    <a:pt x="90024" y="378"/>
                  </a:lnTo>
                  <a:lnTo>
                    <a:pt x="87077" y="287"/>
                  </a:lnTo>
                  <a:lnTo>
                    <a:pt x="84066" y="209"/>
                  </a:lnTo>
                  <a:lnTo>
                    <a:pt x="81002" y="144"/>
                  </a:lnTo>
                  <a:lnTo>
                    <a:pt x="77860" y="91"/>
                  </a:lnTo>
                  <a:lnTo>
                    <a:pt x="74666" y="52"/>
                  </a:lnTo>
                  <a:lnTo>
                    <a:pt x="71432" y="13"/>
                  </a:lnTo>
                  <a:lnTo>
                    <a:pt x="68134" y="0"/>
                  </a:lnTo>
                  <a:lnTo>
                    <a:pt x="6479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13"/>
            <p:cNvSpPr/>
            <p:nvPr/>
          </p:nvSpPr>
          <p:spPr>
            <a:xfrm>
              <a:off x="4759876" y="2227719"/>
              <a:ext cx="678052" cy="1514849"/>
            </a:xfrm>
            <a:custGeom>
              <a:rect b="b" l="l" r="r" t="t"/>
              <a:pathLst>
                <a:path extrusionOk="0" h="49517" w="22164">
                  <a:moveTo>
                    <a:pt x="15671" y="0"/>
                  </a:moveTo>
                  <a:lnTo>
                    <a:pt x="15476" y="13"/>
                  </a:lnTo>
                  <a:lnTo>
                    <a:pt x="0" y="13"/>
                  </a:lnTo>
                  <a:lnTo>
                    <a:pt x="4954" y="45801"/>
                  </a:lnTo>
                  <a:lnTo>
                    <a:pt x="5698" y="45996"/>
                  </a:lnTo>
                  <a:lnTo>
                    <a:pt x="7666" y="46505"/>
                  </a:lnTo>
                  <a:lnTo>
                    <a:pt x="10430" y="47209"/>
                  </a:lnTo>
                  <a:lnTo>
                    <a:pt x="11982" y="47587"/>
                  </a:lnTo>
                  <a:lnTo>
                    <a:pt x="13598" y="47978"/>
                  </a:lnTo>
                  <a:lnTo>
                    <a:pt x="15202" y="48343"/>
                  </a:lnTo>
                  <a:lnTo>
                    <a:pt x="16766" y="48695"/>
                  </a:lnTo>
                  <a:lnTo>
                    <a:pt x="18213" y="48995"/>
                  </a:lnTo>
                  <a:lnTo>
                    <a:pt x="18891" y="49125"/>
                  </a:lnTo>
                  <a:lnTo>
                    <a:pt x="19517" y="49242"/>
                  </a:lnTo>
                  <a:lnTo>
                    <a:pt x="20091" y="49347"/>
                  </a:lnTo>
                  <a:lnTo>
                    <a:pt x="20612" y="49425"/>
                  </a:lnTo>
                  <a:lnTo>
                    <a:pt x="21069" y="49477"/>
                  </a:lnTo>
                  <a:lnTo>
                    <a:pt x="21447" y="49503"/>
                  </a:lnTo>
                  <a:lnTo>
                    <a:pt x="21760" y="49516"/>
                  </a:lnTo>
                  <a:lnTo>
                    <a:pt x="21877" y="49503"/>
                  </a:lnTo>
                  <a:lnTo>
                    <a:pt x="21981" y="49490"/>
                  </a:lnTo>
                  <a:lnTo>
                    <a:pt x="22059" y="49464"/>
                  </a:lnTo>
                  <a:lnTo>
                    <a:pt x="22125" y="49438"/>
                  </a:lnTo>
                  <a:lnTo>
                    <a:pt x="22151" y="49399"/>
                  </a:lnTo>
                  <a:lnTo>
                    <a:pt x="22164" y="49360"/>
                  </a:lnTo>
                  <a:lnTo>
                    <a:pt x="17575" y="1747"/>
                  </a:lnTo>
                  <a:lnTo>
                    <a:pt x="17549" y="1552"/>
                  </a:lnTo>
                  <a:lnTo>
                    <a:pt x="17496" y="1356"/>
                  </a:lnTo>
                  <a:lnTo>
                    <a:pt x="17431" y="1187"/>
                  </a:lnTo>
                  <a:lnTo>
                    <a:pt x="17353" y="1017"/>
                  </a:lnTo>
                  <a:lnTo>
                    <a:pt x="17249" y="848"/>
                  </a:lnTo>
                  <a:lnTo>
                    <a:pt x="17144" y="704"/>
                  </a:lnTo>
                  <a:lnTo>
                    <a:pt x="17014" y="574"/>
                  </a:lnTo>
                  <a:lnTo>
                    <a:pt x="16884" y="443"/>
                  </a:lnTo>
                  <a:lnTo>
                    <a:pt x="16727" y="339"/>
                  </a:lnTo>
                  <a:lnTo>
                    <a:pt x="16571" y="235"/>
                  </a:lnTo>
                  <a:lnTo>
                    <a:pt x="16401" y="157"/>
                  </a:lnTo>
                  <a:lnTo>
                    <a:pt x="16232" y="91"/>
                  </a:lnTo>
                  <a:lnTo>
                    <a:pt x="16049" y="39"/>
                  </a:lnTo>
                  <a:lnTo>
                    <a:pt x="15867" y="13"/>
                  </a:lnTo>
                  <a:lnTo>
                    <a:pt x="15671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13"/>
            <p:cNvSpPr/>
            <p:nvPr/>
          </p:nvSpPr>
          <p:spPr>
            <a:xfrm>
              <a:off x="4906261" y="3487671"/>
              <a:ext cx="1317007" cy="300357"/>
            </a:xfrm>
            <a:custGeom>
              <a:rect b="b" l="l" r="r" t="t"/>
              <a:pathLst>
                <a:path extrusionOk="0" h="9818" w="43050">
                  <a:moveTo>
                    <a:pt x="2529" y="0"/>
                  </a:moveTo>
                  <a:lnTo>
                    <a:pt x="2269" y="13"/>
                  </a:lnTo>
                  <a:lnTo>
                    <a:pt x="2021" y="52"/>
                  </a:lnTo>
                  <a:lnTo>
                    <a:pt x="1786" y="118"/>
                  </a:lnTo>
                  <a:lnTo>
                    <a:pt x="1551" y="196"/>
                  </a:lnTo>
                  <a:lnTo>
                    <a:pt x="1330" y="300"/>
                  </a:lnTo>
                  <a:lnTo>
                    <a:pt x="1121" y="431"/>
                  </a:lnTo>
                  <a:lnTo>
                    <a:pt x="926" y="574"/>
                  </a:lnTo>
                  <a:lnTo>
                    <a:pt x="743" y="743"/>
                  </a:lnTo>
                  <a:lnTo>
                    <a:pt x="587" y="926"/>
                  </a:lnTo>
                  <a:lnTo>
                    <a:pt x="430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7" y="1773"/>
                  </a:lnTo>
                  <a:lnTo>
                    <a:pt x="52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6232"/>
                  </a:lnTo>
                  <a:lnTo>
                    <a:pt x="13" y="6415"/>
                  </a:lnTo>
                  <a:lnTo>
                    <a:pt x="26" y="6597"/>
                  </a:lnTo>
                  <a:lnTo>
                    <a:pt x="39" y="6780"/>
                  </a:lnTo>
                  <a:lnTo>
                    <a:pt x="78" y="6949"/>
                  </a:lnTo>
                  <a:lnTo>
                    <a:pt x="117" y="7119"/>
                  </a:lnTo>
                  <a:lnTo>
                    <a:pt x="169" y="7288"/>
                  </a:lnTo>
                  <a:lnTo>
                    <a:pt x="222" y="7458"/>
                  </a:lnTo>
                  <a:lnTo>
                    <a:pt x="287" y="7627"/>
                  </a:lnTo>
                  <a:lnTo>
                    <a:pt x="352" y="7784"/>
                  </a:lnTo>
                  <a:lnTo>
                    <a:pt x="430" y="7940"/>
                  </a:lnTo>
                  <a:lnTo>
                    <a:pt x="522" y="8084"/>
                  </a:lnTo>
                  <a:lnTo>
                    <a:pt x="613" y="8227"/>
                  </a:lnTo>
                  <a:lnTo>
                    <a:pt x="717" y="8370"/>
                  </a:lnTo>
                  <a:lnTo>
                    <a:pt x="821" y="8514"/>
                  </a:lnTo>
                  <a:lnTo>
                    <a:pt x="939" y="8631"/>
                  </a:lnTo>
                  <a:lnTo>
                    <a:pt x="1056" y="8761"/>
                  </a:lnTo>
                  <a:lnTo>
                    <a:pt x="1173" y="8879"/>
                  </a:lnTo>
                  <a:lnTo>
                    <a:pt x="1304" y="8996"/>
                  </a:lnTo>
                  <a:lnTo>
                    <a:pt x="1447" y="9100"/>
                  </a:lnTo>
                  <a:lnTo>
                    <a:pt x="1578" y="9205"/>
                  </a:lnTo>
                  <a:lnTo>
                    <a:pt x="1734" y="9296"/>
                  </a:lnTo>
                  <a:lnTo>
                    <a:pt x="1877" y="9374"/>
                  </a:lnTo>
                  <a:lnTo>
                    <a:pt x="2034" y="9452"/>
                  </a:lnTo>
                  <a:lnTo>
                    <a:pt x="2190" y="9531"/>
                  </a:lnTo>
                  <a:lnTo>
                    <a:pt x="2360" y="9596"/>
                  </a:lnTo>
                  <a:lnTo>
                    <a:pt x="2516" y="9648"/>
                  </a:lnTo>
                  <a:lnTo>
                    <a:pt x="2686" y="9700"/>
                  </a:lnTo>
                  <a:lnTo>
                    <a:pt x="2868" y="9739"/>
                  </a:lnTo>
                  <a:lnTo>
                    <a:pt x="3038" y="9765"/>
                  </a:lnTo>
                  <a:lnTo>
                    <a:pt x="3220" y="9791"/>
                  </a:lnTo>
                  <a:lnTo>
                    <a:pt x="3403" y="9804"/>
                  </a:lnTo>
                  <a:lnTo>
                    <a:pt x="3585" y="9818"/>
                  </a:lnTo>
                  <a:lnTo>
                    <a:pt x="39464" y="9818"/>
                  </a:lnTo>
                  <a:lnTo>
                    <a:pt x="39647" y="9804"/>
                  </a:lnTo>
                  <a:lnTo>
                    <a:pt x="39829" y="9791"/>
                  </a:lnTo>
                  <a:lnTo>
                    <a:pt x="40012" y="9765"/>
                  </a:lnTo>
                  <a:lnTo>
                    <a:pt x="40194" y="9739"/>
                  </a:lnTo>
                  <a:lnTo>
                    <a:pt x="40364" y="9700"/>
                  </a:lnTo>
                  <a:lnTo>
                    <a:pt x="40533" y="9648"/>
                  </a:lnTo>
                  <a:lnTo>
                    <a:pt x="40703" y="9596"/>
                  </a:lnTo>
                  <a:lnTo>
                    <a:pt x="40859" y="9531"/>
                  </a:lnTo>
                  <a:lnTo>
                    <a:pt x="41015" y="9452"/>
                  </a:lnTo>
                  <a:lnTo>
                    <a:pt x="41172" y="9374"/>
                  </a:lnTo>
                  <a:lnTo>
                    <a:pt x="41328" y="9296"/>
                  </a:lnTo>
                  <a:lnTo>
                    <a:pt x="41472" y="9205"/>
                  </a:lnTo>
                  <a:lnTo>
                    <a:pt x="41615" y="9100"/>
                  </a:lnTo>
                  <a:lnTo>
                    <a:pt x="41746" y="8996"/>
                  </a:lnTo>
                  <a:lnTo>
                    <a:pt x="41876" y="8879"/>
                  </a:lnTo>
                  <a:lnTo>
                    <a:pt x="42006" y="8761"/>
                  </a:lnTo>
                  <a:lnTo>
                    <a:pt x="42124" y="8631"/>
                  </a:lnTo>
                  <a:lnTo>
                    <a:pt x="42228" y="8514"/>
                  </a:lnTo>
                  <a:lnTo>
                    <a:pt x="42332" y="8370"/>
                  </a:lnTo>
                  <a:lnTo>
                    <a:pt x="42437" y="8227"/>
                  </a:lnTo>
                  <a:lnTo>
                    <a:pt x="42528" y="8084"/>
                  </a:lnTo>
                  <a:lnTo>
                    <a:pt x="42619" y="7940"/>
                  </a:lnTo>
                  <a:lnTo>
                    <a:pt x="42697" y="7784"/>
                  </a:lnTo>
                  <a:lnTo>
                    <a:pt x="42762" y="7627"/>
                  </a:lnTo>
                  <a:lnTo>
                    <a:pt x="42828" y="7458"/>
                  </a:lnTo>
                  <a:lnTo>
                    <a:pt x="42893" y="7288"/>
                  </a:lnTo>
                  <a:lnTo>
                    <a:pt x="42932" y="7119"/>
                  </a:lnTo>
                  <a:lnTo>
                    <a:pt x="42971" y="6949"/>
                  </a:lnTo>
                  <a:lnTo>
                    <a:pt x="43010" y="6780"/>
                  </a:lnTo>
                  <a:lnTo>
                    <a:pt x="43036" y="6597"/>
                  </a:lnTo>
                  <a:lnTo>
                    <a:pt x="43049" y="6415"/>
                  </a:lnTo>
                  <a:lnTo>
                    <a:pt x="43049" y="6232"/>
                  </a:lnTo>
                  <a:lnTo>
                    <a:pt x="43049" y="2530"/>
                  </a:lnTo>
                  <a:lnTo>
                    <a:pt x="43036" y="2269"/>
                  </a:lnTo>
                  <a:lnTo>
                    <a:pt x="42997" y="2021"/>
                  </a:lnTo>
                  <a:lnTo>
                    <a:pt x="42932" y="1773"/>
                  </a:lnTo>
                  <a:lnTo>
                    <a:pt x="42854" y="1539"/>
                  </a:lnTo>
                  <a:lnTo>
                    <a:pt x="42749" y="1317"/>
                  </a:lnTo>
                  <a:lnTo>
                    <a:pt x="42619" y="1109"/>
                  </a:lnTo>
                  <a:lnTo>
                    <a:pt x="42476" y="926"/>
                  </a:lnTo>
                  <a:lnTo>
                    <a:pt x="42306" y="743"/>
                  </a:lnTo>
                  <a:lnTo>
                    <a:pt x="42124" y="574"/>
                  </a:lnTo>
                  <a:lnTo>
                    <a:pt x="41941" y="431"/>
                  </a:lnTo>
                  <a:lnTo>
                    <a:pt x="41733" y="300"/>
                  </a:lnTo>
                  <a:lnTo>
                    <a:pt x="41511" y="196"/>
                  </a:lnTo>
                  <a:lnTo>
                    <a:pt x="41276" y="118"/>
                  </a:lnTo>
                  <a:lnTo>
                    <a:pt x="41029" y="52"/>
                  </a:lnTo>
                  <a:lnTo>
                    <a:pt x="40781" y="13"/>
                  </a:lnTo>
                  <a:lnTo>
                    <a:pt x="40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3"/>
            <p:cNvSpPr/>
            <p:nvPr/>
          </p:nvSpPr>
          <p:spPr>
            <a:xfrm>
              <a:off x="5232897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4"/>
                  </a:lnTo>
                  <a:lnTo>
                    <a:pt x="587" y="913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196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4" y="2269"/>
                  </a:lnTo>
                  <a:lnTo>
                    <a:pt x="1" y="2530"/>
                  </a:lnTo>
                  <a:lnTo>
                    <a:pt x="1" y="7288"/>
                  </a:lnTo>
                  <a:lnTo>
                    <a:pt x="14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196" y="8266"/>
                  </a:lnTo>
                  <a:lnTo>
                    <a:pt x="313" y="8488"/>
                  </a:lnTo>
                  <a:lnTo>
                    <a:pt x="431" y="8696"/>
                  </a:lnTo>
                  <a:lnTo>
                    <a:pt x="587" y="8892"/>
                  </a:lnTo>
                  <a:lnTo>
                    <a:pt x="744" y="9075"/>
                  </a:lnTo>
                  <a:lnTo>
                    <a:pt x="926" y="9231"/>
                  </a:lnTo>
                  <a:lnTo>
                    <a:pt x="1122" y="9374"/>
                  </a:lnTo>
                  <a:lnTo>
                    <a:pt x="1330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2" y="9752"/>
                  </a:lnTo>
                  <a:lnTo>
                    <a:pt x="30599" y="9700"/>
                  </a:lnTo>
                  <a:lnTo>
                    <a:pt x="30834" y="9609"/>
                  </a:lnTo>
                  <a:lnTo>
                    <a:pt x="31056" y="9505"/>
                  </a:lnTo>
                  <a:lnTo>
                    <a:pt x="31264" y="9374"/>
                  </a:lnTo>
                  <a:lnTo>
                    <a:pt x="31447" y="9231"/>
                  </a:lnTo>
                  <a:lnTo>
                    <a:pt x="31629" y="9075"/>
                  </a:lnTo>
                  <a:lnTo>
                    <a:pt x="31799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9" y="913"/>
                  </a:lnTo>
                  <a:lnTo>
                    <a:pt x="31629" y="744"/>
                  </a:lnTo>
                  <a:lnTo>
                    <a:pt x="31447" y="574"/>
                  </a:lnTo>
                  <a:lnTo>
                    <a:pt x="31264" y="431"/>
                  </a:lnTo>
                  <a:lnTo>
                    <a:pt x="31056" y="300"/>
                  </a:lnTo>
                  <a:lnTo>
                    <a:pt x="30834" y="196"/>
                  </a:lnTo>
                  <a:lnTo>
                    <a:pt x="30599" y="118"/>
                  </a:lnTo>
                  <a:lnTo>
                    <a:pt x="30352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3"/>
            <p:cNvSpPr/>
            <p:nvPr/>
          </p:nvSpPr>
          <p:spPr>
            <a:xfrm>
              <a:off x="5241677" y="3810330"/>
              <a:ext cx="230545" cy="770992"/>
            </a:xfrm>
            <a:custGeom>
              <a:rect b="b" l="l" r="r" t="t"/>
              <a:pathLst>
                <a:path extrusionOk="0" h="25202" w="7536">
                  <a:moveTo>
                    <a:pt x="3116" y="1"/>
                  </a:moveTo>
                  <a:lnTo>
                    <a:pt x="0" y="25202"/>
                  </a:lnTo>
                  <a:lnTo>
                    <a:pt x="2412" y="25202"/>
                  </a:lnTo>
                  <a:lnTo>
                    <a:pt x="7536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3"/>
            <p:cNvSpPr/>
            <p:nvPr/>
          </p:nvSpPr>
          <p:spPr>
            <a:xfrm>
              <a:off x="5984708" y="3810330"/>
              <a:ext cx="142041" cy="770992"/>
            </a:xfrm>
            <a:custGeom>
              <a:rect b="b" l="l" r="r" t="t"/>
              <a:pathLst>
                <a:path extrusionOk="0" h="25202" w="4643">
                  <a:moveTo>
                    <a:pt x="1" y="1"/>
                  </a:moveTo>
                  <a:lnTo>
                    <a:pt x="2243" y="25202"/>
                  </a:lnTo>
                  <a:lnTo>
                    <a:pt x="4642" y="25202"/>
                  </a:lnTo>
                  <a:lnTo>
                    <a:pt x="4421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3"/>
            <p:cNvSpPr/>
            <p:nvPr/>
          </p:nvSpPr>
          <p:spPr>
            <a:xfrm>
              <a:off x="5332996" y="3810330"/>
              <a:ext cx="796935" cy="61858"/>
            </a:xfrm>
            <a:custGeom>
              <a:rect b="b" l="l" r="r" t="t"/>
              <a:pathLst>
                <a:path extrusionOk="0" h="2022" w="26050">
                  <a:moveTo>
                    <a:pt x="1" y="1"/>
                  </a:moveTo>
                  <a:lnTo>
                    <a:pt x="1" y="2021"/>
                  </a:lnTo>
                  <a:lnTo>
                    <a:pt x="26050" y="2021"/>
                  </a:lnTo>
                  <a:lnTo>
                    <a:pt x="26050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4735555" y="3510401"/>
              <a:ext cx="990340" cy="299959"/>
            </a:xfrm>
            <a:custGeom>
              <a:rect b="b" l="l" r="r" t="t"/>
              <a:pathLst>
                <a:path extrusionOk="0" h="9805" w="32372">
                  <a:moveTo>
                    <a:pt x="2529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6" y="118"/>
                  </a:lnTo>
                  <a:lnTo>
                    <a:pt x="1551" y="196"/>
                  </a:lnTo>
                  <a:lnTo>
                    <a:pt x="1330" y="300"/>
                  </a:lnTo>
                  <a:lnTo>
                    <a:pt x="1121" y="431"/>
                  </a:lnTo>
                  <a:lnTo>
                    <a:pt x="926" y="574"/>
                  </a:lnTo>
                  <a:lnTo>
                    <a:pt x="743" y="744"/>
                  </a:lnTo>
                  <a:lnTo>
                    <a:pt x="587" y="913"/>
                  </a:lnTo>
                  <a:lnTo>
                    <a:pt x="430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7" y="1774"/>
                  </a:lnTo>
                  <a:lnTo>
                    <a:pt x="52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7288"/>
                  </a:lnTo>
                  <a:lnTo>
                    <a:pt x="13" y="7536"/>
                  </a:lnTo>
                  <a:lnTo>
                    <a:pt x="52" y="7797"/>
                  </a:lnTo>
                  <a:lnTo>
                    <a:pt x="117" y="8032"/>
                  </a:lnTo>
                  <a:lnTo>
                    <a:pt x="209" y="8266"/>
                  </a:lnTo>
                  <a:lnTo>
                    <a:pt x="313" y="8488"/>
                  </a:lnTo>
                  <a:lnTo>
                    <a:pt x="430" y="8696"/>
                  </a:lnTo>
                  <a:lnTo>
                    <a:pt x="587" y="8892"/>
                  </a:lnTo>
                  <a:lnTo>
                    <a:pt x="743" y="9075"/>
                  </a:lnTo>
                  <a:lnTo>
                    <a:pt x="926" y="9231"/>
                  </a:lnTo>
                  <a:lnTo>
                    <a:pt x="1121" y="9374"/>
                  </a:lnTo>
                  <a:lnTo>
                    <a:pt x="1330" y="9505"/>
                  </a:lnTo>
                  <a:lnTo>
                    <a:pt x="1551" y="9609"/>
                  </a:lnTo>
                  <a:lnTo>
                    <a:pt x="1786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29" y="9805"/>
                  </a:lnTo>
                  <a:lnTo>
                    <a:pt x="29843" y="9805"/>
                  </a:lnTo>
                  <a:lnTo>
                    <a:pt x="30103" y="9792"/>
                  </a:lnTo>
                  <a:lnTo>
                    <a:pt x="30351" y="9752"/>
                  </a:lnTo>
                  <a:lnTo>
                    <a:pt x="30599" y="9700"/>
                  </a:lnTo>
                  <a:lnTo>
                    <a:pt x="30833" y="9609"/>
                  </a:lnTo>
                  <a:lnTo>
                    <a:pt x="31055" y="9505"/>
                  </a:lnTo>
                  <a:lnTo>
                    <a:pt x="31264" y="9374"/>
                  </a:lnTo>
                  <a:lnTo>
                    <a:pt x="31459" y="9231"/>
                  </a:lnTo>
                  <a:lnTo>
                    <a:pt x="31629" y="9075"/>
                  </a:lnTo>
                  <a:lnTo>
                    <a:pt x="31798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6" y="8266"/>
                  </a:lnTo>
                  <a:lnTo>
                    <a:pt x="32254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4" y="1774"/>
                  </a:lnTo>
                  <a:lnTo>
                    <a:pt x="32176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8" y="913"/>
                  </a:lnTo>
                  <a:lnTo>
                    <a:pt x="31629" y="744"/>
                  </a:lnTo>
                  <a:lnTo>
                    <a:pt x="31459" y="574"/>
                  </a:lnTo>
                  <a:lnTo>
                    <a:pt x="31264" y="431"/>
                  </a:lnTo>
                  <a:lnTo>
                    <a:pt x="31055" y="300"/>
                  </a:lnTo>
                  <a:lnTo>
                    <a:pt x="30833" y="196"/>
                  </a:lnTo>
                  <a:lnTo>
                    <a:pt x="30599" y="118"/>
                  </a:lnTo>
                  <a:lnTo>
                    <a:pt x="30351" y="53"/>
                  </a:lnTo>
                  <a:lnTo>
                    <a:pt x="30103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4572405" y="2227321"/>
              <a:ext cx="380938" cy="1587017"/>
            </a:xfrm>
            <a:custGeom>
              <a:rect b="b" l="l" r="r" t="t"/>
              <a:pathLst>
                <a:path extrusionOk="0" h="51876" w="12452">
                  <a:moveTo>
                    <a:pt x="5972" y="0"/>
                  </a:moveTo>
                  <a:lnTo>
                    <a:pt x="1526" y="430"/>
                  </a:lnTo>
                  <a:lnTo>
                    <a:pt x="1357" y="456"/>
                  </a:lnTo>
                  <a:lnTo>
                    <a:pt x="1187" y="496"/>
                  </a:lnTo>
                  <a:lnTo>
                    <a:pt x="1031" y="561"/>
                  </a:lnTo>
                  <a:lnTo>
                    <a:pt x="887" y="626"/>
                  </a:lnTo>
                  <a:lnTo>
                    <a:pt x="744" y="717"/>
                  </a:lnTo>
                  <a:lnTo>
                    <a:pt x="614" y="809"/>
                  </a:lnTo>
                  <a:lnTo>
                    <a:pt x="496" y="913"/>
                  </a:lnTo>
                  <a:lnTo>
                    <a:pt x="379" y="1043"/>
                  </a:lnTo>
                  <a:lnTo>
                    <a:pt x="288" y="1161"/>
                  </a:lnTo>
                  <a:lnTo>
                    <a:pt x="209" y="1304"/>
                  </a:lnTo>
                  <a:lnTo>
                    <a:pt x="131" y="1447"/>
                  </a:lnTo>
                  <a:lnTo>
                    <a:pt x="79" y="1604"/>
                  </a:lnTo>
                  <a:lnTo>
                    <a:pt x="40" y="1760"/>
                  </a:lnTo>
                  <a:lnTo>
                    <a:pt x="14" y="1930"/>
                  </a:lnTo>
                  <a:lnTo>
                    <a:pt x="1" y="2099"/>
                  </a:lnTo>
                  <a:lnTo>
                    <a:pt x="14" y="2269"/>
                  </a:lnTo>
                  <a:lnTo>
                    <a:pt x="4642" y="50364"/>
                  </a:lnTo>
                  <a:lnTo>
                    <a:pt x="4668" y="50533"/>
                  </a:lnTo>
                  <a:lnTo>
                    <a:pt x="4707" y="50690"/>
                  </a:lnTo>
                  <a:lnTo>
                    <a:pt x="4759" y="50846"/>
                  </a:lnTo>
                  <a:lnTo>
                    <a:pt x="4838" y="51002"/>
                  </a:lnTo>
                  <a:lnTo>
                    <a:pt x="4916" y="51133"/>
                  </a:lnTo>
                  <a:lnTo>
                    <a:pt x="5020" y="51263"/>
                  </a:lnTo>
                  <a:lnTo>
                    <a:pt x="5124" y="51394"/>
                  </a:lnTo>
                  <a:lnTo>
                    <a:pt x="5242" y="51498"/>
                  </a:lnTo>
                  <a:lnTo>
                    <a:pt x="5372" y="51589"/>
                  </a:lnTo>
                  <a:lnTo>
                    <a:pt x="5516" y="51680"/>
                  </a:lnTo>
                  <a:lnTo>
                    <a:pt x="5659" y="51746"/>
                  </a:lnTo>
                  <a:lnTo>
                    <a:pt x="5815" y="51811"/>
                  </a:lnTo>
                  <a:lnTo>
                    <a:pt x="5972" y="51850"/>
                  </a:lnTo>
                  <a:lnTo>
                    <a:pt x="6141" y="51876"/>
                  </a:lnTo>
                  <a:lnTo>
                    <a:pt x="6480" y="51876"/>
                  </a:lnTo>
                  <a:lnTo>
                    <a:pt x="10926" y="51446"/>
                  </a:lnTo>
                  <a:lnTo>
                    <a:pt x="11096" y="51420"/>
                  </a:lnTo>
                  <a:lnTo>
                    <a:pt x="11265" y="51381"/>
                  </a:lnTo>
                  <a:lnTo>
                    <a:pt x="11421" y="51328"/>
                  </a:lnTo>
                  <a:lnTo>
                    <a:pt x="11565" y="51250"/>
                  </a:lnTo>
                  <a:lnTo>
                    <a:pt x="11708" y="51172"/>
                  </a:lnTo>
                  <a:lnTo>
                    <a:pt x="11839" y="51068"/>
                  </a:lnTo>
                  <a:lnTo>
                    <a:pt x="11956" y="50963"/>
                  </a:lnTo>
                  <a:lnTo>
                    <a:pt x="12060" y="50846"/>
                  </a:lnTo>
                  <a:lnTo>
                    <a:pt x="12165" y="50716"/>
                  </a:lnTo>
                  <a:lnTo>
                    <a:pt x="12243" y="50572"/>
                  </a:lnTo>
                  <a:lnTo>
                    <a:pt x="12321" y="50429"/>
                  </a:lnTo>
                  <a:lnTo>
                    <a:pt x="12373" y="50272"/>
                  </a:lnTo>
                  <a:lnTo>
                    <a:pt x="12412" y="50116"/>
                  </a:lnTo>
                  <a:lnTo>
                    <a:pt x="12438" y="49946"/>
                  </a:lnTo>
                  <a:lnTo>
                    <a:pt x="12451" y="49777"/>
                  </a:lnTo>
                  <a:lnTo>
                    <a:pt x="12438" y="49607"/>
                  </a:lnTo>
                  <a:lnTo>
                    <a:pt x="7810" y="1513"/>
                  </a:lnTo>
                  <a:lnTo>
                    <a:pt x="7784" y="1343"/>
                  </a:lnTo>
                  <a:lnTo>
                    <a:pt x="7745" y="1187"/>
                  </a:lnTo>
                  <a:lnTo>
                    <a:pt x="7680" y="1030"/>
                  </a:lnTo>
                  <a:lnTo>
                    <a:pt x="7615" y="874"/>
                  </a:lnTo>
                  <a:lnTo>
                    <a:pt x="7536" y="743"/>
                  </a:lnTo>
                  <a:lnTo>
                    <a:pt x="7432" y="613"/>
                  </a:lnTo>
                  <a:lnTo>
                    <a:pt x="7328" y="483"/>
                  </a:lnTo>
                  <a:lnTo>
                    <a:pt x="7197" y="378"/>
                  </a:lnTo>
                  <a:lnTo>
                    <a:pt x="7080" y="287"/>
                  </a:lnTo>
                  <a:lnTo>
                    <a:pt x="6937" y="196"/>
                  </a:lnTo>
                  <a:lnTo>
                    <a:pt x="6793" y="131"/>
                  </a:lnTo>
                  <a:lnTo>
                    <a:pt x="6637" y="65"/>
                  </a:lnTo>
                  <a:lnTo>
                    <a:pt x="6480" y="26"/>
                  </a:lnTo>
                  <a:lnTo>
                    <a:pt x="6311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4744702" y="3810330"/>
              <a:ext cx="230178" cy="770992"/>
            </a:xfrm>
            <a:custGeom>
              <a:rect b="b" l="l" r="r" t="t"/>
              <a:pathLst>
                <a:path extrusionOk="0" h="25202" w="7524">
                  <a:moveTo>
                    <a:pt x="3104" y="1"/>
                  </a:moveTo>
                  <a:lnTo>
                    <a:pt x="1" y="25202"/>
                  </a:lnTo>
                  <a:lnTo>
                    <a:pt x="2400" y="25202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487366" y="3810330"/>
              <a:ext cx="135249" cy="770992"/>
            </a:xfrm>
            <a:custGeom>
              <a:rect b="b" l="l" r="r" t="t"/>
              <a:pathLst>
                <a:path extrusionOk="0" h="25202" w="4421">
                  <a:moveTo>
                    <a:pt x="0" y="1"/>
                  </a:moveTo>
                  <a:lnTo>
                    <a:pt x="1995" y="25202"/>
                  </a:lnTo>
                  <a:lnTo>
                    <a:pt x="4394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835654" y="3810330"/>
              <a:ext cx="793722" cy="61858"/>
            </a:xfrm>
            <a:custGeom>
              <a:rect b="b" l="l" r="r" t="t"/>
              <a:pathLst>
                <a:path extrusionOk="0" h="2022" w="25945">
                  <a:moveTo>
                    <a:pt x="0" y="1"/>
                  </a:moveTo>
                  <a:lnTo>
                    <a:pt x="0" y="2021"/>
                  </a:lnTo>
                  <a:lnTo>
                    <a:pt x="25945" y="2021"/>
                  </a:lnTo>
                  <a:lnTo>
                    <a:pt x="259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741123" y="3510799"/>
              <a:ext cx="189490" cy="288793"/>
            </a:xfrm>
            <a:custGeom>
              <a:rect b="b" l="l" r="r" t="t"/>
              <a:pathLst>
                <a:path extrusionOk="0" fill="none" h="9440" w="6194">
                  <a:moveTo>
                    <a:pt x="6193" y="1"/>
                  </a:moveTo>
                  <a:lnTo>
                    <a:pt x="1" y="9440"/>
                  </a:lnTo>
                </a:path>
              </a:pathLst>
            </a:custGeom>
            <a:noFill/>
            <a:ln cap="rnd" cmpd="sng" w="21175">
              <a:solidFill>
                <a:srgbClr val="6651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7821787" y="2227719"/>
              <a:ext cx="677685" cy="1514849"/>
            </a:xfrm>
            <a:custGeom>
              <a:rect b="b" l="l" r="r" t="t"/>
              <a:pathLst>
                <a:path extrusionOk="0" h="49517" w="22152">
                  <a:moveTo>
                    <a:pt x="6494" y="0"/>
                  </a:moveTo>
                  <a:lnTo>
                    <a:pt x="6298" y="13"/>
                  </a:lnTo>
                  <a:lnTo>
                    <a:pt x="6102" y="39"/>
                  </a:lnTo>
                  <a:lnTo>
                    <a:pt x="5920" y="91"/>
                  </a:lnTo>
                  <a:lnTo>
                    <a:pt x="5750" y="157"/>
                  </a:lnTo>
                  <a:lnTo>
                    <a:pt x="5581" y="235"/>
                  </a:lnTo>
                  <a:lnTo>
                    <a:pt x="5425" y="339"/>
                  </a:lnTo>
                  <a:lnTo>
                    <a:pt x="5281" y="443"/>
                  </a:lnTo>
                  <a:lnTo>
                    <a:pt x="5138" y="574"/>
                  </a:lnTo>
                  <a:lnTo>
                    <a:pt x="5020" y="704"/>
                  </a:lnTo>
                  <a:lnTo>
                    <a:pt x="4903" y="848"/>
                  </a:lnTo>
                  <a:lnTo>
                    <a:pt x="4812" y="1017"/>
                  </a:lnTo>
                  <a:lnTo>
                    <a:pt x="4720" y="1187"/>
                  </a:lnTo>
                  <a:lnTo>
                    <a:pt x="4655" y="1356"/>
                  </a:lnTo>
                  <a:lnTo>
                    <a:pt x="4616" y="1552"/>
                  </a:lnTo>
                  <a:lnTo>
                    <a:pt x="4590" y="1747"/>
                  </a:lnTo>
                  <a:lnTo>
                    <a:pt x="1" y="49360"/>
                  </a:lnTo>
                  <a:lnTo>
                    <a:pt x="1" y="49399"/>
                  </a:lnTo>
                  <a:lnTo>
                    <a:pt x="40" y="49438"/>
                  </a:lnTo>
                  <a:lnTo>
                    <a:pt x="92" y="49464"/>
                  </a:lnTo>
                  <a:lnTo>
                    <a:pt x="170" y="49490"/>
                  </a:lnTo>
                  <a:lnTo>
                    <a:pt x="275" y="49503"/>
                  </a:lnTo>
                  <a:lnTo>
                    <a:pt x="405" y="49516"/>
                  </a:lnTo>
                  <a:lnTo>
                    <a:pt x="705" y="49503"/>
                  </a:lnTo>
                  <a:lnTo>
                    <a:pt x="1096" y="49477"/>
                  </a:lnTo>
                  <a:lnTo>
                    <a:pt x="1552" y="49425"/>
                  </a:lnTo>
                  <a:lnTo>
                    <a:pt x="2061" y="49347"/>
                  </a:lnTo>
                  <a:lnTo>
                    <a:pt x="2648" y="49242"/>
                  </a:lnTo>
                  <a:lnTo>
                    <a:pt x="3273" y="49125"/>
                  </a:lnTo>
                  <a:lnTo>
                    <a:pt x="3938" y="48995"/>
                  </a:lnTo>
                  <a:lnTo>
                    <a:pt x="5398" y="48695"/>
                  </a:lnTo>
                  <a:lnTo>
                    <a:pt x="6950" y="48343"/>
                  </a:lnTo>
                  <a:lnTo>
                    <a:pt x="8553" y="47978"/>
                  </a:lnTo>
                  <a:lnTo>
                    <a:pt x="10170" y="47587"/>
                  </a:lnTo>
                  <a:lnTo>
                    <a:pt x="11735" y="47209"/>
                  </a:lnTo>
                  <a:lnTo>
                    <a:pt x="14499" y="46505"/>
                  </a:lnTo>
                  <a:lnTo>
                    <a:pt x="16454" y="45996"/>
                  </a:lnTo>
                  <a:lnTo>
                    <a:pt x="17197" y="45801"/>
                  </a:lnTo>
                  <a:lnTo>
                    <a:pt x="22151" y="13"/>
                  </a:lnTo>
                  <a:lnTo>
                    <a:pt x="6689" y="13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7036080" y="3487671"/>
              <a:ext cx="1317007" cy="300357"/>
            </a:xfrm>
            <a:custGeom>
              <a:rect b="b" l="l" r="r" t="t"/>
              <a:pathLst>
                <a:path extrusionOk="0" h="9818" w="43050">
                  <a:moveTo>
                    <a:pt x="2530" y="0"/>
                  </a:moveTo>
                  <a:lnTo>
                    <a:pt x="2269" y="13"/>
                  </a:lnTo>
                  <a:lnTo>
                    <a:pt x="2021" y="52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3"/>
                  </a:lnTo>
                  <a:lnTo>
                    <a:pt x="587" y="926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8" y="1773"/>
                  </a:lnTo>
                  <a:lnTo>
                    <a:pt x="53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6232"/>
                  </a:lnTo>
                  <a:lnTo>
                    <a:pt x="13" y="6415"/>
                  </a:lnTo>
                  <a:lnTo>
                    <a:pt x="26" y="6597"/>
                  </a:lnTo>
                  <a:lnTo>
                    <a:pt x="53" y="6780"/>
                  </a:lnTo>
                  <a:lnTo>
                    <a:pt x="79" y="6949"/>
                  </a:lnTo>
                  <a:lnTo>
                    <a:pt x="118" y="7119"/>
                  </a:lnTo>
                  <a:lnTo>
                    <a:pt x="170" y="7288"/>
                  </a:lnTo>
                  <a:lnTo>
                    <a:pt x="222" y="7458"/>
                  </a:lnTo>
                  <a:lnTo>
                    <a:pt x="287" y="7627"/>
                  </a:lnTo>
                  <a:lnTo>
                    <a:pt x="352" y="7784"/>
                  </a:lnTo>
                  <a:lnTo>
                    <a:pt x="444" y="7940"/>
                  </a:lnTo>
                  <a:lnTo>
                    <a:pt x="522" y="8084"/>
                  </a:lnTo>
                  <a:lnTo>
                    <a:pt x="613" y="8227"/>
                  </a:lnTo>
                  <a:lnTo>
                    <a:pt x="717" y="8370"/>
                  </a:lnTo>
                  <a:lnTo>
                    <a:pt x="822" y="8514"/>
                  </a:lnTo>
                  <a:lnTo>
                    <a:pt x="939" y="8631"/>
                  </a:lnTo>
                  <a:lnTo>
                    <a:pt x="1056" y="8761"/>
                  </a:lnTo>
                  <a:lnTo>
                    <a:pt x="1174" y="8879"/>
                  </a:lnTo>
                  <a:lnTo>
                    <a:pt x="1304" y="8996"/>
                  </a:lnTo>
                  <a:lnTo>
                    <a:pt x="1448" y="9100"/>
                  </a:lnTo>
                  <a:lnTo>
                    <a:pt x="1591" y="9205"/>
                  </a:lnTo>
                  <a:lnTo>
                    <a:pt x="1734" y="9296"/>
                  </a:lnTo>
                  <a:lnTo>
                    <a:pt x="1878" y="9374"/>
                  </a:lnTo>
                  <a:lnTo>
                    <a:pt x="2034" y="9452"/>
                  </a:lnTo>
                  <a:lnTo>
                    <a:pt x="2191" y="9531"/>
                  </a:lnTo>
                  <a:lnTo>
                    <a:pt x="2360" y="9596"/>
                  </a:lnTo>
                  <a:lnTo>
                    <a:pt x="2530" y="9648"/>
                  </a:lnTo>
                  <a:lnTo>
                    <a:pt x="2699" y="9700"/>
                  </a:lnTo>
                  <a:lnTo>
                    <a:pt x="2869" y="9739"/>
                  </a:lnTo>
                  <a:lnTo>
                    <a:pt x="3038" y="9765"/>
                  </a:lnTo>
                  <a:lnTo>
                    <a:pt x="3221" y="9791"/>
                  </a:lnTo>
                  <a:lnTo>
                    <a:pt x="3403" y="9804"/>
                  </a:lnTo>
                  <a:lnTo>
                    <a:pt x="3586" y="9818"/>
                  </a:lnTo>
                  <a:lnTo>
                    <a:pt x="39464" y="9818"/>
                  </a:lnTo>
                  <a:lnTo>
                    <a:pt x="39647" y="9804"/>
                  </a:lnTo>
                  <a:lnTo>
                    <a:pt x="39829" y="9791"/>
                  </a:lnTo>
                  <a:lnTo>
                    <a:pt x="40012" y="9765"/>
                  </a:lnTo>
                  <a:lnTo>
                    <a:pt x="40195" y="9739"/>
                  </a:lnTo>
                  <a:lnTo>
                    <a:pt x="40364" y="9700"/>
                  </a:lnTo>
                  <a:lnTo>
                    <a:pt x="40534" y="9648"/>
                  </a:lnTo>
                  <a:lnTo>
                    <a:pt x="40703" y="9596"/>
                  </a:lnTo>
                  <a:lnTo>
                    <a:pt x="40859" y="9531"/>
                  </a:lnTo>
                  <a:lnTo>
                    <a:pt x="41016" y="9452"/>
                  </a:lnTo>
                  <a:lnTo>
                    <a:pt x="41172" y="9374"/>
                  </a:lnTo>
                  <a:lnTo>
                    <a:pt x="41329" y="9296"/>
                  </a:lnTo>
                  <a:lnTo>
                    <a:pt x="41472" y="9205"/>
                  </a:lnTo>
                  <a:lnTo>
                    <a:pt x="41616" y="9100"/>
                  </a:lnTo>
                  <a:lnTo>
                    <a:pt x="41746" y="8996"/>
                  </a:lnTo>
                  <a:lnTo>
                    <a:pt x="41876" y="8879"/>
                  </a:lnTo>
                  <a:lnTo>
                    <a:pt x="42007" y="8761"/>
                  </a:lnTo>
                  <a:lnTo>
                    <a:pt x="42124" y="8631"/>
                  </a:lnTo>
                  <a:lnTo>
                    <a:pt x="42228" y="8514"/>
                  </a:lnTo>
                  <a:lnTo>
                    <a:pt x="42346" y="8370"/>
                  </a:lnTo>
                  <a:lnTo>
                    <a:pt x="42437" y="8227"/>
                  </a:lnTo>
                  <a:lnTo>
                    <a:pt x="42528" y="8084"/>
                  </a:lnTo>
                  <a:lnTo>
                    <a:pt x="42619" y="7940"/>
                  </a:lnTo>
                  <a:lnTo>
                    <a:pt x="42698" y="7784"/>
                  </a:lnTo>
                  <a:lnTo>
                    <a:pt x="42776" y="7627"/>
                  </a:lnTo>
                  <a:lnTo>
                    <a:pt x="42828" y="7458"/>
                  </a:lnTo>
                  <a:lnTo>
                    <a:pt x="42893" y="7288"/>
                  </a:lnTo>
                  <a:lnTo>
                    <a:pt x="42932" y="7119"/>
                  </a:lnTo>
                  <a:lnTo>
                    <a:pt x="42985" y="6949"/>
                  </a:lnTo>
                  <a:lnTo>
                    <a:pt x="43011" y="6780"/>
                  </a:lnTo>
                  <a:lnTo>
                    <a:pt x="43037" y="6597"/>
                  </a:lnTo>
                  <a:lnTo>
                    <a:pt x="43050" y="6415"/>
                  </a:lnTo>
                  <a:lnTo>
                    <a:pt x="43050" y="6232"/>
                  </a:lnTo>
                  <a:lnTo>
                    <a:pt x="43050" y="2530"/>
                  </a:lnTo>
                  <a:lnTo>
                    <a:pt x="43037" y="2269"/>
                  </a:lnTo>
                  <a:lnTo>
                    <a:pt x="42998" y="2021"/>
                  </a:lnTo>
                  <a:lnTo>
                    <a:pt x="42932" y="1773"/>
                  </a:lnTo>
                  <a:lnTo>
                    <a:pt x="42854" y="1539"/>
                  </a:lnTo>
                  <a:lnTo>
                    <a:pt x="42750" y="1317"/>
                  </a:lnTo>
                  <a:lnTo>
                    <a:pt x="42619" y="1109"/>
                  </a:lnTo>
                  <a:lnTo>
                    <a:pt x="42476" y="926"/>
                  </a:lnTo>
                  <a:lnTo>
                    <a:pt x="42307" y="743"/>
                  </a:lnTo>
                  <a:lnTo>
                    <a:pt x="42137" y="574"/>
                  </a:lnTo>
                  <a:lnTo>
                    <a:pt x="41942" y="431"/>
                  </a:lnTo>
                  <a:lnTo>
                    <a:pt x="41733" y="300"/>
                  </a:lnTo>
                  <a:lnTo>
                    <a:pt x="41511" y="196"/>
                  </a:lnTo>
                  <a:lnTo>
                    <a:pt x="41277" y="118"/>
                  </a:lnTo>
                  <a:lnTo>
                    <a:pt x="41029" y="52"/>
                  </a:lnTo>
                  <a:lnTo>
                    <a:pt x="40781" y="13"/>
                  </a:lnTo>
                  <a:lnTo>
                    <a:pt x="40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7036080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4"/>
                  </a:lnTo>
                  <a:lnTo>
                    <a:pt x="587" y="913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7288"/>
                  </a:lnTo>
                  <a:lnTo>
                    <a:pt x="13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209" y="8266"/>
                  </a:lnTo>
                  <a:lnTo>
                    <a:pt x="313" y="8488"/>
                  </a:lnTo>
                  <a:lnTo>
                    <a:pt x="431" y="8696"/>
                  </a:lnTo>
                  <a:lnTo>
                    <a:pt x="587" y="8892"/>
                  </a:lnTo>
                  <a:lnTo>
                    <a:pt x="744" y="9075"/>
                  </a:lnTo>
                  <a:lnTo>
                    <a:pt x="926" y="9231"/>
                  </a:lnTo>
                  <a:lnTo>
                    <a:pt x="1122" y="9374"/>
                  </a:lnTo>
                  <a:lnTo>
                    <a:pt x="1330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1" y="9752"/>
                  </a:lnTo>
                  <a:lnTo>
                    <a:pt x="30599" y="9700"/>
                  </a:lnTo>
                  <a:lnTo>
                    <a:pt x="30834" y="9609"/>
                  </a:lnTo>
                  <a:lnTo>
                    <a:pt x="31055" y="9505"/>
                  </a:lnTo>
                  <a:lnTo>
                    <a:pt x="31264" y="9374"/>
                  </a:lnTo>
                  <a:lnTo>
                    <a:pt x="31460" y="9231"/>
                  </a:lnTo>
                  <a:lnTo>
                    <a:pt x="31629" y="9075"/>
                  </a:lnTo>
                  <a:lnTo>
                    <a:pt x="31798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8" y="913"/>
                  </a:lnTo>
                  <a:lnTo>
                    <a:pt x="31629" y="744"/>
                  </a:lnTo>
                  <a:lnTo>
                    <a:pt x="31460" y="574"/>
                  </a:lnTo>
                  <a:lnTo>
                    <a:pt x="31264" y="431"/>
                  </a:lnTo>
                  <a:lnTo>
                    <a:pt x="31055" y="300"/>
                  </a:lnTo>
                  <a:lnTo>
                    <a:pt x="30834" y="196"/>
                  </a:lnTo>
                  <a:lnTo>
                    <a:pt x="30599" y="118"/>
                  </a:lnTo>
                  <a:lnTo>
                    <a:pt x="30351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7787493" y="3810330"/>
              <a:ext cx="230178" cy="770992"/>
            </a:xfrm>
            <a:custGeom>
              <a:rect b="b" l="l" r="r" t="t"/>
              <a:pathLst>
                <a:path extrusionOk="0" h="25202" w="7524">
                  <a:moveTo>
                    <a:pt x="1" y="1"/>
                  </a:moveTo>
                  <a:lnTo>
                    <a:pt x="5111" y="25202"/>
                  </a:lnTo>
                  <a:lnTo>
                    <a:pt x="7523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7132600" y="3810330"/>
              <a:ext cx="142010" cy="770992"/>
            </a:xfrm>
            <a:custGeom>
              <a:rect b="b" l="l" r="r" t="t"/>
              <a:pathLst>
                <a:path extrusionOk="0" h="25202" w="4642">
                  <a:moveTo>
                    <a:pt x="235" y="1"/>
                  </a:moveTo>
                  <a:lnTo>
                    <a:pt x="0" y="25202"/>
                  </a:lnTo>
                  <a:lnTo>
                    <a:pt x="2412" y="25202"/>
                  </a:lnTo>
                  <a:lnTo>
                    <a:pt x="4642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7129418" y="3810330"/>
              <a:ext cx="796904" cy="61858"/>
            </a:xfrm>
            <a:custGeom>
              <a:rect b="b" l="l" r="r" t="t"/>
              <a:pathLst>
                <a:path extrusionOk="0" h="2022" w="26049">
                  <a:moveTo>
                    <a:pt x="0" y="1"/>
                  </a:moveTo>
                  <a:lnTo>
                    <a:pt x="0" y="2021"/>
                  </a:lnTo>
                  <a:lnTo>
                    <a:pt x="26049" y="2021"/>
                  </a:lnTo>
                  <a:lnTo>
                    <a:pt x="26049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7533423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2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1" y="300"/>
                  </a:lnTo>
                  <a:lnTo>
                    <a:pt x="1122" y="431"/>
                  </a:lnTo>
                  <a:lnTo>
                    <a:pt x="927" y="574"/>
                  </a:lnTo>
                  <a:lnTo>
                    <a:pt x="744" y="744"/>
                  </a:lnTo>
                  <a:lnTo>
                    <a:pt x="588" y="913"/>
                  </a:lnTo>
                  <a:lnTo>
                    <a:pt x="431" y="1109"/>
                  </a:lnTo>
                  <a:lnTo>
                    <a:pt x="314" y="1317"/>
                  </a:lnTo>
                  <a:lnTo>
                    <a:pt x="210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4" y="2269"/>
                  </a:lnTo>
                  <a:lnTo>
                    <a:pt x="1" y="2530"/>
                  </a:lnTo>
                  <a:lnTo>
                    <a:pt x="1" y="7288"/>
                  </a:lnTo>
                  <a:lnTo>
                    <a:pt x="14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210" y="8266"/>
                  </a:lnTo>
                  <a:lnTo>
                    <a:pt x="314" y="8488"/>
                  </a:lnTo>
                  <a:lnTo>
                    <a:pt x="431" y="8696"/>
                  </a:lnTo>
                  <a:lnTo>
                    <a:pt x="588" y="8892"/>
                  </a:lnTo>
                  <a:lnTo>
                    <a:pt x="744" y="9075"/>
                  </a:lnTo>
                  <a:lnTo>
                    <a:pt x="927" y="9231"/>
                  </a:lnTo>
                  <a:lnTo>
                    <a:pt x="1122" y="9374"/>
                  </a:lnTo>
                  <a:lnTo>
                    <a:pt x="1331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2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2" y="9752"/>
                  </a:lnTo>
                  <a:lnTo>
                    <a:pt x="30600" y="9700"/>
                  </a:lnTo>
                  <a:lnTo>
                    <a:pt x="30834" y="9609"/>
                  </a:lnTo>
                  <a:lnTo>
                    <a:pt x="31056" y="9505"/>
                  </a:lnTo>
                  <a:lnTo>
                    <a:pt x="31265" y="9374"/>
                  </a:lnTo>
                  <a:lnTo>
                    <a:pt x="31460" y="9231"/>
                  </a:lnTo>
                  <a:lnTo>
                    <a:pt x="31630" y="9075"/>
                  </a:lnTo>
                  <a:lnTo>
                    <a:pt x="31799" y="8892"/>
                  </a:lnTo>
                  <a:lnTo>
                    <a:pt x="31942" y="8696"/>
                  </a:lnTo>
                  <a:lnTo>
                    <a:pt x="32073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1" y="7797"/>
                  </a:lnTo>
                  <a:lnTo>
                    <a:pt x="32360" y="7536"/>
                  </a:lnTo>
                  <a:lnTo>
                    <a:pt x="32373" y="7288"/>
                  </a:lnTo>
                  <a:lnTo>
                    <a:pt x="32373" y="2530"/>
                  </a:lnTo>
                  <a:lnTo>
                    <a:pt x="32360" y="2269"/>
                  </a:lnTo>
                  <a:lnTo>
                    <a:pt x="32321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3" y="1317"/>
                  </a:lnTo>
                  <a:lnTo>
                    <a:pt x="31942" y="1109"/>
                  </a:lnTo>
                  <a:lnTo>
                    <a:pt x="31799" y="913"/>
                  </a:lnTo>
                  <a:lnTo>
                    <a:pt x="31630" y="744"/>
                  </a:lnTo>
                  <a:lnTo>
                    <a:pt x="31460" y="574"/>
                  </a:lnTo>
                  <a:lnTo>
                    <a:pt x="31265" y="431"/>
                  </a:lnTo>
                  <a:lnTo>
                    <a:pt x="31056" y="300"/>
                  </a:lnTo>
                  <a:lnTo>
                    <a:pt x="30834" y="196"/>
                  </a:lnTo>
                  <a:lnTo>
                    <a:pt x="30600" y="118"/>
                  </a:lnTo>
                  <a:lnTo>
                    <a:pt x="30352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8306006" y="2227321"/>
              <a:ext cx="381305" cy="1587017"/>
            </a:xfrm>
            <a:custGeom>
              <a:rect b="b" l="l" r="r" t="t"/>
              <a:pathLst>
                <a:path extrusionOk="0" h="51876" w="12464">
                  <a:moveTo>
                    <a:pt x="6141" y="0"/>
                  </a:moveTo>
                  <a:lnTo>
                    <a:pt x="5984" y="26"/>
                  </a:lnTo>
                  <a:lnTo>
                    <a:pt x="5828" y="65"/>
                  </a:lnTo>
                  <a:lnTo>
                    <a:pt x="5672" y="131"/>
                  </a:lnTo>
                  <a:lnTo>
                    <a:pt x="5528" y="196"/>
                  </a:lnTo>
                  <a:lnTo>
                    <a:pt x="5385" y="287"/>
                  </a:lnTo>
                  <a:lnTo>
                    <a:pt x="5254" y="378"/>
                  </a:lnTo>
                  <a:lnTo>
                    <a:pt x="5137" y="483"/>
                  </a:lnTo>
                  <a:lnTo>
                    <a:pt x="5020" y="613"/>
                  </a:lnTo>
                  <a:lnTo>
                    <a:pt x="4928" y="743"/>
                  </a:lnTo>
                  <a:lnTo>
                    <a:pt x="4837" y="874"/>
                  </a:lnTo>
                  <a:lnTo>
                    <a:pt x="4772" y="1030"/>
                  </a:lnTo>
                  <a:lnTo>
                    <a:pt x="4720" y="1187"/>
                  </a:lnTo>
                  <a:lnTo>
                    <a:pt x="4668" y="1343"/>
                  </a:lnTo>
                  <a:lnTo>
                    <a:pt x="4642" y="1513"/>
                  </a:lnTo>
                  <a:lnTo>
                    <a:pt x="13" y="49607"/>
                  </a:lnTo>
                  <a:lnTo>
                    <a:pt x="0" y="49777"/>
                  </a:lnTo>
                  <a:lnTo>
                    <a:pt x="13" y="49946"/>
                  </a:lnTo>
                  <a:lnTo>
                    <a:pt x="39" y="50116"/>
                  </a:lnTo>
                  <a:lnTo>
                    <a:pt x="79" y="50272"/>
                  </a:lnTo>
                  <a:lnTo>
                    <a:pt x="144" y="50429"/>
                  </a:lnTo>
                  <a:lnTo>
                    <a:pt x="209" y="50572"/>
                  </a:lnTo>
                  <a:lnTo>
                    <a:pt x="300" y="50716"/>
                  </a:lnTo>
                  <a:lnTo>
                    <a:pt x="391" y="50846"/>
                  </a:lnTo>
                  <a:lnTo>
                    <a:pt x="496" y="50963"/>
                  </a:lnTo>
                  <a:lnTo>
                    <a:pt x="626" y="51068"/>
                  </a:lnTo>
                  <a:lnTo>
                    <a:pt x="743" y="51172"/>
                  </a:lnTo>
                  <a:lnTo>
                    <a:pt x="887" y="51250"/>
                  </a:lnTo>
                  <a:lnTo>
                    <a:pt x="1043" y="51328"/>
                  </a:lnTo>
                  <a:lnTo>
                    <a:pt x="1200" y="51381"/>
                  </a:lnTo>
                  <a:lnTo>
                    <a:pt x="1356" y="51420"/>
                  </a:lnTo>
                  <a:lnTo>
                    <a:pt x="1526" y="51446"/>
                  </a:lnTo>
                  <a:lnTo>
                    <a:pt x="5971" y="51876"/>
                  </a:lnTo>
                  <a:lnTo>
                    <a:pt x="6323" y="51876"/>
                  </a:lnTo>
                  <a:lnTo>
                    <a:pt x="6480" y="51850"/>
                  </a:lnTo>
                  <a:lnTo>
                    <a:pt x="6636" y="51811"/>
                  </a:lnTo>
                  <a:lnTo>
                    <a:pt x="6793" y="51746"/>
                  </a:lnTo>
                  <a:lnTo>
                    <a:pt x="6936" y="51680"/>
                  </a:lnTo>
                  <a:lnTo>
                    <a:pt x="7080" y="51589"/>
                  </a:lnTo>
                  <a:lnTo>
                    <a:pt x="7210" y="51498"/>
                  </a:lnTo>
                  <a:lnTo>
                    <a:pt x="7327" y="51394"/>
                  </a:lnTo>
                  <a:lnTo>
                    <a:pt x="7445" y="51263"/>
                  </a:lnTo>
                  <a:lnTo>
                    <a:pt x="7536" y="51133"/>
                  </a:lnTo>
                  <a:lnTo>
                    <a:pt x="7627" y="51002"/>
                  </a:lnTo>
                  <a:lnTo>
                    <a:pt x="7692" y="50846"/>
                  </a:lnTo>
                  <a:lnTo>
                    <a:pt x="7744" y="50690"/>
                  </a:lnTo>
                  <a:lnTo>
                    <a:pt x="7797" y="50533"/>
                  </a:lnTo>
                  <a:lnTo>
                    <a:pt x="7810" y="50364"/>
                  </a:lnTo>
                  <a:lnTo>
                    <a:pt x="12451" y="2269"/>
                  </a:lnTo>
                  <a:lnTo>
                    <a:pt x="12464" y="2099"/>
                  </a:lnTo>
                  <a:lnTo>
                    <a:pt x="12451" y="1930"/>
                  </a:lnTo>
                  <a:lnTo>
                    <a:pt x="12425" y="1760"/>
                  </a:lnTo>
                  <a:lnTo>
                    <a:pt x="12386" y="1604"/>
                  </a:lnTo>
                  <a:lnTo>
                    <a:pt x="12321" y="1447"/>
                  </a:lnTo>
                  <a:lnTo>
                    <a:pt x="12255" y="1304"/>
                  </a:lnTo>
                  <a:lnTo>
                    <a:pt x="12164" y="1161"/>
                  </a:lnTo>
                  <a:lnTo>
                    <a:pt x="12073" y="1043"/>
                  </a:lnTo>
                  <a:lnTo>
                    <a:pt x="11969" y="913"/>
                  </a:lnTo>
                  <a:lnTo>
                    <a:pt x="11838" y="809"/>
                  </a:lnTo>
                  <a:lnTo>
                    <a:pt x="11708" y="717"/>
                  </a:lnTo>
                  <a:lnTo>
                    <a:pt x="11577" y="626"/>
                  </a:lnTo>
                  <a:lnTo>
                    <a:pt x="11421" y="561"/>
                  </a:lnTo>
                  <a:lnTo>
                    <a:pt x="11265" y="496"/>
                  </a:lnTo>
                  <a:lnTo>
                    <a:pt x="11108" y="456"/>
                  </a:lnTo>
                  <a:lnTo>
                    <a:pt x="10939" y="430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8284866" y="3810330"/>
              <a:ext cx="230147" cy="770992"/>
            </a:xfrm>
            <a:custGeom>
              <a:rect b="b" l="l" r="r" t="t"/>
              <a:pathLst>
                <a:path extrusionOk="0" h="25202" w="7523">
                  <a:moveTo>
                    <a:pt x="0" y="1"/>
                  </a:moveTo>
                  <a:lnTo>
                    <a:pt x="5111" y="25202"/>
                  </a:lnTo>
                  <a:lnTo>
                    <a:pt x="7523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7637131" y="3810330"/>
              <a:ext cx="134852" cy="770992"/>
            </a:xfrm>
            <a:custGeom>
              <a:rect b="b" l="l" r="r" t="t"/>
              <a:pathLst>
                <a:path extrusionOk="0" h="25202" w="4408">
                  <a:moveTo>
                    <a:pt x="1" y="1"/>
                  </a:moveTo>
                  <a:lnTo>
                    <a:pt x="14" y="25202"/>
                  </a:lnTo>
                  <a:lnTo>
                    <a:pt x="2426" y="25202"/>
                  </a:lnTo>
                  <a:lnTo>
                    <a:pt x="44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7629973" y="3810330"/>
              <a:ext cx="793722" cy="61858"/>
            </a:xfrm>
            <a:custGeom>
              <a:rect b="b" l="l" r="r" t="t"/>
              <a:pathLst>
                <a:path extrusionOk="0" h="2022" w="25945">
                  <a:moveTo>
                    <a:pt x="0" y="1"/>
                  </a:moveTo>
                  <a:lnTo>
                    <a:pt x="0" y="2021"/>
                  </a:lnTo>
                  <a:lnTo>
                    <a:pt x="25944" y="2021"/>
                  </a:lnTo>
                  <a:lnTo>
                    <a:pt x="259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8329133" y="3510799"/>
              <a:ext cx="189092" cy="288793"/>
            </a:xfrm>
            <a:custGeom>
              <a:rect b="b" l="l" r="r" t="t"/>
              <a:pathLst>
                <a:path extrusionOk="0" fill="none" h="9440" w="6181">
                  <a:moveTo>
                    <a:pt x="0" y="1"/>
                  </a:moveTo>
                  <a:lnTo>
                    <a:pt x="6180" y="9440"/>
                  </a:lnTo>
                </a:path>
              </a:pathLst>
            </a:custGeom>
            <a:noFill/>
            <a:ln cap="rnd" cmpd="sng" w="21175">
              <a:solidFill>
                <a:srgbClr val="6651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6577805" y="2909351"/>
              <a:ext cx="104137" cy="1637678"/>
            </a:xfrm>
            <a:custGeom>
              <a:rect b="b" l="l" r="r" t="t"/>
              <a:pathLst>
                <a:path extrusionOk="0" h="53532" w="3404">
                  <a:moveTo>
                    <a:pt x="1" y="0"/>
                  </a:moveTo>
                  <a:lnTo>
                    <a:pt x="1" y="53532"/>
                  </a:lnTo>
                  <a:lnTo>
                    <a:pt x="3403" y="5353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5524046" y="2733841"/>
              <a:ext cx="2212419" cy="977216"/>
            </a:xfrm>
            <a:custGeom>
              <a:rect b="b" l="l" r="r" t="t"/>
              <a:pathLst>
                <a:path extrusionOk="0" h="31943" w="72319">
                  <a:moveTo>
                    <a:pt x="5203" y="1"/>
                  </a:moveTo>
                  <a:lnTo>
                    <a:pt x="1" y="27040"/>
                  </a:lnTo>
                  <a:lnTo>
                    <a:pt x="653" y="27249"/>
                  </a:lnTo>
                  <a:lnTo>
                    <a:pt x="1448" y="27497"/>
                  </a:lnTo>
                  <a:lnTo>
                    <a:pt x="2543" y="27809"/>
                  </a:lnTo>
                  <a:lnTo>
                    <a:pt x="3925" y="28174"/>
                  </a:lnTo>
                  <a:lnTo>
                    <a:pt x="4733" y="28383"/>
                  </a:lnTo>
                  <a:lnTo>
                    <a:pt x="5607" y="28592"/>
                  </a:lnTo>
                  <a:lnTo>
                    <a:pt x="6546" y="28813"/>
                  </a:lnTo>
                  <a:lnTo>
                    <a:pt x="7549" y="29035"/>
                  </a:lnTo>
                  <a:lnTo>
                    <a:pt x="8632" y="29270"/>
                  </a:lnTo>
                  <a:lnTo>
                    <a:pt x="9779" y="29491"/>
                  </a:lnTo>
                  <a:lnTo>
                    <a:pt x="10978" y="29726"/>
                  </a:lnTo>
                  <a:lnTo>
                    <a:pt x="12256" y="29948"/>
                  </a:lnTo>
                  <a:lnTo>
                    <a:pt x="13586" y="30182"/>
                  </a:lnTo>
                  <a:lnTo>
                    <a:pt x="14981" y="30391"/>
                  </a:lnTo>
                  <a:lnTo>
                    <a:pt x="16441" y="30599"/>
                  </a:lnTo>
                  <a:lnTo>
                    <a:pt x="17953" y="30808"/>
                  </a:lnTo>
                  <a:lnTo>
                    <a:pt x="19531" y="31004"/>
                  </a:lnTo>
                  <a:lnTo>
                    <a:pt x="21160" y="31173"/>
                  </a:lnTo>
                  <a:lnTo>
                    <a:pt x="22855" y="31343"/>
                  </a:lnTo>
                  <a:lnTo>
                    <a:pt x="24602" y="31499"/>
                  </a:lnTo>
                  <a:lnTo>
                    <a:pt x="26401" y="31629"/>
                  </a:lnTo>
                  <a:lnTo>
                    <a:pt x="28253" y="31734"/>
                  </a:lnTo>
                  <a:lnTo>
                    <a:pt x="30156" y="31825"/>
                  </a:lnTo>
                  <a:lnTo>
                    <a:pt x="32112" y="31890"/>
                  </a:lnTo>
                  <a:lnTo>
                    <a:pt x="34107" y="31929"/>
                  </a:lnTo>
                  <a:lnTo>
                    <a:pt x="36166" y="31942"/>
                  </a:lnTo>
                  <a:lnTo>
                    <a:pt x="38213" y="31929"/>
                  </a:lnTo>
                  <a:lnTo>
                    <a:pt x="40221" y="31890"/>
                  </a:lnTo>
                  <a:lnTo>
                    <a:pt x="42177" y="31825"/>
                  </a:lnTo>
                  <a:lnTo>
                    <a:pt x="44080" y="31734"/>
                  </a:lnTo>
                  <a:lnTo>
                    <a:pt x="45931" y="31629"/>
                  </a:lnTo>
                  <a:lnTo>
                    <a:pt x="47731" y="31499"/>
                  </a:lnTo>
                  <a:lnTo>
                    <a:pt x="49478" y="31343"/>
                  </a:lnTo>
                  <a:lnTo>
                    <a:pt x="51159" y="31173"/>
                  </a:lnTo>
                  <a:lnTo>
                    <a:pt x="52789" y="31004"/>
                  </a:lnTo>
                  <a:lnTo>
                    <a:pt x="54367" y="30808"/>
                  </a:lnTo>
                  <a:lnTo>
                    <a:pt x="55892" y="30599"/>
                  </a:lnTo>
                  <a:lnTo>
                    <a:pt x="57339" y="30391"/>
                  </a:lnTo>
                  <a:lnTo>
                    <a:pt x="58734" y="30182"/>
                  </a:lnTo>
                  <a:lnTo>
                    <a:pt x="60077" y="29948"/>
                  </a:lnTo>
                  <a:lnTo>
                    <a:pt x="61342" y="29726"/>
                  </a:lnTo>
                  <a:lnTo>
                    <a:pt x="62554" y="29491"/>
                  </a:lnTo>
                  <a:lnTo>
                    <a:pt x="63701" y="29270"/>
                  </a:lnTo>
                  <a:lnTo>
                    <a:pt x="64770" y="29035"/>
                  </a:lnTo>
                  <a:lnTo>
                    <a:pt x="65787" y="28813"/>
                  </a:lnTo>
                  <a:lnTo>
                    <a:pt x="66726" y="28592"/>
                  </a:lnTo>
                  <a:lnTo>
                    <a:pt x="67599" y="28383"/>
                  </a:lnTo>
                  <a:lnTo>
                    <a:pt x="68395" y="28174"/>
                  </a:lnTo>
                  <a:lnTo>
                    <a:pt x="69790" y="27809"/>
                  </a:lnTo>
                  <a:lnTo>
                    <a:pt x="70885" y="27497"/>
                  </a:lnTo>
                  <a:lnTo>
                    <a:pt x="71680" y="27249"/>
                  </a:lnTo>
                  <a:lnTo>
                    <a:pt x="72319" y="27040"/>
                  </a:lnTo>
                  <a:lnTo>
                    <a:pt x="67117" y="1"/>
                  </a:lnTo>
                  <a:close/>
                </a:path>
              </a:pathLst>
            </a:custGeom>
            <a:solidFill>
              <a:srgbClr val="ED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5524046" y="2733841"/>
              <a:ext cx="2212419" cy="977216"/>
            </a:xfrm>
            <a:custGeom>
              <a:rect b="b" l="l" r="r" t="t"/>
              <a:pathLst>
                <a:path extrusionOk="0" fill="none" h="31943" w="72319">
                  <a:moveTo>
                    <a:pt x="72319" y="27040"/>
                  </a:moveTo>
                  <a:lnTo>
                    <a:pt x="72319" y="27040"/>
                  </a:lnTo>
                  <a:lnTo>
                    <a:pt x="71680" y="27249"/>
                  </a:lnTo>
                  <a:lnTo>
                    <a:pt x="70885" y="27497"/>
                  </a:lnTo>
                  <a:lnTo>
                    <a:pt x="69790" y="27809"/>
                  </a:lnTo>
                  <a:lnTo>
                    <a:pt x="68395" y="28174"/>
                  </a:lnTo>
                  <a:lnTo>
                    <a:pt x="67599" y="28383"/>
                  </a:lnTo>
                  <a:lnTo>
                    <a:pt x="66726" y="28592"/>
                  </a:lnTo>
                  <a:lnTo>
                    <a:pt x="65787" y="28813"/>
                  </a:lnTo>
                  <a:lnTo>
                    <a:pt x="64770" y="29035"/>
                  </a:lnTo>
                  <a:lnTo>
                    <a:pt x="63701" y="29270"/>
                  </a:lnTo>
                  <a:lnTo>
                    <a:pt x="62554" y="29491"/>
                  </a:lnTo>
                  <a:lnTo>
                    <a:pt x="61342" y="29726"/>
                  </a:lnTo>
                  <a:lnTo>
                    <a:pt x="60077" y="29948"/>
                  </a:lnTo>
                  <a:lnTo>
                    <a:pt x="58734" y="30182"/>
                  </a:lnTo>
                  <a:lnTo>
                    <a:pt x="57339" y="30391"/>
                  </a:lnTo>
                  <a:lnTo>
                    <a:pt x="55892" y="30599"/>
                  </a:lnTo>
                  <a:lnTo>
                    <a:pt x="54367" y="30808"/>
                  </a:lnTo>
                  <a:lnTo>
                    <a:pt x="52789" y="31004"/>
                  </a:lnTo>
                  <a:lnTo>
                    <a:pt x="51159" y="31173"/>
                  </a:lnTo>
                  <a:lnTo>
                    <a:pt x="49478" y="31343"/>
                  </a:lnTo>
                  <a:lnTo>
                    <a:pt x="47731" y="31499"/>
                  </a:lnTo>
                  <a:lnTo>
                    <a:pt x="45931" y="31629"/>
                  </a:lnTo>
                  <a:lnTo>
                    <a:pt x="44080" y="31734"/>
                  </a:lnTo>
                  <a:lnTo>
                    <a:pt x="42177" y="31825"/>
                  </a:lnTo>
                  <a:lnTo>
                    <a:pt x="40221" y="31890"/>
                  </a:lnTo>
                  <a:lnTo>
                    <a:pt x="38213" y="31929"/>
                  </a:lnTo>
                  <a:lnTo>
                    <a:pt x="36166" y="31942"/>
                  </a:lnTo>
                  <a:lnTo>
                    <a:pt x="36166" y="31942"/>
                  </a:lnTo>
                  <a:lnTo>
                    <a:pt x="34107" y="31929"/>
                  </a:lnTo>
                  <a:lnTo>
                    <a:pt x="32112" y="31890"/>
                  </a:lnTo>
                  <a:lnTo>
                    <a:pt x="30156" y="31825"/>
                  </a:lnTo>
                  <a:lnTo>
                    <a:pt x="28253" y="31734"/>
                  </a:lnTo>
                  <a:lnTo>
                    <a:pt x="26401" y="31629"/>
                  </a:lnTo>
                  <a:lnTo>
                    <a:pt x="24602" y="31499"/>
                  </a:lnTo>
                  <a:lnTo>
                    <a:pt x="22855" y="31343"/>
                  </a:lnTo>
                  <a:lnTo>
                    <a:pt x="21160" y="31173"/>
                  </a:lnTo>
                  <a:lnTo>
                    <a:pt x="19531" y="31004"/>
                  </a:lnTo>
                  <a:lnTo>
                    <a:pt x="17953" y="30808"/>
                  </a:lnTo>
                  <a:lnTo>
                    <a:pt x="16441" y="30599"/>
                  </a:lnTo>
                  <a:lnTo>
                    <a:pt x="14981" y="30391"/>
                  </a:lnTo>
                  <a:lnTo>
                    <a:pt x="13586" y="30182"/>
                  </a:lnTo>
                  <a:lnTo>
                    <a:pt x="12256" y="29948"/>
                  </a:lnTo>
                  <a:lnTo>
                    <a:pt x="10978" y="29726"/>
                  </a:lnTo>
                  <a:lnTo>
                    <a:pt x="9779" y="29491"/>
                  </a:lnTo>
                  <a:lnTo>
                    <a:pt x="8632" y="29270"/>
                  </a:lnTo>
                  <a:lnTo>
                    <a:pt x="7549" y="29035"/>
                  </a:lnTo>
                  <a:lnTo>
                    <a:pt x="6546" y="28813"/>
                  </a:lnTo>
                  <a:lnTo>
                    <a:pt x="5607" y="28592"/>
                  </a:lnTo>
                  <a:lnTo>
                    <a:pt x="4733" y="28383"/>
                  </a:lnTo>
                  <a:lnTo>
                    <a:pt x="3925" y="28174"/>
                  </a:lnTo>
                  <a:lnTo>
                    <a:pt x="2543" y="27809"/>
                  </a:lnTo>
                  <a:lnTo>
                    <a:pt x="1448" y="27497"/>
                  </a:lnTo>
                  <a:lnTo>
                    <a:pt x="653" y="27249"/>
                  </a:lnTo>
                  <a:lnTo>
                    <a:pt x="1" y="27040"/>
                  </a:lnTo>
                  <a:lnTo>
                    <a:pt x="5203" y="1"/>
                  </a:lnTo>
                  <a:lnTo>
                    <a:pt x="67117" y="1"/>
                  </a:lnTo>
                  <a:lnTo>
                    <a:pt x="72319" y="2704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5941634" y="3078864"/>
              <a:ext cx="170737" cy="603070"/>
            </a:xfrm>
            <a:custGeom>
              <a:rect b="b" l="l" r="r" t="t"/>
              <a:pathLst>
                <a:path extrusionOk="0" h="19713" w="5581">
                  <a:moveTo>
                    <a:pt x="5581" y="0"/>
                  </a:moveTo>
                  <a:lnTo>
                    <a:pt x="1" y="18995"/>
                  </a:lnTo>
                  <a:lnTo>
                    <a:pt x="5294" y="19713"/>
                  </a:lnTo>
                  <a:lnTo>
                    <a:pt x="5581" y="0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115835" y="3078864"/>
              <a:ext cx="170339" cy="603070"/>
            </a:xfrm>
            <a:custGeom>
              <a:rect b="b" l="l" r="r" t="t"/>
              <a:pathLst>
                <a:path extrusionOk="0" h="19713" w="5568">
                  <a:moveTo>
                    <a:pt x="1" y="0"/>
                  </a:moveTo>
                  <a:lnTo>
                    <a:pt x="275" y="19713"/>
                  </a:lnTo>
                  <a:lnTo>
                    <a:pt x="5568" y="18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666056" y="2733841"/>
              <a:ext cx="1927236" cy="98141"/>
            </a:xfrm>
            <a:custGeom>
              <a:rect b="b" l="l" r="r" t="t"/>
              <a:pathLst>
                <a:path extrusionOk="0" h="3208" w="62997">
                  <a:moveTo>
                    <a:pt x="548" y="1"/>
                  </a:moveTo>
                  <a:lnTo>
                    <a:pt x="0" y="3208"/>
                  </a:lnTo>
                  <a:lnTo>
                    <a:pt x="62997" y="3208"/>
                  </a:lnTo>
                  <a:lnTo>
                    <a:pt x="62462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666056" y="2733841"/>
              <a:ext cx="1927236" cy="98141"/>
            </a:xfrm>
            <a:custGeom>
              <a:rect b="b" l="l" r="r" t="t"/>
              <a:pathLst>
                <a:path extrusionOk="0" fill="none" h="3208" w="62997">
                  <a:moveTo>
                    <a:pt x="62997" y="3208"/>
                  </a:moveTo>
                  <a:lnTo>
                    <a:pt x="0" y="3208"/>
                  </a:lnTo>
                  <a:lnTo>
                    <a:pt x="548" y="1"/>
                  </a:lnTo>
                  <a:lnTo>
                    <a:pt x="62462" y="1"/>
                  </a:lnTo>
                  <a:lnTo>
                    <a:pt x="62997" y="32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524046" y="2733841"/>
              <a:ext cx="331867" cy="852368"/>
            </a:xfrm>
            <a:custGeom>
              <a:rect b="b" l="l" r="r" t="t"/>
              <a:pathLst>
                <a:path extrusionOk="0" h="27862" w="10848">
                  <a:moveTo>
                    <a:pt x="5203" y="1"/>
                  </a:moveTo>
                  <a:lnTo>
                    <a:pt x="1" y="27040"/>
                  </a:lnTo>
                  <a:lnTo>
                    <a:pt x="2726" y="27862"/>
                  </a:lnTo>
                  <a:lnTo>
                    <a:pt x="10848" y="2791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6839462" y="1681704"/>
              <a:ext cx="69414" cy="103311"/>
            </a:xfrm>
            <a:custGeom>
              <a:rect b="b" l="l" r="r" t="t"/>
              <a:pathLst>
                <a:path extrusionOk="0" h="3377" w="2269">
                  <a:moveTo>
                    <a:pt x="0" y="0"/>
                  </a:moveTo>
                  <a:lnTo>
                    <a:pt x="0" y="3377"/>
                  </a:lnTo>
                  <a:lnTo>
                    <a:pt x="2269" y="337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7404598" y="2733841"/>
              <a:ext cx="331867" cy="852368"/>
            </a:xfrm>
            <a:custGeom>
              <a:rect b="b" l="l" r="r" t="t"/>
              <a:pathLst>
                <a:path extrusionOk="0" h="27862" w="10848">
                  <a:moveTo>
                    <a:pt x="5646" y="1"/>
                  </a:moveTo>
                  <a:lnTo>
                    <a:pt x="1" y="2791"/>
                  </a:lnTo>
                  <a:lnTo>
                    <a:pt x="8123" y="27862"/>
                  </a:lnTo>
                  <a:lnTo>
                    <a:pt x="10848" y="27040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6214060" y="4468039"/>
              <a:ext cx="831627" cy="113284"/>
            </a:xfrm>
            <a:custGeom>
              <a:rect b="b" l="l" r="r" t="t"/>
              <a:pathLst>
                <a:path extrusionOk="0" h="3703" w="27184">
                  <a:moveTo>
                    <a:pt x="0" y="0"/>
                  </a:moveTo>
                  <a:lnTo>
                    <a:pt x="0" y="3703"/>
                  </a:lnTo>
                  <a:lnTo>
                    <a:pt x="27183" y="3703"/>
                  </a:lnTo>
                  <a:lnTo>
                    <a:pt x="27183" y="0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760472" y="1996379"/>
              <a:ext cx="230178" cy="737493"/>
            </a:xfrm>
            <a:custGeom>
              <a:rect b="b" l="l" r="r" t="t"/>
              <a:pathLst>
                <a:path extrusionOk="0" h="24107" w="7524">
                  <a:moveTo>
                    <a:pt x="3573" y="1"/>
                  </a:moveTo>
                  <a:lnTo>
                    <a:pt x="3377" y="14"/>
                  </a:lnTo>
                  <a:lnTo>
                    <a:pt x="3195" y="40"/>
                  </a:lnTo>
                  <a:lnTo>
                    <a:pt x="2999" y="79"/>
                  </a:lnTo>
                  <a:lnTo>
                    <a:pt x="2830" y="118"/>
                  </a:lnTo>
                  <a:lnTo>
                    <a:pt x="2647" y="170"/>
                  </a:lnTo>
                  <a:lnTo>
                    <a:pt x="2465" y="222"/>
                  </a:lnTo>
                  <a:lnTo>
                    <a:pt x="2295" y="287"/>
                  </a:lnTo>
                  <a:lnTo>
                    <a:pt x="2139" y="366"/>
                  </a:lnTo>
                  <a:lnTo>
                    <a:pt x="1969" y="457"/>
                  </a:lnTo>
                  <a:lnTo>
                    <a:pt x="1813" y="548"/>
                  </a:lnTo>
                  <a:lnTo>
                    <a:pt x="1656" y="639"/>
                  </a:lnTo>
                  <a:lnTo>
                    <a:pt x="1513" y="744"/>
                  </a:lnTo>
                  <a:lnTo>
                    <a:pt x="1370" y="861"/>
                  </a:lnTo>
                  <a:lnTo>
                    <a:pt x="1239" y="978"/>
                  </a:lnTo>
                  <a:lnTo>
                    <a:pt x="1109" y="1096"/>
                  </a:lnTo>
                  <a:lnTo>
                    <a:pt x="978" y="1226"/>
                  </a:lnTo>
                  <a:lnTo>
                    <a:pt x="861" y="1369"/>
                  </a:lnTo>
                  <a:lnTo>
                    <a:pt x="744" y="1513"/>
                  </a:lnTo>
                  <a:lnTo>
                    <a:pt x="639" y="1656"/>
                  </a:lnTo>
                  <a:lnTo>
                    <a:pt x="548" y="1813"/>
                  </a:lnTo>
                  <a:lnTo>
                    <a:pt x="457" y="1969"/>
                  </a:lnTo>
                  <a:lnTo>
                    <a:pt x="379" y="2126"/>
                  </a:lnTo>
                  <a:lnTo>
                    <a:pt x="300" y="2295"/>
                  </a:lnTo>
                  <a:lnTo>
                    <a:pt x="235" y="2465"/>
                  </a:lnTo>
                  <a:lnTo>
                    <a:pt x="170" y="2634"/>
                  </a:lnTo>
                  <a:lnTo>
                    <a:pt x="118" y="2817"/>
                  </a:lnTo>
                  <a:lnTo>
                    <a:pt x="79" y="2999"/>
                  </a:lnTo>
                  <a:lnTo>
                    <a:pt x="40" y="3182"/>
                  </a:lnTo>
                  <a:lnTo>
                    <a:pt x="27" y="3377"/>
                  </a:lnTo>
                  <a:lnTo>
                    <a:pt x="1" y="3560"/>
                  </a:lnTo>
                  <a:lnTo>
                    <a:pt x="1" y="3755"/>
                  </a:lnTo>
                  <a:lnTo>
                    <a:pt x="1" y="24107"/>
                  </a:lnTo>
                  <a:lnTo>
                    <a:pt x="7523" y="24107"/>
                  </a:lnTo>
                  <a:lnTo>
                    <a:pt x="7523" y="3755"/>
                  </a:lnTo>
                  <a:lnTo>
                    <a:pt x="7523" y="3560"/>
                  </a:lnTo>
                  <a:lnTo>
                    <a:pt x="7510" y="3377"/>
                  </a:lnTo>
                  <a:lnTo>
                    <a:pt x="7484" y="3182"/>
                  </a:lnTo>
                  <a:lnTo>
                    <a:pt x="7445" y="2999"/>
                  </a:lnTo>
                  <a:lnTo>
                    <a:pt x="7406" y="2817"/>
                  </a:lnTo>
                  <a:lnTo>
                    <a:pt x="7354" y="2634"/>
                  </a:lnTo>
                  <a:lnTo>
                    <a:pt x="7302" y="2465"/>
                  </a:lnTo>
                  <a:lnTo>
                    <a:pt x="7236" y="2295"/>
                  </a:lnTo>
                  <a:lnTo>
                    <a:pt x="7158" y="2126"/>
                  </a:lnTo>
                  <a:lnTo>
                    <a:pt x="7067" y="1969"/>
                  </a:lnTo>
                  <a:lnTo>
                    <a:pt x="6976" y="1813"/>
                  </a:lnTo>
                  <a:lnTo>
                    <a:pt x="6884" y="1656"/>
                  </a:lnTo>
                  <a:lnTo>
                    <a:pt x="6780" y="1513"/>
                  </a:lnTo>
                  <a:lnTo>
                    <a:pt x="6663" y="1369"/>
                  </a:lnTo>
                  <a:lnTo>
                    <a:pt x="6545" y="1226"/>
                  </a:lnTo>
                  <a:lnTo>
                    <a:pt x="6428" y="1096"/>
                  </a:lnTo>
                  <a:lnTo>
                    <a:pt x="6298" y="978"/>
                  </a:lnTo>
                  <a:lnTo>
                    <a:pt x="6154" y="861"/>
                  </a:lnTo>
                  <a:lnTo>
                    <a:pt x="6011" y="744"/>
                  </a:lnTo>
                  <a:lnTo>
                    <a:pt x="5867" y="639"/>
                  </a:lnTo>
                  <a:lnTo>
                    <a:pt x="5711" y="548"/>
                  </a:lnTo>
                  <a:lnTo>
                    <a:pt x="5555" y="457"/>
                  </a:lnTo>
                  <a:lnTo>
                    <a:pt x="5398" y="366"/>
                  </a:lnTo>
                  <a:lnTo>
                    <a:pt x="5229" y="287"/>
                  </a:lnTo>
                  <a:lnTo>
                    <a:pt x="5059" y="222"/>
                  </a:lnTo>
                  <a:lnTo>
                    <a:pt x="4877" y="170"/>
                  </a:lnTo>
                  <a:lnTo>
                    <a:pt x="4707" y="118"/>
                  </a:lnTo>
                  <a:lnTo>
                    <a:pt x="4525" y="79"/>
                  </a:lnTo>
                  <a:lnTo>
                    <a:pt x="4342" y="40"/>
                  </a:lnTo>
                  <a:lnTo>
                    <a:pt x="4146" y="14"/>
                  </a:lnTo>
                  <a:lnTo>
                    <a:pt x="39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827470" y="1748304"/>
              <a:ext cx="96152" cy="262851"/>
            </a:xfrm>
            <a:custGeom>
              <a:rect b="b" l="l" r="r" t="t"/>
              <a:pathLst>
                <a:path extrusionOk="0" h="8592" w="3143">
                  <a:moveTo>
                    <a:pt x="1" y="0"/>
                  </a:moveTo>
                  <a:lnTo>
                    <a:pt x="1" y="8592"/>
                  </a:lnTo>
                  <a:lnTo>
                    <a:pt x="3143" y="859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779623" y="2232492"/>
              <a:ext cx="211027" cy="277229"/>
            </a:xfrm>
            <a:custGeom>
              <a:rect b="b" l="l" r="r" t="t"/>
              <a:pathLst>
                <a:path extrusionOk="0" h="9062" w="6898">
                  <a:moveTo>
                    <a:pt x="0" y="1"/>
                  </a:moveTo>
                  <a:lnTo>
                    <a:pt x="0" y="9062"/>
                  </a:lnTo>
                  <a:lnTo>
                    <a:pt x="6897" y="9062"/>
                  </a:lnTo>
                  <a:lnTo>
                    <a:pt x="6897" y="1"/>
                  </a:lnTo>
                  <a:close/>
                </a:path>
              </a:pathLst>
            </a:custGeom>
            <a:solidFill>
              <a:srgbClr val="EAD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817099" y="1747509"/>
              <a:ext cx="114110" cy="29522"/>
            </a:xfrm>
            <a:custGeom>
              <a:rect b="b" l="l" r="r" t="t"/>
              <a:pathLst>
                <a:path extrusionOk="0" h="965" w="3730">
                  <a:moveTo>
                    <a:pt x="1" y="0"/>
                  </a:moveTo>
                  <a:lnTo>
                    <a:pt x="1" y="965"/>
                  </a:lnTo>
                  <a:lnTo>
                    <a:pt x="3730" y="965"/>
                  </a:lnTo>
                  <a:lnTo>
                    <a:pt x="37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811929" y="2273577"/>
              <a:ext cx="175907" cy="16398"/>
            </a:xfrm>
            <a:custGeom>
              <a:rect b="b" l="l" r="r" t="t"/>
              <a:pathLst>
                <a:path extrusionOk="0" h="536" w="5750">
                  <a:moveTo>
                    <a:pt x="0" y="1"/>
                  </a:moveTo>
                  <a:lnTo>
                    <a:pt x="0" y="535"/>
                  </a:lnTo>
                  <a:lnTo>
                    <a:pt x="5750" y="535"/>
                  </a:lnTo>
                  <a:lnTo>
                    <a:pt x="57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844632" y="2444681"/>
              <a:ext cx="110898" cy="13185"/>
            </a:xfrm>
            <a:custGeom>
              <a:rect b="b" l="l" r="r" t="t"/>
              <a:pathLst>
                <a:path extrusionOk="0" h="431" w="3625">
                  <a:moveTo>
                    <a:pt x="0" y="1"/>
                  </a:moveTo>
                  <a:lnTo>
                    <a:pt x="0" y="431"/>
                  </a:lnTo>
                  <a:lnTo>
                    <a:pt x="3625" y="431"/>
                  </a:lnTo>
                  <a:lnTo>
                    <a:pt x="36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6844632" y="2473010"/>
              <a:ext cx="110898" cy="13185"/>
            </a:xfrm>
            <a:custGeom>
              <a:rect b="b" l="l" r="r" t="t"/>
              <a:pathLst>
                <a:path extrusionOk="0" h="431" w="3625">
                  <a:moveTo>
                    <a:pt x="0" y="0"/>
                  </a:moveTo>
                  <a:lnTo>
                    <a:pt x="0" y="430"/>
                  </a:lnTo>
                  <a:lnTo>
                    <a:pt x="3625" y="43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6825084" y="2328216"/>
              <a:ext cx="149597" cy="80611"/>
            </a:xfrm>
            <a:custGeom>
              <a:rect b="b" l="l" r="r" t="t"/>
              <a:pathLst>
                <a:path extrusionOk="0" h="2635" w="4890">
                  <a:moveTo>
                    <a:pt x="2204" y="1"/>
                  </a:moveTo>
                  <a:lnTo>
                    <a:pt x="1956" y="27"/>
                  </a:lnTo>
                  <a:lnTo>
                    <a:pt x="1722" y="53"/>
                  </a:lnTo>
                  <a:lnTo>
                    <a:pt x="1500" y="105"/>
                  </a:lnTo>
                  <a:lnTo>
                    <a:pt x="1278" y="157"/>
                  </a:lnTo>
                  <a:lnTo>
                    <a:pt x="1083" y="222"/>
                  </a:lnTo>
                  <a:lnTo>
                    <a:pt x="900" y="301"/>
                  </a:lnTo>
                  <a:lnTo>
                    <a:pt x="718" y="379"/>
                  </a:lnTo>
                  <a:lnTo>
                    <a:pt x="561" y="483"/>
                  </a:lnTo>
                  <a:lnTo>
                    <a:pt x="418" y="574"/>
                  </a:lnTo>
                  <a:lnTo>
                    <a:pt x="301" y="692"/>
                  </a:lnTo>
                  <a:lnTo>
                    <a:pt x="196" y="796"/>
                  </a:lnTo>
                  <a:lnTo>
                    <a:pt x="118" y="926"/>
                  </a:lnTo>
                  <a:lnTo>
                    <a:pt x="53" y="1044"/>
                  </a:lnTo>
                  <a:lnTo>
                    <a:pt x="14" y="1174"/>
                  </a:lnTo>
                  <a:lnTo>
                    <a:pt x="1" y="1317"/>
                  </a:lnTo>
                  <a:lnTo>
                    <a:pt x="14" y="1448"/>
                  </a:lnTo>
                  <a:lnTo>
                    <a:pt x="53" y="1578"/>
                  </a:lnTo>
                  <a:lnTo>
                    <a:pt x="118" y="1709"/>
                  </a:lnTo>
                  <a:lnTo>
                    <a:pt x="196" y="1826"/>
                  </a:lnTo>
                  <a:lnTo>
                    <a:pt x="301" y="1943"/>
                  </a:lnTo>
                  <a:lnTo>
                    <a:pt x="418" y="2048"/>
                  </a:lnTo>
                  <a:lnTo>
                    <a:pt x="561" y="2152"/>
                  </a:lnTo>
                  <a:lnTo>
                    <a:pt x="718" y="2243"/>
                  </a:lnTo>
                  <a:lnTo>
                    <a:pt x="900" y="2321"/>
                  </a:lnTo>
                  <a:lnTo>
                    <a:pt x="1083" y="2400"/>
                  </a:lnTo>
                  <a:lnTo>
                    <a:pt x="1278" y="2465"/>
                  </a:lnTo>
                  <a:lnTo>
                    <a:pt x="1500" y="2530"/>
                  </a:lnTo>
                  <a:lnTo>
                    <a:pt x="1722" y="2569"/>
                  </a:lnTo>
                  <a:lnTo>
                    <a:pt x="1956" y="2595"/>
                  </a:lnTo>
                  <a:lnTo>
                    <a:pt x="2204" y="2621"/>
                  </a:lnTo>
                  <a:lnTo>
                    <a:pt x="2452" y="2634"/>
                  </a:lnTo>
                  <a:lnTo>
                    <a:pt x="2699" y="2621"/>
                  </a:lnTo>
                  <a:lnTo>
                    <a:pt x="2947" y="2595"/>
                  </a:lnTo>
                  <a:lnTo>
                    <a:pt x="3182" y="2569"/>
                  </a:lnTo>
                  <a:lnTo>
                    <a:pt x="3403" y="2530"/>
                  </a:lnTo>
                  <a:lnTo>
                    <a:pt x="3612" y="2465"/>
                  </a:lnTo>
                  <a:lnTo>
                    <a:pt x="3821" y="2400"/>
                  </a:lnTo>
                  <a:lnTo>
                    <a:pt x="4003" y="2321"/>
                  </a:lnTo>
                  <a:lnTo>
                    <a:pt x="4173" y="2243"/>
                  </a:lnTo>
                  <a:lnTo>
                    <a:pt x="4342" y="2152"/>
                  </a:lnTo>
                  <a:lnTo>
                    <a:pt x="4472" y="2048"/>
                  </a:lnTo>
                  <a:lnTo>
                    <a:pt x="4603" y="1943"/>
                  </a:lnTo>
                  <a:lnTo>
                    <a:pt x="4707" y="1826"/>
                  </a:lnTo>
                  <a:lnTo>
                    <a:pt x="4785" y="1709"/>
                  </a:lnTo>
                  <a:lnTo>
                    <a:pt x="4851" y="1578"/>
                  </a:lnTo>
                  <a:lnTo>
                    <a:pt x="4877" y="1448"/>
                  </a:lnTo>
                  <a:lnTo>
                    <a:pt x="4890" y="1317"/>
                  </a:lnTo>
                  <a:lnTo>
                    <a:pt x="4877" y="1174"/>
                  </a:lnTo>
                  <a:lnTo>
                    <a:pt x="4851" y="1044"/>
                  </a:lnTo>
                  <a:lnTo>
                    <a:pt x="4785" y="926"/>
                  </a:lnTo>
                  <a:lnTo>
                    <a:pt x="4707" y="796"/>
                  </a:lnTo>
                  <a:lnTo>
                    <a:pt x="4603" y="692"/>
                  </a:lnTo>
                  <a:lnTo>
                    <a:pt x="4472" y="574"/>
                  </a:lnTo>
                  <a:lnTo>
                    <a:pt x="4342" y="483"/>
                  </a:lnTo>
                  <a:lnTo>
                    <a:pt x="4173" y="379"/>
                  </a:lnTo>
                  <a:lnTo>
                    <a:pt x="4003" y="301"/>
                  </a:lnTo>
                  <a:lnTo>
                    <a:pt x="3821" y="222"/>
                  </a:lnTo>
                  <a:lnTo>
                    <a:pt x="3612" y="157"/>
                  </a:lnTo>
                  <a:lnTo>
                    <a:pt x="3403" y="105"/>
                  </a:lnTo>
                  <a:lnTo>
                    <a:pt x="3182" y="53"/>
                  </a:lnTo>
                  <a:lnTo>
                    <a:pt x="2947" y="27"/>
                  </a:lnTo>
                  <a:lnTo>
                    <a:pt x="26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551097" y="1676952"/>
              <a:ext cx="86974" cy="1047395"/>
            </a:xfrm>
            <a:custGeom>
              <a:rect b="b" l="l" r="r" t="t"/>
              <a:pathLst>
                <a:path extrusionOk="0" fill="none" h="34237" w="2843">
                  <a:moveTo>
                    <a:pt x="2842" y="0"/>
                  </a:moveTo>
                  <a:lnTo>
                    <a:pt x="0" y="34237"/>
                  </a:lnTo>
                </a:path>
              </a:pathLst>
            </a:custGeom>
            <a:solidFill>
              <a:schemeClr val="accent2"/>
            </a:solidFill>
            <a:ln cap="rnd" cmpd="sng" w="21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567831" y="1455932"/>
              <a:ext cx="151984" cy="232166"/>
            </a:xfrm>
            <a:custGeom>
              <a:rect b="b" l="l" r="r" t="t"/>
              <a:pathLst>
                <a:path extrusionOk="0" h="7589" w="4968">
                  <a:moveTo>
                    <a:pt x="3873" y="1"/>
                  </a:moveTo>
                  <a:lnTo>
                    <a:pt x="3521" y="223"/>
                  </a:lnTo>
                  <a:lnTo>
                    <a:pt x="3169" y="470"/>
                  </a:lnTo>
                  <a:lnTo>
                    <a:pt x="2830" y="731"/>
                  </a:lnTo>
                  <a:lnTo>
                    <a:pt x="2504" y="1005"/>
                  </a:lnTo>
                  <a:lnTo>
                    <a:pt x="2204" y="1292"/>
                  </a:lnTo>
                  <a:lnTo>
                    <a:pt x="1904" y="1591"/>
                  </a:lnTo>
                  <a:lnTo>
                    <a:pt x="1617" y="1904"/>
                  </a:lnTo>
                  <a:lnTo>
                    <a:pt x="1343" y="2243"/>
                  </a:lnTo>
                  <a:lnTo>
                    <a:pt x="1122" y="2517"/>
                  </a:lnTo>
                  <a:lnTo>
                    <a:pt x="913" y="2817"/>
                  </a:lnTo>
                  <a:lnTo>
                    <a:pt x="705" y="3130"/>
                  </a:lnTo>
                  <a:lnTo>
                    <a:pt x="509" y="3456"/>
                  </a:lnTo>
                  <a:lnTo>
                    <a:pt x="327" y="3795"/>
                  </a:lnTo>
                  <a:lnTo>
                    <a:pt x="248" y="3964"/>
                  </a:lnTo>
                  <a:lnTo>
                    <a:pt x="183" y="4134"/>
                  </a:lnTo>
                  <a:lnTo>
                    <a:pt x="131" y="4316"/>
                  </a:lnTo>
                  <a:lnTo>
                    <a:pt x="79" y="4486"/>
                  </a:lnTo>
                  <a:lnTo>
                    <a:pt x="40" y="4668"/>
                  </a:lnTo>
                  <a:lnTo>
                    <a:pt x="14" y="4851"/>
                  </a:lnTo>
                  <a:lnTo>
                    <a:pt x="1" y="5098"/>
                  </a:lnTo>
                  <a:lnTo>
                    <a:pt x="14" y="5346"/>
                  </a:lnTo>
                  <a:lnTo>
                    <a:pt x="53" y="5594"/>
                  </a:lnTo>
                  <a:lnTo>
                    <a:pt x="105" y="5829"/>
                  </a:lnTo>
                  <a:lnTo>
                    <a:pt x="183" y="6050"/>
                  </a:lnTo>
                  <a:lnTo>
                    <a:pt x="287" y="6272"/>
                  </a:lnTo>
                  <a:lnTo>
                    <a:pt x="418" y="6480"/>
                  </a:lnTo>
                  <a:lnTo>
                    <a:pt x="548" y="6676"/>
                  </a:lnTo>
                  <a:lnTo>
                    <a:pt x="718" y="6845"/>
                  </a:lnTo>
                  <a:lnTo>
                    <a:pt x="887" y="7015"/>
                  </a:lnTo>
                  <a:lnTo>
                    <a:pt x="1083" y="7158"/>
                  </a:lnTo>
                  <a:lnTo>
                    <a:pt x="1278" y="7276"/>
                  </a:lnTo>
                  <a:lnTo>
                    <a:pt x="1500" y="7393"/>
                  </a:lnTo>
                  <a:lnTo>
                    <a:pt x="1735" y="7471"/>
                  </a:lnTo>
                  <a:lnTo>
                    <a:pt x="1969" y="7536"/>
                  </a:lnTo>
                  <a:lnTo>
                    <a:pt x="2217" y="7576"/>
                  </a:lnTo>
                  <a:lnTo>
                    <a:pt x="2478" y="7589"/>
                  </a:lnTo>
                  <a:lnTo>
                    <a:pt x="2725" y="7576"/>
                  </a:lnTo>
                  <a:lnTo>
                    <a:pt x="2973" y="7550"/>
                  </a:lnTo>
                  <a:lnTo>
                    <a:pt x="3208" y="7484"/>
                  </a:lnTo>
                  <a:lnTo>
                    <a:pt x="3429" y="7406"/>
                  </a:lnTo>
                  <a:lnTo>
                    <a:pt x="3651" y="7302"/>
                  </a:lnTo>
                  <a:lnTo>
                    <a:pt x="3847" y="7184"/>
                  </a:lnTo>
                  <a:lnTo>
                    <a:pt x="4042" y="7041"/>
                  </a:lnTo>
                  <a:lnTo>
                    <a:pt x="4225" y="6885"/>
                  </a:lnTo>
                  <a:lnTo>
                    <a:pt x="4381" y="6702"/>
                  </a:lnTo>
                  <a:lnTo>
                    <a:pt x="4525" y="6520"/>
                  </a:lnTo>
                  <a:lnTo>
                    <a:pt x="4655" y="6311"/>
                  </a:lnTo>
                  <a:lnTo>
                    <a:pt x="4759" y="6089"/>
                  </a:lnTo>
                  <a:lnTo>
                    <a:pt x="4850" y="5868"/>
                  </a:lnTo>
                  <a:lnTo>
                    <a:pt x="4916" y="5620"/>
                  </a:lnTo>
                  <a:lnTo>
                    <a:pt x="4955" y="5372"/>
                  </a:lnTo>
                  <a:lnTo>
                    <a:pt x="4968" y="5229"/>
                  </a:lnTo>
                  <a:lnTo>
                    <a:pt x="4955" y="5072"/>
                  </a:lnTo>
                  <a:lnTo>
                    <a:pt x="4955" y="4929"/>
                  </a:lnTo>
                  <a:lnTo>
                    <a:pt x="4929" y="4773"/>
                  </a:lnTo>
                  <a:lnTo>
                    <a:pt x="4877" y="4473"/>
                  </a:lnTo>
                  <a:lnTo>
                    <a:pt x="4811" y="4186"/>
                  </a:lnTo>
                  <a:lnTo>
                    <a:pt x="4733" y="3834"/>
                  </a:lnTo>
                  <a:lnTo>
                    <a:pt x="4655" y="3495"/>
                  </a:lnTo>
                  <a:lnTo>
                    <a:pt x="4603" y="3143"/>
                  </a:lnTo>
                  <a:lnTo>
                    <a:pt x="4551" y="2791"/>
                  </a:lnTo>
                  <a:lnTo>
                    <a:pt x="4498" y="2387"/>
                  </a:lnTo>
                  <a:lnTo>
                    <a:pt x="4433" y="1983"/>
                  </a:lnTo>
                  <a:lnTo>
                    <a:pt x="4355" y="1578"/>
                  </a:lnTo>
                  <a:lnTo>
                    <a:pt x="4264" y="1174"/>
                  </a:lnTo>
                  <a:lnTo>
                    <a:pt x="4055" y="548"/>
                  </a:lnTo>
                  <a:lnTo>
                    <a:pt x="3925" y="170"/>
                  </a:lnTo>
                  <a:lnTo>
                    <a:pt x="3873" y="1"/>
                  </a:lnTo>
                  <a:close/>
                </a:path>
              </a:pathLst>
            </a:custGeom>
            <a:solidFill>
              <a:srgbClr val="F256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569025" y="1451159"/>
              <a:ext cx="151984" cy="237337"/>
            </a:xfrm>
            <a:custGeom>
              <a:rect b="b" l="l" r="r" t="t"/>
              <a:pathLst>
                <a:path extrusionOk="0" h="7758" w="4968">
                  <a:moveTo>
                    <a:pt x="1956" y="0"/>
                  </a:moveTo>
                  <a:lnTo>
                    <a:pt x="1878" y="170"/>
                  </a:lnTo>
                  <a:lnTo>
                    <a:pt x="1683" y="522"/>
                  </a:lnTo>
                  <a:lnTo>
                    <a:pt x="1383" y="1096"/>
                  </a:lnTo>
                  <a:lnTo>
                    <a:pt x="1213" y="1474"/>
                  </a:lnTo>
                  <a:lnTo>
                    <a:pt x="1070" y="1865"/>
                  </a:lnTo>
                  <a:lnTo>
                    <a:pt x="952" y="2243"/>
                  </a:lnTo>
                  <a:lnTo>
                    <a:pt x="822" y="2634"/>
                  </a:lnTo>
                  <a:lnTo>
                    <a:pt x="718" y="2986"/>
                  </a:lnTo>
                  <a:lnTo>
                    <a:pt x="600" y="3312"/>
                  </a:lnTo>
                  <a:lnTo>
                    <a:pt x="483" y="3651"/>
                  </a:lnTo>
                  <a:lnTo>
                    <a:pt x="340" y="3977"/>
                  </a:lnTo>
                  <a:lnTo>
                    <a:pt x="222" y="4251"/>
                  </a:lnTo>
                  <a:lnTo>
                    <a:pt x="118" y="4537"/>
                  </a:lnTo>
                  <a:lnTo>
                    <a:pt x="79" y="4681"/>
                  </a:lnTo>
                  <a:lnTo>
                    <a:pt x="40" y="4824"/>
                  </a:lnTo>
                  <a:lnTo>
                    <a:pt x="14" y="4981"/>
                  </a:lnTo>
                  <a:lnTo>
                    <a:pt x="1" y="5124"/>
                  </a:lnTo>
                  <a:lnTo>
                    <a:pt x="1" y="5372"/>
                  </a:lnTo>
                  <a:lnTo>
                    <a:pt x="27" y="5620"/>
                  </a:lnTo>
                  <a:lnTo>
                    <a:pt x="66" y="5867"/>
                  </a:lnTo>
                  <a:lnTo>
                    <a:pt x="144" y="6102"/>
                  </a:lnTo>
                  <a:lnTo>
                    <a:pt x="235" y="6324"/>
                  </a:lnTo>
                  <a:lnTo>
                    <a:pt x="340" y="6532"/>
                  </a:lnTo>
                  <a:lnTo>
                    <a:pt x="470" y="6728"/>
                  </a:lnTo>
                  <a:lnTo>
                    <a:pt x="626" y="6923"/>
                  </a:lnTo>
                  <a:lnTo>
                    <a:pt x="783" y="7093"/>
                  </a:lnTo>
                  <a:lnTo>
                    <a:pt x="965" y="7249"/>
                  </a:lnTo>
                  <a:lnTo>
                    <a:pt x="1161" y="7380"/>
                  </a:lnTo>
                  <a:lnTo>
                    <a:pt x="1383" y="7497"/>
                  </a:lnTo>
                  <a:lnTo>
                    <a:pt x="1604" y="7588"/>
                  </a:lnTo>
                  <a:lnTo>
                    <a:pt x="1839" y="7666"/>
                  </a:lnTo>
                  <a:lnTo>
                    <a:pt x="2074" y="7719"/>
                  </a:lnTo>
                  <a:lnTo>
                    <a:pt x="2334" y="7745"/>
                  </a:lnTo>
                  <a:lnTo>
                    <a:pt x="2582" y="7758"/>
                  </a:lnTo>
                  <a:lnTo>
                    <a:pt x="2830" y="7732"/>
                  </a:lnTo>
                  <a:lnTo>
                    <a:pt x="3078" y="7679"/>
                  </a:lnTo>
                  <a:lnTo>
                    <a:pt x="3312" y="7614"/>
                  </a:lnTo>
                  <a:lnTo>
                    <a:pt x="3534" y="7523"/>
                  </a:lnTo>
                  <a:lnTo>
                    <a:pt x="3742" y="7406"/>
                  </a:lnTo>
                  <a:lnTo>
                    <a:pt x="3938" y="7275"/>
                  </a:lnTo>
                  <a:lnTo>
                    <a:pt x="4120" y="7132"/>
                  </a:lnTo>
                  <a:lnTo>
                    <a:pt x="4303" y="6962"/>
                  </a:lnTo>
                  <a:lnTo>
                    <a:pt x="4446" y="6780"/>
                  </a:lnTo>
                  <a:lnTo>
                    <a:pt x="4590" y="6584"/>
                  </a:lnTo>
                  <a:lnTo>
                    <a:pt x="4707" y="6376"/>
                  </a:lnTo>
                  <a:lnTo>
                    <a:pt x="4798" y="6154"/>
                  </a:lnTo>
                  <a:lnTo>
                    <a:pt x="4877" y="5919"/>
                  </a:lnTo>
                  <a:lnTo>
                    <a:pt x="4929" y="5672"/>
                  </a:lnTo>
                  <a:lnTo>
                    <a:pt x="4955" y="5424"/>
                  </a:lnTo>
                  <a:lnTo>
                    <a:pt x="4968" y="5241"/>
                  </a:lnTo>
                  <a:lnTo>
                    <a:pt x="4955" y="5059"/>
                  </a:lnTo>
                  <a:lnTo>
                    <a:pt x="4942" y="4876"/>
                  </a:lnTo>
                  <a:lnTo>
                    <a:pt x="4903" y="4694"/>
                  </a:lnTo>
                  <a:lnTo>
                    <a:pt x="4864" y="4511"/>
                  </a:lnTo>
                  <a:lnTo>
                    <a:pt x="4825" y="4329"/>
                  </a:lnTo>
                  <a:lnTo>
                    <a:pt x="4707" y="3964"/>
                  </a:lnTo>
                  <a:lnTo>
                    <a:pt x="4564" y="3612"/>
                  </a:lnTo>
                  <a:lnTo>
                    <a:pt x="4407" y="3273"/>
                  </a:lnTo>
                  <a:lnTo>
                    <a:pt x="4251" y="2934"/>
                  </a:lnTo>
                  <a:lnTo>
                    <a:pt x="4081" y="2621"/>
                  </a:lnTo>
                  <a:lnTo>
                    <a:pt x="3873" y="2256"/>
                  </a:lnTo>
                  <a:lnTo>
                    <a:pt x="3638" y="1904"/>
                  </a:lnTo>
                  <a:lnTo>
                    <a:pt x="3390" y="1552"/>
                  </a:lnTo>
                  <a:lnTo>
                    <a:pt x="3130" y="1226"/>
                  </a:lnTo>
                  <a:lnTo>
                    <a:pt x="2856" y="900"/>
                  </a:lnTo>
                  <a:lnTo>
                    <a:pt x="2569" y="587"/>
                  </a:lnTo>
                  <a:lnTo>
                    <a:pt x="2269" y="287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F256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567831" y="1496620"/>
              <a:ext cx="214606" cy="191478"/>
            </a:xfrm>
            <a:custGeom>
              <a:rect b="b" l="l" r="r" t="t"/>
              <a:pathLst>
                <a:path extrusionOk="0" h="6259" w="7015">
                  <a:moveTo>
                    <a:pt x="5137" y="1"/>
                  </a:moveTo>
                  <a:lnTo>
                    <a:pt x="4824" y="27"/>
                  </a:lnTo>
                  <a:lnTo>
                    <a:pt x="4511" y="53"/>
                  </a:lnTo>
                  <a:lnTo>
                    <a:pt x="4186" y="118"/>
                  </a:lnTo>
                  <a:lnTo>
                    <a:pt x="3873" y="183"/>
                  </a:lnTo>
                  <a:lnTo>
                    <a:pt x="3547" y="274"/>
                  </a:lnTo>
                  <a:lnTo>
                    <a:pt x="3234" y="392"/>
                  </a:lnTo>
                  <a:lnTo>
                    <a:pt x="2921" y="509"/>
                  </a:lnTo>
                  <a:lnTo>
                    <a:pt x="2621" y="653"/>
                  </a:lnTo>
                  <a:lnTo>
                    <a:pt x="2334" y="809"/>
                  </a:lnTo>
                  <a:lnTo>
                    <a:pt x="2060" y="992"/>
                  </a:lnTo>
                  <a:lnTo>
                    <a:pt x="1604" y="1304"/>
                  </a:lnTo>
                  <a:lnTo>
                    <a:pt x="1369" y="1474"/>
                  </a:lnTo>
                  <a:lnTo>
                    <a:pt x="1135" y="1656"/>
                  </a:lnTo>
                  <a:lnTo>
                    <a:pt x="913" y="1852"/>
                  </a:lnTo>
                  <a:lnTo>
                    <a:pt x="705" y="2048"/>
                  </a:lnTo>
                  <a:lnTo>
                    <a:pt x="522" y="2256"/>
                  </a:lnTo>
                  <a:lnTo>
                    <a:pt x="444" y="2373"/>
                  </a:lnTo>
                  <a:lnTo>
                    <a:pt x="366" y="2491"/>
                  </a:lnTo>
                  <a:lnTo>
                    <a:pt x="248" y="2712"/>
                  </a:lnTo>
                  <a:lnTo>
                    <a:pt x="144" y="2947"/>
                  </a:lnTo>
                  <a:lnTo>
                    <a:pt x="79" y="3182"/>
                  </a:lnTo>
                  <a:lnTo>
                    <a:pt x="27" y="3416"/>
                  </a:lnTo>
                  <a:lnTo>
                    <a:pt x="1" y="3651"/>
                  </a:lnTo>
                  <a:lnTo>
                    <a:pt x="1" y="3899"/>
                  </a:lnTo>
                  <a:lnTo>
                    <a:pt x="27" y="4134"/>
                  </a:lnTo>
                  <a:lnTo>
                    <a:pt x="79" y="4368"/>
                  </a:lnTo>
                  <a:lnTo>
                    <a:pt x="144" y="4590"/>
                  </a:lnTo>
                  <a:lnTo>
                    <a:pt x="222" y="4811"/>
                  </a:lnTo>
                  <a:lnTo>
                    <a:pt x="340" y="5033"/>
                  </a:lnTo>
                  <a:lnTo>
                    <a:pt x="470" y="5229"/>
                  </a:lnTo>
                  <a:lnTo>
                    <a:pt x="626" y="5424"/>
                  </a:lnTo>
                  <a:lnTo>
                    <a:pt x="796" y="5594"/>
                  </a:lnTo>
                  <a:lnTo>
                    <a:pt x="978" y="5750"/>
                  </a:lnTo>
                  <a:lnTo>
                    <a:pt x="1187" y="5894"/>
                  </a:lnTo>
                  <a:lnTo>
                    <a:pt x="1422" y="6024"/>
                  </a:lnTo>
                  <a:lnTo>
                    <a:pt x="1643" y="6115"/>
                  </a:lnTo>
                  <a:lnTo>
                    <a:pt x="1878" y="6193"/>
                  </a:lnTo>
                  <a:lnTo>
                    <a:pt x="2126" y="6233"/>
                  </a:lnTo>
                  <a:lnTo>
                    <a:pt x="2360" y="6259"/>
                  </a:lnTo>
                  <a:lnTo>
                    <a:pt x="2595" y="6259"/>
                  </a:lnTo>
                  <a:lnTo>
                    <a:pt x="2843" y="6233"/>
                  </a:lnTo>
                  <a:lnTo>
                    <a:pt x="3064" y="6193"/>
                  </a:lnTo>
                  <a:lnTo>
                    <a:pt x="3299" y="6128"/>
                  </a:lnTo>
                  <a:lnTo>
                    <a:pt x="3521" y="6037"/>
                  </a:lnTo>
                  <a:lnTo>
                    <a:pt x="3729" y="5920"/>
                  </a:lnTo>
                  <a:lnTo>
                    <a:pt x="3938" y="5789"/>
                  </a:lnTo>
                  <a:lnTo>
                    <a:pt x="4120" y="5646"/>
                  </a:lnTo>
                  <a:lnTo>
                    <a:pt x="4303" y="5476"/>
                  </a:lnTo>
                  <a:lnTo>
                    <a:pt x="4459" y="5281"/>
                  </a:lnTo>
                  <a:lnTo>
                    <a:pt x="4603" y="5072"/>
                  </a:lnTo>
                  <a:lnTo>
                    <a:pt x="4681" y="4929"/>
                  </a:lnTo>
                  <a:lnTo>
                    <a:pt x="4759" y="4772"/>
                  </a:lnTo>
                  <a:lnTo>
                    <a:pt x="4824" y="4616"/>
                  </a:lnTo>
                  <a:lnTo>
                    <a:pt x="4890" y="4459"/>
                  </a:lnTo>
                  <a:lnTo>
                    <a:pt x="4994" y="4134"/>
                  </a:lnTo>
                  <a:lnTo>
                    <a:pt x="5085" y="3795"/>
                  </a:lnTo>
                  <a:lnTo>
                    <a:pt x="5229" y="3104"/>
                  </a:lnTo>
                  <a:lnTo>
                    <a:pt x="5307" y="2752"/>
                  </a:lnTo>
                  <a:lnTo>
                    <a:pt x="5385" y="2413"/>
                  </a:lnTo>
                  <a:lnTo>
                    <a:pt x="5476" y="2074"/>
                  </a:lnTo>
                  <a:lnTo>
                    <a:pt x="5594" y="1761"/>
                  </a:lnTo>
                  <a:lnTo>
                    <a:pt x="5659" y="1604"/>
                  </a:lnTo>
                  <a:lnTo>
                    <a:pt x="5724" y="1461"/>
                  </a:lnTo>
                  <a:lnTo>
                    <a:pt x="5815" y="1317"/>
                  </a:lnTo>
                  <a:lnTo>
                    <a:pt x="5893" y="1174"/>
                  </a:lnTo>
                  <a:lnTo>
                    <a:pt x="5998" y="1044"/>
                  </a:lnTo>
                  <a:lnTo>
                    <a:pt x="6102" y="926"/>
                  </a:lnTo>
                  <a:lnTo>
                    <a:pt x="6219" y="809"/>
                  </a:lnTo>
                  <a:lnTo>
                    <a:pt x="6363" y="705"/>
                  </a:lnTo>
                  <a:lnTo>
                    <a:pt x="6506" y="600"/>
                  </a:lnTo>
                  <a:lnTo>
                    <a:pt x="6663" y="509"/>
                  </a:lnTo>
                  <a:lnTo>
                    <a:pt x="6832" y="431"/>
                  </a:lnTo>
                  <a:lnTo>
                    <a:pt x="7015" y="353"/>
                  </a:lnTo>
                  <a:lnTo>
                    <a:pt x="6715" y="235"/>
                  </a:lnTo>
                  <a:lnTo>
                    <a:pt x="6415" y="144"/>
                  </a:lnTo>
                  <a:lnTo>
                    <a:pt x="6102" y="79"/>
                  </a:lnTo>
                  <a:lnTo>
                    <a:pt x="5776" y="27"/>
                  </a:lnTo>
                  <a:lnTo>
                    <a:pt x="5463" y="1"/>
                  </a:lnTo>
                  <a:close/>
                </a:path>
              </a:pathLst>
            </a:custGeom>
            <a:solidFill>
              <a:srgbClr val="FF87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527143" y="1477866"/>
              <a:ext cx="188695" cy="210232"/>
            </a:xfrm>
            <a:custGeom>
              <a:rect b="b" l="l" r="r" t="t"/>
              <a:pathLst>
                <a:path extrusionOk="0" h="6872" w="6168">
                  <a:moveTo>
                    <a:pt x="627" y="1"/>
                  </a:moveTo>
                  <a:lnTo>
                    <a:pt x="314" y="27"/>
                  </a:lnTo>
                  <a:lnTo>
                    <a:pt x="1" y="79"/>
                  </a:lnTo>
                  <a:lnTo>
                    <a:pt x="170" y="183"/>
                  </a:lnTo>
                  <a:lnTo>
                    <a:pt x="314" y="301"/>
                  </a:lnTo>
                  <a:lnTo>
                    <a:pt x="444" y="418"/>
                  </a:lnTo>
                  <a:lnTo>
                    <a:pt x="561" y="548"/>
                  </a:lnTo>
                  <a:lnTo>
                    <a:pt x="666" y="692"/>
                  </a:lnTo>
                  <a:lnTo>
                    <a:pt x="757" y="822"/>
                  </a:lnTo>
                  <a:lnTo>
                    <a:pt x="848" y="966"/>
                  </a:lnTo>
                  <a:lnTo>
                    <a:pt x="913" y="1122"/>
                  </a:lnTo>
                  <a:lnTo>
                    <a:pt x="966" y="1279"/>
                  </a:lnTo>
                  <a:lnTo>
                    <a:pt x="1018" y="1435"/>
                  </a:lnTo>
                  <a:lnTo>
                    <a:pt x="1057" y="1591"/>
                  </a:lnTo>
                  <a:lnTo>
                    <a:pt x="1083" y="1748"/>
                  </a:lnTo>
                  <a:lnTo>
                    <a:pt x="1135" y="2087"/>
                  </a:lnTo>
                  <a:lnTo>
                    <a:pt x="1148" y="2439"/>
                  </a:lnTo>
                  <a:lnTo>
                    <a:pt x="1148" y="2778"/>
                  </a:lnTo>
                  <a:lnTo>
                    <a:pt x="1148" y="3143"/>
                  </a:lnTo>
                  <a:lnTo>
                    <a:pt x="1148" y="3847"/>
                  </a:lnTo>
                  <a:lnTo>
                    <a:pt x="1161" y="4199"/>
                  </a:lnTo>
                  <a:lnTo>
                    <a:pt x="1187" y="4538"/>
                  </a:lnTo>
                  <a:lnTo>
                    <a:pt x="1213" y="4707"/>
                  </a:lnTo>
                  <a:lnTo>
                    <a:pt x="1252" y="4877"/>
                  </a:lnTo>
                  <a:lnTo>
                    <a:pt x="1291" y="5033"/>
                  </a:lnTo>
                  <a:lnTo>
                    <a:pt x="1344" y="5203"/>
                  </a:lnTo>
                  <a:lnTo>
                    <a:pt x="1435" y="5438"/>
                  </a:lnTo>
                  <a:lnTo>
                    <a:pt x="1552" y="5659"/>
                  </a:lnTo>
                  <a:lnTo>
                    <a:pt x="1683" y="5855"/>
                  </a:lnTo>
                  <a:lnTo>
                    <a:pt x="1839" y="6050"/>
                  </a:lnTo>
                  <a:lnTo>
                    <a:pt x="2009" y="6220"/>
                  </a:lnTo>
                  <a:lnTo>
                    <a:pt x="2191" y="6376"/>
                  </a:lnTo>
                  <a:lnTo>
                    <a:pt x="2387" y="6507"/>
                  </a:lnTo>
                  <a:lnTo>
                    <a:pt x="2595" y="6624"/>
                  </a:lnTo>
                  <a:lnTo>
                    <a:pt x="2817" y="6715"/>
                  </a:lnTo>
                  <a:lnTo>
                    <a:pt x="3038" y="6793"/>
                  </a:lnTo>
                  <a:lnTo>
                    <a:pt x="3273" y="6846"/>
                  </a:lnTo>
                  <a:lnTo>
                    <a:pt x="3521" y="6872"/>
                  </a:lnTo>
                  <a:lnTo>
                    <a:pt x="3756" y="6872"/>
                  </a:lnTo>
                  <a:lnTo>
                    <a:pt x="4003" y="6859"/>
                  </a:lnTo>
                  <a:lnTo>
                    <a:pt x="4251" y="6806"/>
                  </a:lnTo>
                  <a:lnTo>
                    <a:pt x="4499" y="6741"/>
                  </a:lnTo>
                  <a:lnTo>
                    <a:pt x="4733" y="6650"/>
                  </a:lnTo>
                  <a:lnTo>
                    <a:pt x="4955" y="6533"/>
                  </a:lnTo>
                  <a:lnTo>
                    <a:pt x="5151" y="6389"/>
                  </a:lnTo>
                  <a:lnTo>
                    <a:pt x="5346" y="6246"/>
                  </a:lnTo>
                  <a:lnTo>
                    <a:pt x="5516" y="6076"/>
                  </a:lnTo>
                  <a:lnTo>
                    <a:pt x="5672" y="5894"/>
                  </a:lnTo>
                  <a:lnTo>
                    <a:pt x="5802" y="5685"/>
                  </a:lnTo>
                  <a:lnTo>
                    <a:pt x="5920" y="5477"/>
                  </a:lnTo>
                  <a:lnTo>
                    <a:pt x="6011" y="5268"/>
                  </a:lnTo>
                  <a:lnTo>
                    <a:pt x="6089" y="5033"/>
                  </a:lnTo>
                  <a:lnTo>
                    <a:pt x="6141" y="4799"/>
                  </a:lnTo>
                  <a:lnTo>
                    <a:pt x="6167" y="4564"/>
                  </a:lnTo>
                  <a:lnTo>
                    <a:pt x="6167" y="4316"/>
                  </a:lnTo>
                  <a:lnTo>
                    <a:pt x="6154" y="4082"/>
                  </a:lnTo>
                  <a:lnTo>
                    <a:pt x="6102" y="3834"/>
                  </a:lnTo>
                  <a:lnTo>
                    <a:pt x="6037" y="3586"/>
                  </a:lnTo>
                  <a:lnTo>
                    <a:pt x="5985" y="3456"/>
                  </a:lnTo>
                  <a:lnTo>
                    <a:pt x="5933" y="3325"/>
                  </a:lnTo>
                  <a:lnTo>
                    <a:pt x="5789" y="3078"/>
                  </a:lnTo>
                  <a:lnTo>
                    <a:pt x="5633" y="2843"/>
                  </a:lnTo>
                  <a:lnTo>
                    <a:pt x="5463" y="2608"/>
                  </a:lnTo>
                  <a:lnTo>
                    <a:pt x="5268" y="2387"/>
                  </a:lnTo>
                  <a:lnTo>
                    <a:pt x="5085" y="2165"/>
                  </a:lnTo>
                  <a:lnTo>
                    <a:pt x="4707" y="1761"/>
                  </a:lnTo>
                  <a:lnTo>
                    <a:pt x="4473" y="1526"/>
                  </a:lnTo>
                  <a:lnTo>
                    <a:pt x="4225" y="1318"/>
                  </a:lnTo>
                  <a:lnTo>
                    <a:pt x="3964" y="1109"/>
                  </a:lnTo>
                  <a:lnTo>
                    <a:pt x="3690" y="927"/>
                  </a:lnTo>
                  <a:lnTo>
                    <a:pt x="3404" y="744"/>
                  </a:lnTo>
                  <a:lnTo>
                    <a:pt x="3104" y="588"/>
                  </a:lnTo>
                  <a:lnTo>
                    <a:pt x="2817" y="444"/>
                  </a:lnTo>
                  <a:lnTo>
                    <a:pt x="2517" y="327"/>
                  </a:lnTo>
                  <a:lnTo>
                    <a:pt x="2217" y="223"/>
                  </a:lnTo>
                  <a:lnTo>
                    <a:pt x="1904" y="131"/>
                  </a:lnTo>
                  <a:lnTo>
                    <a:pt x="1591" y="66"/>
                  </a:lnTo>
                  <a:lnTo>
                    <a:pt x="1278" y="27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381982" y="1903041"/>
              <a:ext cx="213413" cy="339057"/>
            </a:xfrm>
            <a:custGeom>
              <a:rect b="b" l="l" r="r" t="t"/>
              <a:pathLst>
                <a:path extrusionOk="0" h="11083" w="6976">
                  <a:moveTo>
                    <a:pt x="4407" y="1"/>
                  </a:moveTo>
                  <a:lnTo>
                    <a:pt x="4302" y="14"/>
                  </a:lnTo>
                  <a:lnTo>
                    <a:pt x="4185" y="40"/>
                  </a:lnTo>
                  <a:lnTo>
                    <a:pt x="4068" y="92"/>
                  </a:lnTo>
                  <a:lnTo>
                    <a:pt x="3950" y="144"/>
                  </a:lnTo>
                  <a:lnTo>
                    <a:pt x="3833" y="222"/>
                  </a:lnTo>
                  <a:lnTo>
                    <a:pt x="2738" y="992"/>
                  </a:lnTo>
                  <a:lnTo>
                    <a:pt x="1982" y="1539"/>
                  </a:lnTo>
                  <a:lnTo>
                    <a:pt x="1617" y="1826"/>
                  </a:lnTo>
                  <a:lnTo>
                    <a:pt x="1252" y="2126"/>
                  </a:lnTo>
                  <a:lnTo>
                    <a:pt x="900" y="2426"/>
                  </a:lnTo>
                  <a:lnTo>
                    <a:pt x="574" y="2765"/>
                  </a:lnTo>
                  <a:lnTo>
                    <a:pt x="430" y="2934"/>
                  </a:lnTo>
                  <a:lnTo>
                    <a:pt x="274" y="3104"/>
                  </a:lnTo>
                  <a:lnTo>
                    <a:pt x="131" y="3286"/>
                  </a:lnTo>
                  <a:lnTo>
                    <a:pt x="0" y="3482"/>
                  </a:lnTo>
                  <a:lnTo>
                    <a:pt x="326" y="3417"/>
                  </a:lnTo>
                  <a:lnTo>
                    <a:pt x="639" y="3351"/>
                  </a:lnTo>
                  <a:lnTo>
                    <a:pt x="952" y="3273"/>
                  </a:lnTo>
                  <a:lnTo>
                    <a:pt x="1265" y="3182"/>
                  </a:lnTo>
                  <a:lnTo>
                    <a:pt x="1578" y="3078"/>
                  </a:lnTo>
                  <a:lnTo>
                    <a:pt x="1891" y="2960"/>
                  </a:lnTo>
                  <a:lnTo>
                    <a:pt x="2190" y="2843"/>
                  </a:lnTo>
                  <a:lnTo>
                    <a:pt x="2490" y="2713"/>
                  </a:lnTo>
                  <a:lnTo>
                    <a:pt x="2777" y="2569"/>
                  </a:lnTo>
                  <a:lnTo>
                    <a:pt x="3064" y="2426"/>
                  </a:lnTo>
                  <a:lnTo>
                    <a:pt x="3351" y="2269"/>
                  </a:lnTo>
                  <a:lnTo>
                    <a:pt x="3638" y="2100"/>
                  </a:lnTo>
                  <a:lnTo>
                    <a:pt x="3911" y="1917"/>
                  </a:lnTo>
                  <a:lnTo>
                    <a:pt x="4172" y="1735"/>
                  </a:lnTo>
                  <a:lnTo>
                    <a:pt x="4446" y="1539"/>
                  </a:lnTo>
                  <a:lnTo>
                    <a:pt x="4694" y="1344"/>
                  </a:lnTo>
                  <a:lnTo>
                    <a:pt x="4798" y="1826"/>
                  </a:lnTo>
                  <a:lnTo>
                    <a:pt x="4889" y="2308"/>
                  </a:lnTo>
                  <a:lnTo>
                    <a:pt x="4967" y="2791"/>
                  </a:lnTo>
                  <a:lnTo>
                    <a:pt x="5020" y="3273"/>
                  </a:lnTo>
                  <a:lnTo>
                    <a:pt x="5059" y="3769"/>
                  </a:lnTo>
                  <a:lnTo>
                    <a:pt x="5098" y="4251"/>
                  </a:lnTo>
                  <a:lnTo>
                    <a:pt x="5111" y="4746"/>
                  </a:lnTo>
                  <a:lnTo>
                    <a:pt x="5124" y="5229"/>
                  </a:lnTo>
                  <a:lnTo>
                    <a:pt x="5137" y="5737"/>
                  </a:lnTo>
                  <a:lnTo>
                    <a:pt x="5176" y="6246"/>
                  </a:lnTo>
                  <a:lnTo>
                    <a:pt x="5241" y="6741"/>
                  </a:lnTo>
                  <a:lnTo>
                    <a:pt x="5332" y="7250"/>
                  </a:lnTo>
                  <a:lnTo>
                    <a:pt x="5437" y="7745"/>
                  </a:lnTo>
                  <a:lnTo>
                    <a:pt x="5554" y="8240"/>
                  </a:lnTo>
                  <a:lnTo>
                    <a:pt x="5697" y="8736"/>
                  </a:lnTo>
                  <a:lnTo>
                    <a:pt x="5854" y="9218"/>
                  </a:lnTo>
                  <a:lnTo>
                    <a:pt x="6050" y="9701"/>
                  </a:lnTo>
                  <a:lnTo>
                    <a:pt x="6141" y="9948"/>
                  </a:lnTo>
                  <a:lnTo>
                    <a:pt x="6258" y="10183"/>
                  </a:lnTo>
                  <a:lnTo>
                    <a:pt x="6375" y="10418"/>
                  </a:lnTo>
                  <a:lnTo>
                    <a:pt x="6506" y="10639"/>
                  </a:lnTo>
                  <a:lnTo>
                    <a:pt x="6636" y="10874"/>
                  </a:lnTo>
                  <a:lnTo>
                    <a:pt x="6793" y="11083"/>
                  </a:lnTo>
                  <a:lnTo>
                    <a:pt x="6936" y="11043"/>
                  </a:lnTo>
                  <a:lnTo>
                    <a:pt x="6962" y="10014"/>
                  </a:lnTo>
                  <a:lnTo>
                    <a:pt x="6975" y="9023"/>
                  </a:lnTo>
                  <a:lnTo>
                    <a:pt x="6949" y="8032"/>
                  </a:lnTo>
                  <a:lnTo>
                    <a:pt x="6910" y="7054"/>
                  </a:lnTo>
                  <a:lnTo>
                    <a:pt x="6884" y="6298"/>
                  </a:lnTo>
                  <a:lnTo>
                    <a:pt x="6858" y="5529"/>
                  </a:lnTo>
                  <a:lnTo>
                    <a:pt x="6832" y="4746"/>
                  </a:lnTo>
                  <a:lnTo>
                    <a:pt x="6780" y="3964"/>
                  </a:lnTo>
                  <a:lnTo>
                    <a:pt x="6754" y="3573"/>
                  </a:lnTo>
                  <a:lnTo>
                    <a:pt x="6714" y="3195"/>
                  </a:lnTo>
                  <a:lnTo>
                    <a:pt x="6662" y="2804"/>
                  </a:lnTo>
                  <a:lnTo>
                    <a:pt x="6610" y="2426"/>
                  </a:lnTo>
                  <a:lnTo>
                    <a:pt x="6545" y="2048"/>
                  </a:lnTo>
                  <a:lnTo>
                    <a:pt x="6454" y="1683"/>
                  </a:lnTo>
                  <a:lnTo>
                    <a:pt x="6362" y="1318"/>
                  </a:lnTo>
                  <a:lnTo>
                    <a:pt x="6258" y="966"/>
                  </a:lnTo>
                  <a:lnTo>
                    <a:pt x="6219" y="861"/>
                  </a:lnTo>
                  <a:lnTo>
                    <a:pt x="6180" y="770"/>
                  </a:lnTo>
                  <a:lnTo>
                    <a:pt x="6128" y="679"/>
                  </a:lnTo>
                  <a:lnTo>
                    <a:pt x="6063" y="601"/>
                  </a:lnTo>
                  <a:lnTo>
                    <a:pt x="5984" y="522"/>
                  </a:lnTo>
                  <a:lnTo>
                    <a:pt x="5880" y="470"/>
                  </a:lnTo>
                  <a:lnTo>
                    <a:pt x="5789" y="431"/>
                  </a:lnTo>
                  <a:lnTo>
                    <a:pt x="5684" y="392"/>
                  </a:lnTo>
                  <a:lnTo>
                    <a:pt x="5437" y="288"/>
                  </a:lnTo>
                  <a:lnTo>
                    <a:pt x="5202" y="196"/>
                  </a:lnTo>
                  <a:lnTo>
                    <a:pt x="4967" y="105"/>
                  </a:lnTo>
                  <a:lnTo>
                    <a:pt x="4746" y="40"/>
                  </a:lnTo>
                  <a:lnTo>
                    <a:pt x="4628" y="14"/>
                  </a:lnTo>
                  <a:lnTo>
                    <a:pt x="4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529530" y="2039055"/>
              <a:ext cx="128060" cy="694817"/>
            </a:xfrm>
            <a:custGeom>
              <a:rect b="b" l="l" r="r" t="t"/>
              <a:pathLst>
                <a:path extrusionOk="0" h="22712" w="4186">
                  <a:moveTo>
                    <a:pt x="1" y="1"/>
                  </a:moveTo>
                  <a:lnTo>
                    <a:pt x="1" y="22712"/>
                  </a:lnTo>
                  <a:lnTo>
                    <a:pt x="4186" y="22712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611303" y="1784189"/>
              <a:ext cx="92573" cy="228189"/>
            </a:xfrm>
            <a:custGeom>
              <a:rect b="b" l="l" r="r" t="t"/>
              <a:pathLst>
                <a:path extrusionOk="0" h="7459" w="3026">
                  <a:moveTo>
                    <a:pt x="2908" y="1"/>
                  </a:moveTo>
                  <a:lnTo>
                    <a:pt x="2660" y="444"/>
                  </a:lnTo>
                  <a:lnTo>
                    <a:pt x="2439" y="900"/>
                  </a:lnTo>
                  <a:lnTo>
                    <a:pt x="2008" y="1800"/>
                  </a:lnTo>
                  <a:lnTo>
                    <a:pt x="1578" y="2699"/>
                  </a:lnTo>
                  <a:lnTo>
                    <a:pt x="1161" y="3599"/>
                  </a:lnTo>
                  <a:lnTo>
                    <a:pt x="1057" y="3821"/>
                  </a:lnTo>
                  <a:lnTo>
                    <a:pt x="939" y="4042"/>
                  </a:lnTo>
                  <a:lnTo>
                    <a:pt x="705" y="4486"/>
                  </a:lnTo>
                  <a:lnTo>
                    <a:pt x="587" y="4694"/>
                  </a:lnTo>
                  <a:lnTo>
                    <a:pt x="496" y="4916"/>
                  </a:lnTo>
                  <a:lnTo>
                    <a:pt x="405" y="5150"/>
                  </a:lnTo>
                  <a:lnTo>
                    <a:pt x="327" y="5385"/>
                  </a:lnTo>
                  <a:lnTo>
                    <a:pt x="209" y="5854"/>
                  </a:lnTo>
                  <a:lnTo>
                    <a:pt x="118" y="6337"/>
                  </a:lnTo>
                  <a:lnTo>
                    <a:pt x="79" y="6585"/>
                  </a:lnTo>
                  <a:lnTo>
                    <a:pt x="40" y="6845"/>
                  </a:lnTo>
                  <a:lnTo>
                    <a:pt x="14" y="7106"/>
                  </a:lnTo>
                  <a:lnTo>
                    <a:pt x="1" y="7380"/>
                  </a:lnTo>
                  <a:lnTo>
                    <a:pt x="105" y="7458"/>
                  </a:lnTo>
                  <a:lnTo>
                    <a:pt x="235" y="7380"/>
                  </a:lnTo>
                  <a:lnTo>
                    <a:pt x="353" y="7302"/>
                  </a:lnTo>
                  <a:lnTo>
                    <a:pt x="574" y="7132"/>
                  </a:lnTo>
                  <a:lnTo>
                    <a:pt x="770" y="6950"/>
                  </a:lnTo>
                  <a:lnTo>
                    <a:pt x="952" y="6754"/>
                  </a:lnTo>
                  <a:lnTo>
                    <a:pt x="1122" y="6545"/>
                  </a:lnTo>
                  <a:lnTo>
                    <a:pt x="1278" y="6337"/>
                  </a:lnTo>
                  <a:lnTo>
                    <a:pt x="1422" y="6115"/>
                  </a:lnTo>
                  <a:lnTo>
                    <a:pt x="1552" y="5894"/>
                  </a:lnTo>
                  <a:lnTo>
                    <a:pt x="1669" y="5672"/>
                  </a:lnTo>
                  <a:lnTo>
                    <a:pt x="1774" y="5437"/>
                  </a:lnTo>
                  <a:lnTo>
                    <a:pt x="1865" y="5203"/>
                  </a:lnTo>
                  <a:lnTo>
                    <a:pt x="1930" y="4955"/>
                  </a:lnTo>
                  <a:lnTo>
                    <a:pt x="2048" y="4459"/>
                  </a:lnTo>
                  <a:lnTo>
                    <a:pt x="2165" y="3964"/>
                  </a:lnTo>
                  <a:lnTo>
                    <a:pt x="2413" y="2999"/>
                  </a:lnTo>
                  <a:lnTo>
                    <a:pt x="2634" y="2008"/>
                  </a:lnTo>
                  <a:lnTo>
                    <a:pt x="2830" y="1031"/>
                  </a:lnTo>
                  <a:lnTo>
                    <a:pt x="3025" y="53"/>
                  </a:lnTo>
                  <a:lnTo>
                    <a:pt x="2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5933282" y="2696366"/>
              <a:ext cx="360563" cy="37506"/>
            </a:xfrm>
            <a:custGeom>
              <a:rect b="b" l="l" r="r" t="t"/>
              <a:pathLst>
                <a:path extrusionOk="0" h="1226" w="11786">
                  <a:moveTo>
                    <a:pt x="0" y="0"/>
                  </a:moveTo>
                  <a:lnTo>
                    <a:pt x="2855" y="913"/>
                  </a:lnTo>
                  <a:lnTo>
                    <a:pt x="2855" y="1226"/>
                  </a:lnTo>
                  <a:lnTo>
                    <a:pt x="8931" y="1226"/>
                  </a:lnTo>
                  <a:lnTo>
                    <a:pt x="8931" y="913"/>
                  </a:lnTo>
                  <a:lnTo>
                    <a:pt x="11786" y="0"/>
                  </a:lnTo>
                  <a:close/>
                </a:path>
              </a:pathLst>
            </a:custGeom>
            <a:solidFill>
              <a:srgbClr val="ED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936463" y="2562738"/>
              <a:ext cx="298369" cy="133659"/>
            </a:xfrm>
            <a:custGeom>
              <a:rect b="b" l="l" r="r" t="t"/>
              <a:pathLst>
                <a:path extrusionOk="0" h="4369" w="9753">
                  <a:moveTo>
                    <a:pt x="1669" y="1187"/>
                  </a:moveTo>
                  <a:lnTo>
                    <a:pt x="1747" y="1200"/>
                  </a:lnTo>
                  <a:lnTo>
                    <a:pt x="1826" y="1213"/>
                  </a:lnTo>
                  <a:lnTo>
                    <a:pt x="1982" y="1252"/>
                  </a:lnTo>
                  <a:lnTo>
                    <a:pt x="2047" y="1487"/>
                  </a:lnTo>
                  <a:lnTo>
                    <a:pt x="2113" y="1709"/>
                  </a:lnTo>
                  <a:lnTo>
                    <a:pt x="2204" y="1930"/>
                  </a:lnTo>
                  <a:lnTo>
                    <a:pt x="2295" y="2139"/>
                  </a:lnTo>
                  <a:lnTo>
                    <a:pt x="2386" y="2334"/>
                  </a:lnTo>
                  <a:lnTo>
                    <a:pt x="2491" y="2530"/>
                  </a:lnTo>
                  <a:lnTo>
                    <a:pt x="2595" y="2699"/>
                  </a:lnTo>
                  <a:lnTo>
                    <a:pt x="2712" y="2869"/>
                  </a:lnTo>
                  <a:lnTo>
                    <a:pt x="2712" y="2869"/>
                  </a:lnTo>
                  <a:lnTo>
                    <a:pt x="2269" y="2856"/>
                  </a:lnTo>
                  <a:lnTo>
                    <a:pt x="1669" y="2856"/>
                  </a:lnTo>
                  <a:lnTo>
                    <a:pt x="1578" y="2843"/>
                  </a:lnTo>
                  <a:lnTo>
                    <a:pt x="1500" y="2830"/>
                  </a:lnTo>
                  <a:lnTo>
                    <a:pt x="1422" y="2817"/>
                  </a:lnTo>
                  <a:lnTo>
                    <a:pt x="1343" y="2791"/>
                  </a:lnTo>
                  <a:lnTo>
                    <a:pt x="1278" y="2752"/>
                  </a:lnTo>
                  <a:lnTo>
                    <a:pt x="1200" y="2712"/>
                  </a:lnTo>
                  <a:lnTo>
                    <a:pt x="1083" y="2608"/>
                  </a:lnTo>
                  <a:lnTo>
                    <a:pt x="978" y="2491"/>
                  </a:lnTo>
                  <a:lnTo>
                    <a:pt x="939" y="2413"/>
                  </a:lnTo>
                  <a:lnTo>
                    <a:pt x="900" y="2347"/>
                  </a:lnTo>
                  <a:lnTo>
                    <a:pt x="874" y="2269"/>
                  </a:lnTo>
                  <a:lnTo>
                    <a:pt x="861" y="2191"/>
                  </a:lnTo>
                  <a:lnTo>
                    <a:pt x="848" y="2113"/>
                  </a:lnTo>
                  <a:lnTo>
                    <a:pt x="835" y="2021"/>
                  </a:lnTo>
                  <a:lnTo>
                    <a:pt x="848" y="1943"/>
                  </a:lnTo>
                  <a:lnTo>
                    <a:pt x="861" y="1852"/>
                  </a:lnTo>
                  <a:lnTo>
                    <a:pt x="874" y="1774"/>
                  </a:lnTo>
                  <a:lnTo>
                    <a:pt x="900" y="1695"/>
                  </a:lnTo>
                  <a:lnTo>
                    <a:pt x="939" y="1630"/>
                  </a:lnTo>
                  <a:lnTo>
                    <a:pt x="978" y="1565"/>
                  </a:lnTo>
                  <a:lnTo>
                    <a:pt x="1083" y="1435"/>
                  </a:lnTo>
                  <a:lnTo>
                    <a:pt x="1200" y="1330"/>
                  </a:lnTo>
                  <a:lnTo>
                    <a:pt x="1278" y="1291"/>
                  </a:lnTo>
                  <a:lnTo>
                    <a:pt x="1343" y="1265"/>
                  </a:lnTo>
                  <a:lnTo>
                    <a:pt x="1422" y="1226"/>
                  </a:lnTo>
                  <a:lnTo>
                    <a:pt x="1500" y="1213"/>
                  </a:lnTo>
                  <a:lnTo>
                    <a:pt x="1578" y="1200"/>
                  </a:lnTo>
                  <a:lnTo>
                    <a:pt x="1669" y="1187"/>
                  </a:lnTo>
                  <a:close/>
                  <a:moveTo>
                    <a:pt x="1826" y="1"/>
                  </a:moveTo>
                  <a:lnTo>
                    <a:pt x="1839" y="366"/>
                  </a:lnTo>
                  <a:lnTo>
                    <a:pt x="1669" y="353"/>
                  </a:lnTo>
                  <a:lnTo>
                    <a:pt x="1500" y="366"/>
                  </a:lnTo>
                  <a:lnTo>
                    <a:pt x="1330" y="379"/>
                  </a:lnTo>
                  <a:lnTo>
                    <a:pt x="1174" y="431"/>
                  </a:lnTo>
                  <a:lnTo>
                    <a:pt x="1017" y="483"/>
                  </a:lnTo>
                  <a:lnTo>
                    <a:pt x="874" y="548"/>
                  </a:lnTo>
                  <a:lnTo>
                    <a:pt x="731" y="639"/>
                  </a:lnTo>
                  <a:lnTo>
                    <a:pt x="600" y="731"/>
                  </a:lnTo>
                  <a:lnTo>
                    <a:pt x="483" y="835"/>
                  </a:lnTo>
                  <a:lnTo>
                    <a:pt x="379" y="965"/>
                  </a:lnTo>
                  <a:lnTo>
                    <a:pt x="287" y="1083"/>
                  </a:lnTo>
                  <a:lnTo>
                    <a:pt x="196" y="1226"/>
                  </a:lnTo>
                  <a:lnTo>
                    <a:pt x="131" y="1370"/>
                  </a:lnTo>
                  <a:lnTo>
                    <a:pt x="66" y="1526"/>
                  </a:lnTo>
                  <a:lnTo>
                    <a:pt x="27" y="1682"/>
                  </a:lnTo>
                  <a:lnTo>
                    <a:pt x="0" y="1852"/>
                  </a:lnTo>
                  <a:lnTo>
                    <a:pt x="0" y="2021"/>
                  </a:lnTo>
                  <a:lnTo>
                    <a:pt x="0" y="2191"/>
                  </a:lnTo>
                  <a:lnTo>
                    <a:pt x="27" y="2360"/>
                  </a:lnTo>
                  <a:lnTo>
                    <a:pt x="66" y="2517"/>
                  </a:lnTo>
                  <a:lnTo>
                    <a:pt x="131" y="2673"/>
                  </a:lnTo>
                  <a:lnTo>
                    <a:pt x="196" y="2817"/>
                  </a:lnTo>
                  <a:lnTo>
                    <a:pt x="287" y="2960"/>
                  </a:lnTo>
                  <a:lnTo>
                    <a:pt x="379" y="3090"/>
                  </a:lnTo>
                  <a:lnTo>
                    <a:pt x="483" y="3208"/>
                  </a:lnTo>
                  <a:lnTo>
                    <a:pt x="600" y="3312"/>
                  </a:lnTo>
                  <a:lnTo>
                    <a:pt x="731" y="3403"/>
                  </a:lnTo>
                  <a:lnTo>
                    <a:pt x="874" y="3495"/>
                  </a:lnTo>
                  <a:lnTo>
                    <a:pt x="1017" y="3560"/>
                  </a:lnTo>
                  <a:lnTo>
                    <a:pt x="1174" y="3625"/>
                  </a:lnTo>
                  <a:lnTo>
                    <a:pt x="1330" y="3664"/>
                  </a:lnTo>
                  <a:lnTo>
                    <a:pt x="1500" y="3690"/>
                  </a:lnTo>
                  <a:lnTo>
                    <a:pt x="2256" y="3690"/>
                  </a:lnTo>
                  <a:lnTo>
                    <a:pt x="2673" y="3716"/>
                  </a:lnTo>
                  <a:lnTo>
                    <a:pt x="2869" y="3729"/>
                  </a:lnTo>
                  <a:lnTo>
                    <a:pt x="3064" y="3768"/>
                  </a:lnTo>
                  <a:lnTo>
                    <a:pt x="3260" y="3808"/>
                  </a:lnTo>
                  <a:lnTo>
                    <a:pt x="3468" y="3873"/>
                  </a:lnTo>
                  <a:lnTo>
                    <a:pt x="3494" y="3795"/>
                  </a:lnTo>
                  <a:lnTo>
                    <a:pt x="3768" y="4055"/>
                  </a:lnTo>
                  <a:lnTo>
                    <a:pt x="4003" y="4225"/>
                  </a:lnTo>
                  <a:lnTo>
                    <a:pt x="4159" y="4342"/>
                  </a:lnTo>
                  <a:lnTo>
                    <a:pt x="4212" y="4368"/>
                  </a:lnTo>
                  <a:lnTo>
                    <a:pt x="7380" y="4368"/>
                  </a:lnTo>
                  <a:lnTo>
                    <a:pt x="7471" y="4303"/>
                  </a:lnTo>
                  <a:lnTo>
                    <a:pt x="7745" y="4094"/>
                  </a:lnTo>
                  <a:lnTo>
                    <a:pt x="7927" y="3938"/>
                  </a:lnTo>
                  <a:lnTo>
                    <a:pt x="8123" y="3755"/>
                  </a:lnTo>
                  <a:lnTo>
                    <a:pt x="8344" y="3534"/>
                  </a:lnTo>
                  <a:lnTo>
                    <a:pt x="8566" y="3273"/>
                  </a:lnTo>
                  <a:lnTo>
                    <a:pt x="8788" y="2986"/>
                  </a:lnTo>
                  <a:lnTo>
                    <a:pt x="9009" y="2660"/>
                  </a:lnTo>
                  <a:lnTo>
                    <a:pt x="9114" y="2478"/>
                  </a:lnTo>
                  <a:lnTo>
                    <a:pt x="9205" y="2295"/>
                  </a:lnTo>
                  <a:lnTo>
                    <a:pt x="9296" y="2100"/>
                  </a:lnTo>
                  <a:lnTo>
                    <a:pt x="9387" y="1904"/>
                  </a:lnTo>
                  <a:lnTo>
                    <a:pt x="9466" y="1695"/>
                  </a:lnTo>
                  <a:lnTo>
                    <a:pt x="9544" y="1474"/>
                  </a:lnTo>
                  <a:lnTo>
                    <a:pt x="9596" y="1252"/>
                  </a:lnTo>
                  <a:lnTo>
                    <a:pt x="9661" y="1018"/>
                  </a:lnTo>
                  <a:lnTo>
                    <a:pt x="9700" y="783"/>
                  </a:lnTo>
                  <a:lnTo>
                    <a:pt x="9726" y="535"/>
                  </a:lnTo>
                  <a:lnTo>
                    <a:pt x="9752" y="274"/>
                  </a:lnTo>
                  <a:lnTo>
                    <a:pt x="9752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039377" y="2266786"/>
              <a:ext cx="78194" cy="268480"/>
            </a:xfrm>
            <a:custGeom>
              <a:rect b="b" l="l" r="r" t="t"/>
              <a:pathLst>
                <a:path extrusionOk="0" h="8776" w="2556">
                  <a:moveTo>
                    <a:pt x="1512" y="1"/>
                  </a:moveTo>
                  <a:lnTo>
                    <a:pt x="1669" y="288"/>
                  </a:lnTo>
                  <a:lnTo>
                    <a:pt x="1799" y="575"/>
                  </a:lnTo>
                  <a:lnTo>
                    <a:pt x="1864" y="718"/>
                  </a:lnTo>
                  <a:lnTo>
                    <a:pt x="1917" y="861"/>
                  </a:lnTo>
                  <a:lnTo>
                    <a:pt x="1956" y="1018"/>
                  </a:lnTo>
                  <a:lnTo>
                    <a:pt x="1982" y="1161"/>
                  </a:lnTo>
                  <a:lnTo>
                    <a:pt x="2008" y="1305"/>
                  </a:lnTo>
                  <a:lnTo>
                    <a:pt x="2021" y="1448"/>
                  </a:lnTo>
                  <a:lnTo>
                    <a:pt x="2021" y="1578"/>
                  </a:lnTo>
                  <a:lnTo>
                    <a:pt x="2008" y="1722"/>
                  </a:lnTo>
                  <a:lnTo>
                    <a:pt x="1995" y="1787"/>
                  </a:lnTo>
                  <a:lnTo>
                    <a:pt x="1982" y="1852"/>
                  </a:lnTo>
                  <a:lnTo>
                    <a:pt x="1956" y="1917"/>
                  </a:lnTo>
                  <a:lnTo>
                    <a:pt x="1943" y="1983"/>
                  </a:lnTo>
                  <a:lnTo>
                    <a:pt x="1917" y="2048"/>
                  </a:lnTo>
                  <a:lnTo>
                    <a:pt x="1891" y="2100"/>
                  </a:lnTo>
                  <a:lnTo>
                    <a:pt x="1838" y="2217"/>
                  </a:lnTo>
                  <a:lnTo>
                    <a:pt x="1773" y="2335"/>
                  </a:lnTo>
                  <a:lnTo>
                    <a:pt x="1734" y="2400"/>
                  </a:lnTo>
                  <a:lnTo>
                    <a:pt x="1695" y="2452"/>
                  </a:lnTo>
                  <a:lnTo>
                    <a:pt x="1656" y="2504"/>
                  </a:lnTo>
                  <a:lnTo>
                    <a:pt x="1617" y="2556"/>
                  </a:lnTo>
                  <a:lnTo>
                    <a:pt x="1525" y="2647"/>
                  </a:lnTo>
                  <a:lnTo>
                    <a:pt x="1317" y="2830"/>
                  </a:lnTo>
                  <a:lnTo>
                    <a:pt x="1069" y="3013"/>
                  </a:lnTo>
                  <a:lnTo>
                    <a:pt x="808" y="3221"/>
                  </a:lnTo>
                  <a:lnTo>
                    <a:pt x="665" y="3338"/>
                  </a:lnTo>
                  <a:lnTo>
                    <a:pt x="535" y="3469"/>
                  </a:lnTo>
                  <a:lnTo>
                    <a:pt x="404" y="3625"/>
                  </a:lnTo>
                  <a:lnTo>
                    <a:pt x="287" y="3795"/>
                  </a:lnTo>
                  <a:lnTo>
                    <a:pt x="183" y="3964"/>
                  </a:lnTo>
                  <a:lnTo>
                    <a:pt x="104" y="4160"/>
                  </a:lnTo>
                  <a:lnTo>
                    <a:pt x="52" y="4355"/>
                  </a:lnTo>
                  <a:lnTo>
                    <a:pt x="13" y="4564"/>
                  </a:lnTo>
                  <a:lnTo>
                    <a:pt x="0" y="4773"/>
                  </a:lnTo>
                  <a:lnTo>
                    <a:pt x="26" y="4994"/>
                  </a:lnTo>
                  <a:lnTo>
                    <a:pt x="39" y="5099"/>
                  </a:lnTo>
                  <a:lnTo>
                    <a:pt x="78" y="5203"/>
                  </a:lnTo>
                  <a:lnTo>
                    <a:pt x="104" y="5307"/>
                  </a:lnTo>
                  <a:lnTo>
                    <a:pt x="157" y="5411"/>
                  </a:lnTo>
                  <a:lnTo>
                    <a:pt x="196" y="5503"/>
                  </a:lnTo>
                  <a:lnTo>
                    <a:pt x="248" y="5594"/>
                  </a:lnTo>
                  <a:lnTo>
                    <a:pt x="313" y="5672"/>
                  </a:lnTo>
                  <a:lnTo>
                    <a:pt x="365" y="5750"/>
                  </a:lnTo>
                  <a:lnTo>
                    <a:pt x="496" y="5894"/>
                  </a:lnTo>
                  <a:lnTo>
                    <a:pt x="626" y="6024"/>
                  </a:lnTo>
                  <a:lnTo>
                    <a:pt x="756" y="6155"/>
                  </a:lnTo>
                  <a:lnTo>
                    <a:pt x="887" y="6259"/>
                  </a:lnTo>
                  <a:lnTo>
                    <a:pt x="1147" y="6467"/>
                  </a:lnTo>
                  <a:lnTo>
                    <a:pt x="1382" y="6650"/>
                  </a:lnTo>
                  <a:lnTo>
                    <a:pt x="1499" y="6754"/>
                  </a:lnTo>
                  <a:lnTo>
                    <a:pt x="1604" y="6846"/>
                  </a:lnTo>
                  <a:lnTo>
                    <a:pt x="1708" y="6937"/>
                  </a:lnTo>
                  <a:lnTo>
                    <a:pt x="1799" y="7054"/>
                  </a:lnTo>
                  <a:lnTo>
                    <a:pt x="1877" y="7158"/>
                  </a:lnTo>
                  <a:lnTo>
                    <a:pt x="1956" y="7276"/>
                  </a:lnTo>
                  <a:lnTo>
                    <a:pt x="2021" y="7406"/>
                  </a:lnTo>
                  <a:lnTo>
                    <a:pt x="2086" y="7550"/>
                  </a:lnTo>
                  <a:lnTo>
                    <a:pt x="2138" y="7680"/>
                  </a:lnTo>
                  <a:lnTo>
                    <a:pt x="2177" y="7823"/>
                  </a:lnTo>
                  <a:lnTo>
                    <a:pt x="2256" y="8136"/>
                  </a:lnTo>
                  <a:lnTo>
                    <a:pt x="2295" y="8449"/>
                  </a:lnTo>
                  <a:lnTo>
                    <a:pt x="2347" y="8775"/>
                  </a:lnTo>
                  <a:lnTo>
                    <a:pt x="2425" y="8449"/>
                  </a:lnTo>
                  <a:lnTo>
                    <a:pt x="2464" y="8293"/>
                  </a:lnTo>
                  <a:lnTo>
                    <a:pt x="2477" y="8123"/>
                  </a:lnTo>
                  <a:lnTo>
                    <a:pt x="2503" y="7954"/>
                  </a:lnTo>
                  <a:lnTo>
                    <a:pt x="2503" y="7784"/>
                  </a:lnTo>
                  <a:lnTo>
                    <a:pt x="2503" y="7615"/>
                  </a:lnTo>
                  <a:lnTo>
                    <a:pt x="2477" y="7445"/>
                  </a:lnTo>
                  <a:lnTo>
                    <a:pt x="2451" y="7263"/>
                  </a:lnTo>
                  <a:lnTo>
                    <a:pt x="2399" y="7093"/>
                  </a:lnTo>
                  <a:lnTo>
                    <a:pt x="2347" y="6924"/>
                  </a:lnTo>
                  <a:lnTo>
                    <a:pt x="2269" y="6754"/>
                  </a:lnTo>
                  <a:lnTo>
                    <a:pt x="2177" y="6598"/>
                  </a:lnTo>
                  <a:lnTo>
                    <a:pt x="2073" y="6441"/>
                  </a:lnTo>
                  <a:lnTo>
                    <a:pt x="1956" y="6298"/>
                  </a:lnTo>
                  <a:lnTo>
                    <a:pt x="1838" y="6168"/>
                  </a:lnTo>
                  <a:lnTo>
                    <a:pt x="1604" y="5933"/>
                  </a:lnTo>
                  <a:lnTo>
                    <a:pt x="1382" y="5711"/>
                  </a:lnTo>
                  <a:lnTo>
                    <a:pt x="1173" y="5490"/>
                  </a:lnTo>
                  <a:lnTo>
                    <a:pt x="1082" y="5385"/>
                  </a:lnTo>
                  <a:lnTo>
                    <a:pt x="1004" y="5281"/>
                  </a:lnTo>
                  <a:lnTo>
                    <a:pt x="952" y="5177"/>
                  </a:lnTo>
                  <a:lnTo>
                    <a:pt x="900" y="5072"/>
                  </a:lnTo>
                  <a:lnTo>
                    <a:pt x="861" y="4981"/>
                  </a:lnTo>
                  <a:lnTo>
                    <a:pt x="848" y="4877"/>
                  </a:lnTo>
                  <a:lnTo>
                    <a:pt x="848" y="4773"/>
                  </a:lnTo>
                  <a:lnTo>
                    <a:pt x="848" y="4655"/>
                  </a:lnTo>
                  <a:lnTo>
                    <a:pt x="874" y="4551"/>
                  </a:lnTo>
                  <a:lnTo>
                    <a:pt x="900" y="4434"/>
                  </a:lnTo>
                  <a:lnTo>
                    <a:pt x="952" y="4329"/>
                  </a:lnTo>
                  <a:lnTo>
                    <a:pt x="1004" y="4225"/>
                  </a:lnTo>
                  <a:lnTo>
                    <a:pt x="1069" y="4134"/>
                  </a:lnTo>
                  <a:lnTo>
                    <a:pt x="1147" y="4029"/>
                  </a:lnTo>
                  <a:lnTo>
                    <a:pt x="1239" y="3938"/>
                  </a:lnTo>
                  <a:lnTo>
                    <a:pt x="1343" y="3834"/>
                  </a:lnTo>
                  <a:lnTo>
                    <a:pt x="1565" y="3638"/>
                  </a:lnTo>
                  <a:lnTo>
                    <a:pt x="1825" y="3417"/>
                  </a:lnTo>
                  <a:lnTo>
                    <a:pt x="1956" y="3286"/>
                  </a:lnTo>
                  <a:lnTo>
                    <a:pt x="2073" y="3143"/>
                  </a:lnTo>
                  <a:lnTo>
                    <a:pt x="2190" y="2986"/>
                  </a:lnTo>
                  <a:lnTo>
                    <a:pt x="2243" y="2908"/>
                  </a:lnTo>
                  <a:lnTo>
                    <a:pt x="2295" y="2830"/>
                  </a:lnTo>
                  <a:lnTo>
                    <a:pt x="2334" y="2739"/>
                  </a:lnTo>
                  <a:lnTo>
                    <a:pt x="2373" y="2661"/>
                  </a:lnTo>
                  <a:lnTo>
                    <a:pt x="2451" y="2478"/>
                  </a:lnTo>
                  <a:lnTo>
                    <a:pt x="2503" y="2295"/>
                  </a:lnTo>
                  <a:lnTo>
                    <a:pt x="2542" y="2113"/>
                  </a:lnTo>
                  <a:lnTo>
                    <a:pt x="2555" y="1917"/>
                  </a:lnTo>
                  <a:lnTo>
                    <a:pt x="2555" y="1735"/>
                  </a:lnTo>
                  <a:lnTo>
                    <a:pt x="2542" y="1552"/>
                  </a:lnTo>
                  <a:lnTo>
                    <a:pt x="2503" y="1370"/>
                  </a:lnTo>
                  <a:lnTo>
                    <a:pt x="2451" y="1200"/>
                  </a:lnTo>
                  <a:lnTo>
                    <a:pt x="2386" y="1031"/>
                  </a:lnTo>
                  <a:lnTo>
                    <a:pt x="2295" y="874"/>
                  </a:lnTo>
                  <a:lnTo>
                    <a:pt x="2216" y="718"/>
                  </a:lnTo>
                  <a:lnTo>
                    <a:pt x="2112" y="588"/>
                  </a:lnTo>
                  <a:lnTo>
                    <a:pt x="2008" y="457"/>
                  </a:lnTo>
                  <a:lnTo>
                    <a:pt x="1891" y="327"/>
                  </a:lnTo>
                  <a:lnTo>
                    <a:pt x="1773" y="209"/>
                  </a:lnTo>
                  <a:lnTo>
                    <a:pt x="1643" y="105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113166" y="2163505"/>
              <a:ext cx="59839" cy="237337"/>
            </a:xfrm>
            <a:custGeom>
              <a:rect b="b" l="l" r="r" t="t"/>
              <a:pathLst>
                <a:path extrusionOk="0" h="7758" w="1956">
                  <a:moveTo>
                    <a:pt x="508" y="0"/>
                  </a:moveTo>
                  <a:lnTo>
                    <a:pt x="430" y="118"/>
                  </a:lnTo>
                  <a:lnTo>
                    <a:pt x="365" y="235"/>
                  </a:lnTo>
                  <a:lnTo>
                    <a:pt x="300" y="352"/>
                  </a:lnTo>
                  <a:lnTo>
                    <a:pt x="235" y="470"/>
                  </a:lnTo>
                  <a:lnTo>
                    <a:pt x="183" y="600"/>
                  </a:lnTo>
                  <a:lnTo>
                    <a:pt x="143" y="730"/>
                  </a:lnTo>
                  <a:lnTo>
                    <a:pt x="104" y="874"/>
                  </a:lnTo>
                  <a:lnTo>
                    <a:pt x="65" y="1004"/>
                  </a:lnTo>
                  <a:lnTo>
                    <a:pt x="26" y="1278"/>
                  </a:lnTo>
                  <a:lnTo>
                    <a:pt x="0" y="1565"/>
                  </a:lnTo>
                  <a:lnTo>
                    <a:pt x="13" y="1852"/>
                  </a:lnTo>
                  <a:lnTo>
                    <a:pt x="39" y="2125"/>
                  </a:lnTo>
                  <a:lnTo>
                    <a:pt x="104" y="2412"/>
                  </a:lnTo>
                  <a:lnTo>
                    <a:pt x="130" y="2556"/>
                  </a:lnTo>
                  <a:lnTo>
                    <a:pt x="183" y="2686"/>
                  </a:lnTo>
                  <a:lnTo>
                    <a:pt x="235" y="2829"/>
                  </a:lnTo>
                  <a:lnTo>
                    <a:pt x="287" y="2960"/>
                  </a:lnTo>
                  <a:lnTo>
                    <a:pt x="417" y="3220"/>
                  </a:lnTo>
                  <a:lnTo>
                    <a:pt x="561" y="3468"/>
                  </a:lnTo>
                  <a:lnTo>
                    <a:pt x="704" y="3690"/>
                  </a:lnTo>
                  <a:lnTo>
                    <a:pt x="834" y="3885"/>
                  </a:lnTo>
                  <a:lnTo>
                    <a:pt x="939" y="4081"/>
                  </a:lnTo>
                  <a:lnTo>
                    <a:pt x="1030" y="4276"/>
                  </a:lnTo>
                  <a:lnTo>
                    <a:pt x="1095" y="4485"/>
                  </a:lnTo>
                  <a:lnTo>
                    <a:pt x="1134" y="4694"/>
                  </a:lnTo>
                  <a:lnTo>
                    <a:pt x="1160" y="4915"/>
                  </a:lnTo>
                  <a:lnTo>
                    <a:pt x="1160" y="5124"/>
                  </a:lnTo>
                  <a:lnTo>
                    <a:pt x="1147" y="5346"/>
                  </a:lnTo>
                  <a:lnTo>
                    <a:pt x="1108" y="5567"/>
                  </a:lnTo>
                  <a:lnTo>
                    <a:pt x="1043" y="5776"/>
                  </a:lnTo>
                  <a:lnTo>
                    <a:pt x="1004" y="5893"/>
                  </a:lnTo>
                  <a:lnTo>
                    <a:pt x="965" y="5997"/>
                  </a:lnTo>
                  <a:lnTo>
                    <a:pt x="913" y="6102"/>
                  </a:lnTo>
                  <a:lnTo>
                    <a:pt x="860" y="6206"/>
                  </a:lnTo>
                  <a:lnTo>
                    <a:pt x="730" y="6441"/>
                  </a:lnTo>
                  <a:lnTo>
                    <a:pt x="600" y="6675"/>
                  </a:lnTo>
                  <a:lnTo>
                    <a:pt x="495" y="6936"/>
                  </a:lnTo>
                  <a:lnTo>
                    <a:pt x="443" y="7066"/>
                  </a:lnTo>
                  <a:lnTo>
                    <a:pt x="417" y="7210"/>
                  </a:lnTo>
                  <a:lnTo>
                    <a:pt x="391" y="7353"/>
                  </a:lnTo>
                  <a:lnTo>
                    <a:pt x="404" y="7497"/>
                  </a:lnTo>
                  <a:lnTo>
                    <a:pt x="430" y="7627"/>
                  </a:lnTo>
                  <a:lnTo>
                    <a:pt x="469" y="7757"/>
                  </a:lnTo>
                  <a:lnTo>
                    <a:pt x="495" y="7627"/>
                  </a:lnTo>
                  <a:lnTo>
                    <a:pt x="522" y="7510"/>
                  </a:lnTo>
                  <a:lnTo>
                    <a:pt x="574" y="7392"/>
                  </a:lnTo>
                  <a:lnTo>
                    <a:pt x="626" y="7288"/>
                  </a:lnTo>
                  <a:lnTo>
                    <a:pt x="704" y="7184"/>
                  </a:lnTo>
                  <a:lnTo>
                    <a:pt x="782" y="7093"/>
                  </a:lnTo>
                  <a:lnTo>
                    <a:pt x="939" y="6910"/>
                  </a:lnTo>
                  <a:lnTo>
                    <a:pt x="1121" y="6727"/>
                  </a:lnTo>
                  <a:lnTo>
                    <a:pt x="1304" y="6532"/>
                  </a:lnTo>
                  <a:lnTo>
                    <a:pt x="1395" y="6428"/>
                  </a:lnTo>
                  <a:lnTo>
                    <a:pt x="1486" y="6310"/>
                  </a:lnTo>
                  <a:lnTo>
                    <a:pt x="1564" y="6193"/>
                  </a:lnTo>
                  <a:lnTo>
                    <a:pt x="1643" y="6063"/>
                  </a:lnTo>
                  <a:lnTo>
                    <a:pt x="1721" y="5919"/>
                  </a:lnTo>
                  <a:lnTo>
                    <a:pt x="1773" y="5789"/>
                  </a:lnTo>
                  <a:lnTo>
                    <a:pt x="1825" y="5645"/>
                  </a:lnTo>
                  <a:lnTo>
                    <a:pt x="1877" y="5502"/>
                  </a:lnTo>
                  <a:lnTo>
                    <a:pt x="1903" y="5359"/>
                  </a:lnTo>
                  <a:lnTo>
                    <a:pt x="1930" y="5202"/>
                  </a:lnTo>
                  <a:lnTo>
                    <a:pt x="1956" y="5059"/>
                  </a:lnTo>
                  <a:lnTo>
                    <a:pt x="1956" y="4902"/>
                  </a:lnTo>
                  <a:lnTo>
                    <a:pt x="1956" y="4746"/>
                  </a:lnTo>
                  <a:lnTo>
                    <a:pt x="1943" y="4602"/>
                  </a:lnTo>
                  <a:lnTo>
                    <a:pt x="1930" y="4446"/>
                  </a:lnTo>
                  <a:lnTo>
                    <a:pt x="1903" y="4290"/>
                  </a:lnTo>
                  <a:lnTo>
                    <a:pt x="1864" y="4146"/>
                  </a:lnTo>
                  <a:lnTo>
                    <a:pt x="1812" y="3990"/>
                  </a:lnTo>
                  <a:lnTo>
                    <a:pt x="1760" y="3846"/>
                  </a:lnTo>
                  <a:lnTo>
                    <a:pt x="1695" y="3703"/>
                  </a:lnTo>
                  <a:lnTo>
                    <a:pt x="1551" y="3455"/>
                  </a:lnTo>
                  <a:lnTo>
                    <a:pt x="1395" y="3220"/>
                  </a:lnTo>
                  <a:lnTo>
                    <a:pt x="1095" y="2803"/>
                  </a:lnTo>
                  <a:lnTo>
                    <a:pt x="978" y="2608"/>
                  </a:lnTo>
                  <a:lnTo>
                    <a:pt x="874" y="2412"/>
                  </a:lnTo>
                  <a:lnTo>
                    <a:pt x="769" y="2190"/>
                  </a:lnTo>
                  <a:lnTo>
                    <a:pt x="691" y="1982"/>
                  </a:lnTo>
                  <a:lnTo>
                    <a:pt x="613" y="1747"/>
                  </a:lnTo>
                  <a:lnTo>
                    <a:pt x="561" y="1513"/>
                  </a:lnTo>
                  <a:lnTo>
                    <a:pt x="508" y="1278"/>
                  </a:lnTo>
                  <a:lnTo>
                    <a:pt x="482" y="1030"/>
                  </a:lnTo>
                  <a:lnTo>
                    <a:pt x="469" y="782"/>
                  </a:lnTo>
                  <a:lnTo>
                    <a:pt x="469" y="522"/>
                  </a:lnTo>
                  <a:lnTo>
                    <a:pt x="482" y="261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7073954" y="2211750"/>
              <a:ext cx="222193" cy="522122"/>
            </a:xfrm>
            <a:custGeom>
              <a:rect b="b" l="l" r="r" t="t"/>
              <a:pathLst>
                <a:path extrusionOk="0" h="17067" w="7263">
                  <a:moveTo>
                    <a:pt x="3638" y="1"/>
                  </a:moveTo>
                  <a:lnTo>
                    <a:pt x="131" y="14"/>
                  </a:lnTo>
                  <a:lnTo>
                    <a:pt x="105" y="1370"/>
                  </a:lnTo>
                  <a:lnTo>
                    <a:pt x="66" y="3104"/>
                  </a:lnTo>
                  <a:lnTo>
                    <a:pt x="14" y="4851"/>
                  </a:lnTo>
                  <a:lnTo>
                    <a:pt x="1" y="5607"/>
                  </a:lnTo>
                  <a:lnTo>
                    <a:pt x="1" y="6207"/>
                  </a:lnTo>
                  <a:lnTo>
                    <a:pt x="14" y="6493"/>
                  </a:lnTo>
                  <a:lnTo>
                    <a:pt x="27" y="6780"/>
                  </a:lnTo>
                  <a:lnTo>
                    <a:pt x="53" y="7054"/>
                  </a:lnTo>
                  <a:lnTo>
                    <a:pt x="118" y="7328"/>
                  </a:lnTo>
                  <a:lnTo>
                    <a:pt x="144" y="7471"/>
                  </a:lnTo>
                  <a:lnTo>
                    <a:pt x="197" y="7602"/>
                  </a:lnTo>
                  <a:lnTo>
                    <a:pt x="249" y="7719"/>
                  </a:lnTo>
                  <a:lnTo>
                    <a:pt x="301" y="7849"/>
                  </a:lnTo>
                  <a:lnTo>
                    <a:pt x="366" y="7954"/>
                  </a:lnTo>
                  <a:lnTo>
                    <a:pt x="444" y="8071"/>
                  </a:lnTo>
                  <a:lnTo>
                    <a:pt x="535" y="8175"/>
                  </a:lnTo>
                  <a:lnTo>
                    <a:pt x="627" y="8266"/>
                  </a:lnTo>
                  <a:lnTo>
                    <a:pt x="718" y="8345"/>
                  </a:lnTo>
                  <a:lnTo>
                    <a:pt x="822" y="8410"/>
                  </a:lnTo>
                  <a:lnTo>
                    <a:pt x="1018" y="8527"/>
                  </a:lnTo>
                  <a:lnTo>
                    <a:pt x="1226" y="8618"/>
                  </a:lnTo>
                  <a:lnTo>
                    <a:pt x="1448" y="8710"/>
                  </a:lnTo>
                  <a:lnTo>
                    <a:pt x="1670" y="8801"/>
                  </a:lnTo>
                  <a:lnTo>
                    <a:pt x="1878" y="8905"/>
                  </a:lnTo>
                  <a:lnTo>
                    <a:pt x="2087" y="9010"/>
                  </a:lnTo>
                  <a:lnTo>
                    <a:pt x="2178" y="9075"/>
                  </a:lnTo>
                  <a:lnTo>
                    <a:pt x="2269" y="9153"/>
                  </a:lnTo>
                  <a:lnTo>
                    <a:pt x="2400" y="9270"/>
                  </a:lnTo>
                  <a:lnTo>
                    <a:pt x="2517" y="9414"/>
                  </a:lnTo>
                  <a:lnTo>
                    <a:pt x="2621" y="9570"/>
                  </a:lnTo>
                  <a:lnTo>
                    <a:pt x="2713" y="9727"/>
                  </a:lnTo>
                  <a:lnTo>
                    <a:pt x="2804" y="9909"/>
                  </a:lnTo>
                  <a:lnTo>
                    <a:pt x="2869" y="10092"/>
                  </a:lnTo>
                  <a:lnTo>
                    <a:pt x="2934" y="10287"/>
                  </a:lnTo>
                  <a:lnTo>
                    <a:pt x="3000" y="10483"/>
                  </a:lnTo>
                  <a:lnTo>
                    <a:pt x="3039" y="10691"/>
                  </a:lnTo>
                  <a:lnTo>
                    <a:pt x="3078" y="10887"/>
                  </a:lnTo>
                  <a:lnTo>
                    <a:pt x="3143" y="11291"/>
                  </a:lnTo>
                  <a:lnTo>
                    <a:pt x="3169" y="11682"/>
                  </a:lnTo>
                  <a:lnTo>
                    <a:pt x="3182" y="12034"/>
                  </a:lnTo>
                  <a:lnTo>
                    <a:pt x="3143" y="15176"/>
                  </a:lnTo>
                  <a:lnTo>
                    <a:pt x="3143" y="15333"/>
                  </a:lnTo>
                  <a:lnTo>
                    <a:pt x="3130" y="15502"/>
                  </a:lnTo>
                  <a:lnTo>
                    <a:pt x="3091" y="15646"/>
                  </a:lnTo>
                  <a:lnTo>
                    <a:pt x="3065" y="15711"/>
                  </a:lnTo>
                  <a:lnTo>
                    <a:pt x="3026" y="15789"/>
                  </a:lnTo>
                  <a:lnTo>
                    <a:pt x="2973" y="15841"/>
                  </a:lnTo>
                  <a:lnTo>
                    <a:pt x="2934" y="15880"/>
                  </a:lnTo>
                  <a:lnTo>
                    <a:pt x="2817" y="15972"/>
                  </a:lnTo>
                  <a:lnTo>
                    <a:pt x="2700" y="16037"/>
                  </a:lnTo>
                  <a:lnTo>
                    <a:pt x="2569" y="16089"/>
                  </a:lnTo>
                  <a:lnTo>
                    <a:pt x="2256" y="16232"/>
                  </a:lnTo>
                  <a:lnTo>
                    <a:pt x="1970" y="16376"/>
                  </a:lnTo>
                  <a:lnTo>
                    <a:pt x="1435" y="16636"/>
                  </a:lnTo>
                  <a:lnTo>
                    <a:pt x="1161" y="16754"/>
                  </a:lnTo>
                  <a:lnTo>
                    <a:pt x="888" y="16858"/>
                  </a:lnTo>
                  <a:lnTo>
                    <a:pt x="588" y="16962"/>
                  </a:lnTo>
                  <a:lnTo>
                    <a:pt x="249" y="17041"/>
                  </a:lnTo>
                  <a:lnTo>
                    <a:pt x="249" y="17041"/>
                  </a:lnTo>
                  <a:lnTo>
                    <a:pt x="1109" y="17028"/>
                  </a:lnTo>
                  <a:lnTo>
                    <a:pt x="1774" y="17041"/>
                  </a:lnTo>
                  <a:lnTo>
                    <a:pt x="2465" y="17041"/>
                  </a:lnTo>
                  <a:lnTo>
                    <a:pt x="3430" y="17028"/>
                  </a:lnTo>
                  <a:lnTo>
                    <a:pt x="4316" y="17041"/>
                  </a:lnTo>
                  <a:lnTo>
                    <a:pt x="5190" y="17054"/>
                  </a:lnTo>
                  <a:lnTo>
                    <a:pt x="7002" y="17067"/>
                  </a:lnTo>
                  <a:lnTo>
                    <a:pt x="6663" y="16988"/>
                  </a:lnTo>
                  <a:lnTo>
                    <a:pt x="6363" y="16884"/>
                  </a:lnTo>
                  <a:lnTo>
                    <a:pt x="6089" y="16780"/>
                  </a:lnTo>
                  <a:lnTo>
                    <a:pt x="5829" y="16649"/>
                  </a:lnTo>
                  <a:lnTo>
                    <a:pt x="5294" y="16376"/>
                  </a:lnTo>
                  <a:lnTo>
                    <a:pt x="5007" y="16232"/>
                  </a:lnTo>
                  <a:lnTo>
                    <a:pt x="4694" y="16089"/>
                  </a:lnTo>
                  <a:lnTo>
                    <a:pt x="4564" y="16037"/>
                  </a:lnTo>
                  <a:lnTo>
                    <a:pt x="4447" y="15972"/>
                  </a:lnTo>
                  <a:lnTo>
                    <a:pt x="4329" y="15880"/>
                  </a:lnTo>
                  <a:lnTo>
                    <a:pt x="4290" y="15841"/>
                  </a:lnTo>
                  <a:lnTo>
                    <a:pt x="4238" y="15789"/>
                  </a:lnTo>
                  <a:lnTo>
                    <a:pt x="4199" y="15711"/>
                  </a:lnTo>
                  <a:lnTo>
                    <a:pt x="4173" y="15646"/>
                  </a:lnTo>
                  <a:lnTo>
                    <a:pt x="4134" y="15502"/>
                  </a:lnTo>
                  <a:lnTo>
                    <a:pt x="4121" y="15333"/>
                  </a:lnTo>
                  <a:lnTo>
                    <a:pt x="4121" y="15176"/>
                  </a:lnTo>
                  <a:lnTo>
                    <a:pt x="4082" y="12034"/>
                  </a:lnTo>
                  <a:lnTo>
                    <a:pt x="4095" y="11682"/>
                  </a:lnTo>
                  <a:lnTo>
                    <a:pt x="4121" y="11291"/>
                  </a:lnTo>
                  <a:lnTo>
                    <a:pt x="4186" y="10887"/>
                  </a:lnTo>
                  <a:lnTo>
                    <a:pt x="4225" y="10691"/>
                  </a:lnTo>
                  <a:lnTo>
                    <a:pt x="4264" y="10483"/>
                  </a:lnTo>
                  <a:lnTo>
                    <a:pt x="4329" y="10287"/>
                  </a:lnTo>
                  <a:lnTo>
                    <a:pt x="4395" y="10092"/>
                  </a:lnTo>
                  <a:lnTo>
                    <a:pt x="4460" y="9909"/>
                  </a:lnTo>
                  <a:lnTo>
                    <a:pt x="4551" y="9727"/>
                  </a:lnTo>
                  <a:lnTo>
                    <a:pt x="4642" y="9570"/>
                  </a:lnTo>
                  <a:lnTo>
                    <a:pt x="4747" y="9414"/>
                  </a:lnTo>
                  <a:lnTo>
                    <a:pt x="4864" y="9270"/>
                  </a:lnTo>
                  <a:lnTo>
                    <a:pt x="4994" y="9153"/>
                  </a:lnTo>
                  <a:lnTo>
                    <a:pt x="5086" y="9075"/>
                  </a:lnTo>
                  <a:lnTo>
                    <a:pt x="5177" y="9010"/>
                  </a:lnTo>
                  <a:lnTo>
                    <a:pt x="5385" y="8905"/>
                  </a:lnTo>
                  <a:lnTo>
                    <a:pt x="5594" y="8801"/>
                  </a:lnTo>
                  <a:lnTo>
                    <a:pt x="5816" y="8710"/>
                  </a:lnTo>
                  <a:lnTo>
                    <a:pt x="6037" y="8618"/>
                  </a:lnTo>
                  <a:lnTo>
                    <a:pt x="6246" y="8527"/>
                  </a:lnTo>
                  <a:lnTo>
                    <a:pt x="6454" y="8410"/>
                  </a:lnTo>
                  <a:lnTo>
                    <a:pt x="6546" y="8345"/>
                  </a:lnTo>
                  <a:lnTo>
                    <a:pt x="6637" y="8266"/>
                  </a:lnTo>
                  <a:lnTo>
                    <a:pt x="6728" y="8175"/>
                  </a:lnTo>
                  <a:lnTo>
                    <a:pt x="6819" y="8071"/>
                  </a:lnTo>
                  <a:lnTo>
                    <a:pt x="6898" y="7954"/>
                  </a:lnTo>
                  <a:lnTo>
                    <a:pt x="6963" y="7849"/>
                  </a:lnTo>
                  <a:lnTo>
                    <a:pt x="7028" y="7719"/>
                  </a:lnTo>
                  <a:lnTo>
                    <a:pt x="7067" y="7602"/>
                  </a:lnTo>
                  <a:lnTo>
                    <a:pt x="7119" y="7471"/>
                  </a:lnTo>
                  <a:lnTo>
                    <a:pt x="7158" y="7328"/>
                  </a:lnTo>
                  <a:lnTo>
                    <a:pt x="7211" y="7054"/>
                  </a:lnTo>
                  <a:lnTo>
                    <a:pt x="7237" y="6780"/>
                  </a:lnTo>
                  <a:lnTo>
                    <a:pt x="7250" y="6493"/>
                  </a:lnTo>
                  <a:lnTo>
                    <a:pt x="7263" y="6207"/>
                  </a:lnTo>
                  <a:lnTo>
                    <a:pt x="7263" y="5607"/>
                  </a:lnTo>
                  <a:lnTo>
                    <a:pt x="7250" y="4851"/>
                  </a:lnTo>
                  <a:lnTo>
                    <a:pt x="7198" y="3104"/>
                  </a:lnTo>
                  <a:lnTo>
                    <a:pt x="7158" y="1370"/>
                  </a:lnTo>
                  <a:lnTo>
                    <a:pt x="7132" y="14"/>
                  </a:lnTo>
                  <a:lnTo>
                    <a:pt x="3638" y="1"/>
                  </a:lnTo>
                  <a:close/>
                </a:path>
              </a:pathLst>
            </a:custGeom>
            <a:solidFill>
              <a:srgbClr val="F6F2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7073954" y="2211750"/>
              <a:ext cx="222193" cy="522122"/>
            </a:xfrm>
            <a:custGeom>
              <a:rect b="b" l="l" r="r" t="t"/>
              <a:pathLst>
                <a:path extrusionOk="0" fill="none" h="17067" w="7263">
                  <a:moveTo>
                    <a:pt x="3638" y="1"/>
                  </a:moveTo>
                  <a:lnTo>
                    <a:pt x="3638" y="1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05" y="1370"/>
                  </a:lnTo>
                  <a:lnTo>
                    <a:pt x="66" y="3104"/>
                  </a:lnTo>
                  <a:lnTo>
                    <a:pt x="14" y="4851"/>
                  </a:lnTo>
                  <a:lnTo>
                    <a:pt x="1" y="5607"/>
                  </a:lnTo>
                  <a:lnTo>
                    <a:pt x="1" y="6207"/>
                  </a:lnTo>
                  <a:lnTo>
                    <a:pt x="1" y="6207"/>
                  </a:lnTo>
                  <a:lnTo>
                    <a:pt x="14" y="6493"/>
                  </a:lnTo>
                  <a:lnTo>
                    <a:pt x="27" y="6780"/>
                  </a:lnTo>
                  <a:lnTo>
                    <a:pt x="53" y="7054"/>
                  </a:lnTo>
                  <a:lnTo>
                    <a:pt x="118" y="7328"/>
                  </a:lnTo>
                  <a:lnTo>
                    <a:pt x="144" y="7471"/>
                  </a:lnTo>
                  <a:lnTo>
                    <a:pt x="197" y="7602"/>
                  </a:lnTo>
                  <a:lnTo>
                    <a:pt x="249" y="7719"/>
                  </a:lnTo>
                  <a:lnTo>
                    <a:pt x="301" y="7849"/>
                  </a:lnTo>
                  <a:lnTo>
                    <a:pt x="366" y="7954"/>
                  </a:lnTo>
                  <a:lnTo>
                    <a:pt x="444" y="8071"/>
                  </a:lnTo>
                  <a:lnTo>
                    <a:pt x="535" y="8175"/>
                  </a:lnTo>
                  <a:lnTo>
                    <a:pt x="627" y="8266"/>
                  </a:lnTo>
                  <a:lnTo>
                    <a:pt x="627" y="8266"/>
                  </a:lnTo>
                  <a:lnTo>
                    <a:pt x="718" y="8345"/>
                  </a:lnTo>
                  <a:lnTo>
                    <a:pt x="822" y="8410"/>
                  </a:lnTo>
                  <a:lnTo>
                    <a:pt x="1018" y="8527"/>
                  </a:lnTo>
                  <a:lnTo>
                    <a:pt x="1226" y="8618"/>
                  </a:lnTo>
                  <a:lnTo>
                    <a:pt x="1448" y="8710"/>
                  </a:lnTo>
                  <a:lnTo>
                    <a:pt x="1670" y="8801"/>
                  </a:lnTo>
                  <a:lnTo>
                    <a:pt x="1878" y="8905"/>
                  </a:lnTo>
                  <a:lnTo>
                    <a:pt x="2087" y="9010"/>
                  </a:lnTo>
                  <a:lnTo>
                    <a:pt x="2178" y="9075"/>
                  </a:lnTo>
                  <a:lnTo>
                    <a:pt x="2269" y="9153"/>
                  </a:lnTo>
                  <a:lnTo>
                    <a:pt x="2269" y="9153"/>
                  </a:lnTo>
                  <a:lnTo>
                    <a:pt x="2400" y="9270"/>
                  </a:lnTo>
                  <a:lnTo>
                    <a:pt x="2517" y="9414"/>
                  </a:lnTo>
                  <a:lnTo>
                    <a:pt x="2621" y="9570"/>
                  </a:lnTo>
                  <a:lnTo>
                    <a:pt x="2713" y="9727"/>
                  </a:lnTo>
                  <a:lnTo>
                    <a:pt x="2804" y="9909"/>
                  </a:lnTo>
                  <a:lnTo>
                    <a:pt x="2869" y="10092"/>
                  </a:lnTo>
                  <a:lnTo>
                    <a:pt x="2934" y="10287"/>
                  </a:lnTo>
                  <a:lnTo>
                    <a:pt x="3000" y="10483"/>
                  </a:lnTo>
                  <a:lnTo>
                    <a:pt x="3039" y="10691"/>
                  </a:lnTo>
                  <a:lnTo>
                    <a:pt x="3078" y="10887"/>
                  </a:lnTo>
                  <a:lnTo>
                    <a:pt x="3143" y="11291"/>
                  </a:lnTo>
                  <a:lnTo>
                    <a:pt x="3169" y="11682"/>
                  </a:lnTo>
                  <a:lnTo>
                    <a:pt x="3182" y="12034"/>
                  </a:lnTo>
                  <a:lnTo>
                    <a:pt x="3182" y="12034"/>
                  </a:lnTo>
                  <a:lnTo>
                    <a:pt x="3143" y="15176"/>
                  </a:lnTo>
                  <a:lnTo>
                    <a:pt x="3143" y="15176"/>
                  </a:lnTo>
                  <a:lnTo>
                    <a:pt x="3143" y="15333"/>
                  </a:lnTo>
                  <a:lnTo>
                    <a:pt x="3130" y="15502"/>
                  </a:lnTo>
                  <a:lnTo>
                    <a:pt x="3091" y="15646"/>
                  </a:lnTo>
                  <a:lnTo>
                    <a:pt x="3065" y="15711"/>
                  </a:lnTo>
                  <a:lnTo>
                    <a:pt x="3026" y="15789"/>
                  </a:lnTo>
                  <a:lnTo>
                    <a:pt x="3026" y="15789"/>
                  </a:lnTo>
                  <a:lnTo>
                    <a:pt x="2973" y="15841"/>
                  </a:lnTo>
                  <a:lnTo>
                    <a:pt x="2934" y="15880"/>
                  </a:lnTo>
                  <a:lnTo>
                    <a:pt x="2817" y="15972"/>
                  </a:lnTo>
                  <a:lnTo>
                    <a:pt x="2700" y="16037"/>
                  </a:lnTo>
                  <a:lnTo>
                    <a:pt x="2569" y="16089"/>
                  </a:lnTo>
                  <a:lnTo>
                    <a:pt x="2569" y="16089"/>
                  </a:lnTo>
                  <a:lnTo>
                    <a:pt x="2256" y="16232"/>
                  </a:lnTo>
                  <a:lnTo>
                    <a:pt x="1970" y="16376"/>
                  </a:lnTo>
                  <a:lnTo>
                    <a:pt x="1435" y="16636"/>
                  </a:lnTo>
                  <a:lnTo>
                    <a:pt x="1161" y="16754"/>
                  </a:lnTo>
                  <a:lnTo>
                    <a:pt x="888" y="16858"/>
                  </a:lnTo>
                  <a:lnTo>
                    <a:pt x="588" y="16962"/>
                  </a:lnTo>
                  <a:lnTo>
                    <a:pt x="249" y="17041"/>
                  </a:lnTo>
                  <a:lnTo>
                    <a:pt x="249" y="17041"/>
                  </a:lnTo>
                  <a:lnTo>
                    <a:pt x="1109" y="17028"/>
                  </a:lnTo>
                  <a:lnTo>
                    <a:pt x="1109" y="17028"/>
                  </a:lnTo>
                  <a:lnTo>
                    <a:pt x="1774" y="17041"/>
                  </a:lnTo>
                  <a:lnTo>
                    <a:pt x="1774" y="17041"/>
                  </a:lnTo>
                  <a:lnTo>
                    <a:pt x="2465" y="17041"/>
                  </a:lnTo>
                  <a:lnTo>
                    <a:pt x="2465" y="17041"/>
                  </a:lnTo>
                  <a:lnTo>
                    <a:pt x="3430" y="17028"/>
                  </a:lnTo>
                  <a:lnTo>
                    <a:pt x="3430" y="17028"/>
                  </a:lnTo>
                  <a:lnTo>
                    <a:pt x="4316" y="17041"/>
                  </a:lnTo>
                  <a:lnTo>
                    <a:pt x="5190" y="17054"/>
                  </a:lnTo>
                  <a:lnTo>
                    <a:pt x="7002" y="17067"/>
                  </a:lnTo>
                  <a:lnTo>
                    <a:pt x="7002" y="17067"/>
                  </a:lnTo>
                  <a:lnTo>
                    <a:pt x="6663" y="16988"/>
                  </a:lnTo>
                  <a:lnTo>
                    <a:pt x="6363" y="16884"/>
                  </a:lnTo>
                  <a:lnTo>
                    <a:pt x="6089" y="16780"/>
                  </a:lnTo>
                  <a:lnTo>
                    <a:pt x="5829" y="16649"/>
                  </a:lnTo>
                  <a:lnTo>
                    <a:pt x="5294" y="16376"/>
                  </a:lnTo>
                  <a:lnTo>
                    <a:pt x="5007" y="16232"/>
                  </a:lnTo>
                  <a:lnTo>
                    <a:pt x="4694" y="16089"/>
                  </a:lnTo>
                  <a:lnTo>
                    <a:pt x="4694" y="16089"/>
                  </a:lnTo>
                  <a:lnTo>
                    <a:pt x="4564" y="16037"/>
                  </a:lnTo>
                  <a:lnTo>
                    <a:pt x="4447" y="15972"/>
                  </a:lnTo>
                  <a:lnTo>
                    <a:pt x="4329" y="15880"/>
                  </a:lnTo>
                  <a:lnTo>
                    <a:pt x="4290" y="15841"/>
                  </a:lnTo>
                  <a:lnTo>
                    <a:pt x="4238" y="15789"/>
                  </a:lnTo>
                  <a:lnTo>
                    <a:pt x="4238" y="15789"/>
                  </a:lnTo>
                  <a:lnTo>
                    <a:pt x="4199" y="15711"/>
                  </a:lnTo>
                  <a:lnTo>
                    <a:pt x="4173" y="15646"/>
                  </a:lnTo>
                  <a:lnTo>
                    <a:pt x="4134" y="15502"/>
                  </a:lnTo>
                  <a:lnTo>
                    <a:pt x="4121" y="15333"/>
                  </a:lnTo>
                  <a:lnTo>
                    <a:pt x="4121" y="15176"/>
                  </a:lnTo>
                  <a:lnTo>
                    <a:pt x="4121" y="15176"/>
                  </a:lnTo>
                  <a:lnTo>
                    <a:pt x="4082" y="12034"/>
                  </a:lnTo>
                  <a:lnTo>
                    <a:pt x="4082" y="12034"/>
                  </a:lnTo>
                  <a:lnTo>
                    <a:pt x="4095" y="11682"/>
                  </a:lnTo>
                  <a:lnTo>
                    <a:pt x="4121" y="11291"/>
                  </a:lnTo>
                  <a:lnTo>
                    <a:pt x="4186" y="10887"/>
                  </a:lnTo>
                  <a:lnTo>
                    <a:pt x="4225" y="10691"/>
                  </a:lnTo>
                  <a:lnTo>
                    <a:pt x="4264" y="10483"/>
                  </a:lnTo>
                  <a:lnTo>
                    <a:pt x="4329" y="10287"/>
                  </a:lnTo>
                  <a:lnTo>
                    <a:pt x="4395" y="10092"/>
                  </a:lnTo>
                  <a:lnTo>
                    <a:pt x="4460" y="9909"/>
                  </a:lnTo>
                  <a:lnTo>
                    <a:pt x="4551" y="9727"/>
                  </a:lnTo>
                  <a:lnTo>
                    <a:pt x="4642" y="9570"/>
                  </a:lnTo>
                  <a:lnTo>
                    <a:pt x="4747" y="9414"/>
                  </a:lnTo>
                  <a:lnTo>
                    <a:pt x="4864" y="9270"/>
                  </a:lnTo>
                  <a:lnTo>
                    <a:pt x="4994" y="9153"/>
                  </a:lnTo>
                  <a:lnTo>
                    <a:pt x="4994" y="9153"/>
                  </a:lnTo>
                  <a:lnTo>
                    <a:pt x="5086" y="9075"/>
                  </a:lnTo>
                  <a:lnTo>
                    <a:pt x="5177" y="9010"/>
                  </a:lnTo>
                  <a:lnTo>
                    <a:pt x="5385" y="8905"/>
                  </a:lnTo>
                  <a:lnTo>
                    <a:pt x="5594" y="8801"/>
                  </a:lnTo>
                  <a:lnTo>
                    <a:pt x="5816" y="8710"/>
                  </a:lnTo>
                  <a:lnTo>
                    <a:pt x="6037" y="8618"/>
                  </a:lnTo>
                  <a:lnTo>
                    <a:pt x="6246" y="8527"/>
                  </a:lnTo>
                  <a:lnTo>
                    <a:pt x="6454" y="8410"/>
                  </a:lnTo>
                  <a:lnTo>
                    <a:pt x="6546" y="8345"/>
                  </a:lnTo>
                  <a:lnTo>
                    <a:pt x="6637" y="8266"/>
                  </a:lnTo>
                  <a:lnTo>
                    <a:pt x="6637" y="8266"/>
                  </a:lnTo>
                  <a:lnTo>
                    <a:pt x="6728" y="8175"/>
                  </a:lnTo>
                  <a:lnTo>
                    <a:pt x="6819" y="8071"/>
                  </a:lnTo>
                  <a:lnTo>
                    <a:pt x="6898" y="7954"/>
                  </a:lnTo>
                  <a:lnTo>
                    <a:pt x="6963" y="7849"/>
                  </a:lnTo>
                  <a:lnTo>
                    <a:pt x="7028" y="7719"/>
                  </a:lnTo>
                  <a:lnTo>
                    <a:pt x="7067" y="7602"/>
                  </a:lnTo>
                  <a:lnTo>
                    <a:pt x="7119" y="7471"/>
                  </a:lnTo>
                  <a:lnTo>
                    <a:pt x="7158" y="7328"/>
                  </a:lnTo>
                  <a:lnTo>
                    <a:pt x="7211" y="7054"/>
                  </a:lnTo>
                  <a:lnTo>
                    <a:pt x="7237" y="6780"/>
                  </a:lnTo>
                  <a:lnTo>
                    <a:pt x="7250" y="6493"/>
                  </a:lnTo>
                  <a:lnTo>
                    <a:pt x="7263" y="6207"/>
                  </a:lnTo>
                  <a:lnTo>
                    <a:pt x="7263" y="6207"/>
                  </a:lnTo>
                  <a:lnTo>
                    <a:pt x="7263" y="5607"/>
                  </a:lnTo>
                  <a:lnTo>
                    <a:pt x="7250" y="4851"/>
                  </a:lnTo>
                  <a:lnTo>
                    <a:pt x="7198" y="3104"/>
                  </a:lnTo>
                  <a:lnTo>
                    <a:pt x="7158" y="1370"/>
                  </a:lnTo>
                  <a:lnTo>
                    <a:pt x="7132" y="14"/>
                  </a:lnTo>
                  <a:lnTo>
                    <a:pt x="7132" y="14"/>
                  </a:lnTo>
                  <a:lnTo>
                    <a:pt x="363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7089128" y="2333814"/>
              <a:ext cx="193865" cy="136014"/>
            </a:xfrm>
            <a:custGeom>
              <a:rect b="b" l="l" r="r" t="t"/>
              <a:pathLst>
                <a:path extrusionOk="0" h="4446" w="6337">
                  <a:moveTo>
                    <a:pt x="0" y="0"/>
                  </a:moveTo>
                  <a:lnTo>
                    <a:pt x="0" y="2060"/>
                  </a:lnTo>
                  <a:lnTo>
                    <a:pt x="13" y="2295"/>
                  </a:lnTo>
                  <a:lnTo>
                    <a:pt x="39" y="2542"/>
                  </a:lnTo>
                  <a:lnTo>
                    <a:pt x="105" y="2764"/>
                  </a:lnTo>
                  <a:lnTo>
                    <a:pt x="183" y="2986"/>
                  </a:lnTo>
                  <a:lnTo>
                    <a:pt x="287" y="3194"/>
                  </a:lnTo>
                  <a:lnTo>
                    <a:pt x="405" y="3390"/>
                  </a:lnTo>
                  <a:lnTo>
                    <a:pt x="548" y="3572"/>
                  </a:lnTo>
                  <a:lnTo>
                    <a:pt x="691" y="3742"/>
                  </a:lnTo>
                  <a:lnTo>
                    <a:pt x="861" y="3898"/>
                  </a:lnTo>
                  <a:lnTo>
                    <a:pt x="1056" y="4042"/>
                  </a:lnTo>
                  <a:lnTo>
                    <a:pt x="1252" y="4159"/>
                  </a:lnTo>
                  <a:lnTo>
                    <a:pt x="1461" y="4250"/>
                  </a:lnTo>
                  <a:lnTo>
                    <a:pt x="1669" y="4342"/>
                  </a:lnTo>
                  <a:lnTo>
                    <a:pt x="1904" y="4394"/>
                  </a:lnTo>
                  <a:lnTo>
                    <a:pt x="2139" y="4433"/>
                  </a:lnTo>
                  <a:lnTo>
                    <a:pt x="2386" y="4446"/>
                  </a:lnTo>
                  <a:lnTo>
                    <a:pt x="3938" y="4446"/>
                  </a:lnTo>
                  <a:lnTo>
                    <a:pt x="4185" y="4433"/>
                  </a:lnTo>
                  <a:lnTo>
                    <a:pt x="4420" y="4394"/>
                  </a:lnTo>
                  <a:lnTo>
                    <a:pt x="4655" y="4342"/>
                  </a:lnTo>
                  <a:lnTo>
                    <a:pt x="4876" y="4250"/>
                  </a:lnTo>
                  <a:lnTo>
                    <a:pt x="5085" y="4159"/>
                  </a:lnTo>
                  <a:lnTo>
                    <a:pt x="5281" y="4042"/>
                  </a:lnTo>
                  <a:lnTo>
                    <a:pt x="5463" y="3898"/>
                  </a:lnTo>
                  <a:lnTo>
                    <a:pt x="5633" y="3742"/>
                  </a:lnTo>
                  <a:lnTo>
                    <a:pt x="5789" y="3572"/>
                  </a:lnTo>
                  <a:lnTo>
                    <a:pt x="5919" y="3390"/>
                  </a:lnTo>
                  <a:lnTo>
                    <a:pt x="6050" y="3194"/>
                  </a:lnTo>
                  <a:lnTo>
                    <a:pt x="6141" y="2986"/>
                  </a:lnTo>
                  <a:lnTo>
                    <a:pt x="6219" y="2764"/>
                  </a:lnTo>
                  <a:lnTo>
                    <a:pt x="6284" y="2542"/>
                  </a:lnTo>
                  <a:lnTo>
                    <a:pt x="6323" y="2295"/>
                  </a:lnTo>
                  <a:lnTo>
                    <a:pt x="6337" y="2060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7106259" y="2367710"/>
              <a:ext cx="23189" cy="68221"/>
            </a:xfrm>
            <a:custGeom>
              <a:rect b="b" l="l" r="r" t="t"/>
              <a:pathLst>
                <a:path extrusionOk="0" h="2230" w="758">
                  <a:moveTo>
                    <a:pt x="379" y="0"/>
                  </a:moveTo>
                  <a:lnTo>
                    <a:pt x="301" y="13"/>
                  </a:lnTo>
                  <a:lnTo>
                    <a:pt x="236" y="26"/>
                  </a:lnTo>
                  <a:lnTo>
                    <a:pt x="170" y="66"/>
                  </a:lnTo>
                  <a:lnTo>
                    <a:pt x="105" y="105"/>
                  </a:lnTo>
                  <a:lnTo>
                    <a:pt x="66" y="170"/>
                  </a:lnTo>
                  <a:lnTo>
                    <a:pt x="27" y="235"/>
                  </a:lnTo>
                  <a:lnTo>
                    <a:pt x="14" y="300"/>
                  </a:lnTo>
                  <a:lnTo>
                    <a:pt x="1" y="378"/>
                  </a:lnTo>
                  <a:lnTo>
                    <a:pt x="1" y="1852"/>
                  </a:lnTo>
                  <a:lnTo>
                    <a:pt x="14" y="1930"/>
                  </a:lnTo>
                  <a:lnTo>
                    <a:pt x="27" y="1995"/>
                  </a:lnTo>
                  <a:lnTo>
                    <a:pt x="66" y="2060"/>
                  </a:lnTo>
                  <a:lnTo>
                    <a:pt x="105" y="2112"/>
                  </a:lnTo>
                  <a:lnTo>
                    <a:pt x="170" y="2165"/>
                  </a:lnTo>
                  <a:lnTo>
                    <a:pt x="236" y="2191"/>
                  </a:lnTo>
                  <a:lnTo>
                    <a:pt x="301" y="2217"/>
                  </a:lnTo>
                  <a:lnTo>
                    <a:pt x="379" y="2230"/>
                  </a:lnTo>
                  <a:lnTo>
                    <a:pt x="457" y="2217"/>
                  </a:lnTo>
                  <a:lnTo>
                    <a:pt x="522" y="2191"/>
                  </a:lnTo>
                  <a:lnTo>
                    <a:pt x="588" y="2165"/>
                  </a:lnTo>
                  <a:lnTo>
                    <a:pt x="640" y="2112"/>
                  </a:lnTo>
                  <a:lnTo>
                    <a:pt x="692" y="2060"/>
                  </a:lnTo>
                  <a:lnTo>
                    <a:pt x="718" y="1995"/>
                  </a:lnTo>
                  <a:lnTo>
                    <a:pt x="744" y="1930"/>
                  </a:lnTo>
                  <a:lnTo>
                    <a:pt x="757" y="1852"/>
                  </a:lnTo>
                  <a:lnTo>
                    <a:pt x="757" y="378"/>
                  </a:lnTo>
                  <a:lnTo>
                    <a:pt x="744" y="300"/>
                  </a:lnTo>
                  <a:lnTo>
                    <a:pt x="718" y="235"/>
                  </a:lnTo>
                  <a:lnTo>
                    <a:pt x="692" y="170"/>
                  </a:lnTo>
                  <a:lnTo>
                    <a:pt x="640" y="105"/>
                  </a:lnTo>
                  <a:lnTo>
                    <a:pt x="588" y="66"/>
                  </a:lnTo>
                  <a:lnTo>
                    <a:pt x="522" y="26"/>
                  </a:lnTo>
                  <a:lnTo>
                    <a:pt x="457" y="13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99665" y="-908049"/>
              <a:ext cx="1052475" cy="1795275"/>
            </a:xfrm>
            <a:custGeom>
              <a:rect b="b" l="l" r="r" t="t"/>
              <a:pathLst>
                <a:path extrusionOk="0" h="71811" w="42099">
                  <a:moveTo>
                    <a:pt x="20039" y="0"/>
                  </a:moveTo>
                  <a:lnTo>
                    <a:pt x="20039" y="53036"/>
                  </a:lnTo>
                  <a:lnTo>
                    <a:pt x="18005" y="53036"/>
                  </a:lnTo>
                  <a:lnTo>
                    <a:pt x="17588" y="53049"/>
                  </a:lnTo>
                  <a:lnTo>
                    <a:pt x="17171" y="53062"/>
                  </a:lnTo>
                  <a:lnTo>
                    <a:pt x="16767" y="53088"/>
                  </a:lnTo>
                  <a:lnTo>
                    <a:pt x="16350" y="53128"/>
                  </a:lnTo>
                  <a:lnTo>
                    <a:pt x="15945" y="53167"/>
                  </a:lnTo>
                  <a:lnTo>
                    <a:pt x="15554" y="53232"/>
                  </a:lnTo>
                  <a:lnTo>
                    <a:pt x="15150" y="53297"/>
                  </a:lnTo>
                  <a:lnTo>
                    <a:pt x="14759" y="53362"/>
                  </a:lnTo>
                  <a:lnTo>
                    <a:pt x="14368" y="53454"/>
                  </a:lnTo>
                  <a:lnTo>
                    <a:pt x="13977" y="53545"/>
                  </a:lnTo>
                  <a:lnTo>
                    <a:pt x="13599" y="53649"/>
                  </a:lnTo>
                  <a:lnTo>
                    <a:pt x="13208" y="53753"/>
                  </a:lnTo>
                  <a:lnTo>
                    <a:pt x="12843" y="53884"/>
                  </a:lnTo>
                  <a:lnTo>
                    <a:pt x="12464" y="54014"/>
                  </a:lnTo>
                  <a:lnTo>
                    <a:pt x="12099" y="54145"/>
                  </a:lnTo>
                  <a:lnTo>
                    <a:pt x="11734" y="54301"/>
                  </a:lnTo>
                  <a:lnTo>
                    <a:pt x="11369" y="54457"/>
                  </a:lnTo>
                  <a:lnTo>
                    <a:pt x="11017" y="54614"/>
                  </a:lnTo>
                  <a:lnTo>
                    <a:pt x="10665" y="54783"/>
                  </a:lnTo>
                  <a:lnTo>
                    <a:pt x="10326" y="54966"/>
                  </a:lnTo>
                  <a:lnTo>
                    <a:pt x="9987" y="55161"/>
                  </a:lnTo>
                  <a:lnTo>
                    <a:pt x="9648" y="55357"/>
                  </a:lnTo>
                  <a:lnTo>
                    <a:pt x="9322" y="55553"/>
                  </a:lnTo>
                  <a:lnTo>
                    <a:pt x="8996" y="55774"/>
                  </a:lnTo>
                  <a:lnTo>
                    <a:pt x="8671" y="55983"/>
                  </a:lnTo>
                  <a:lnTo>
                    <a:pt x="8358" y="56217"/>
                  </a:lnTo>
                  <a:lnTo>
                    <a:pt x="8058" y="56452"/>
                  </a:lnTo>
                  <a:lnTo>
                    <a:pt x="7745" y="56687"/>
                  </a:lnTo>
                  <a:lnTo>
                    <a:pt x="7458" y="56935"/>
                  </a:lnTo>
                  <a:lnTo>
                    <a:pt x="7158" y="57195"/>
                  </a:lnTo>
                  <a:lnTo>
                    <a:pt x="6884" y="57456"/>
                  </a:lnTo>
                  <a:lnTo>
                    <a:pt x="6598" y="57717"/>
                  </a:lnTo>
                  <a:lnTo>
                    <a:pt x="6337" y="57991"/>
                  </a:lnTo>
                  <a:lnTo>
                    <a:pt x="6063" y="58277"/>
                  </a:lnTo>
                  <a:lnTo>
                    <a:pt x="5802" y="58564"/>
                  </a:lnTo>
                  <a:lnTo>
                    <a:pt x="5555" y="58851"/>
                  </a:lnTo>
                  <a:lnTo>
                    <a:pt x="5307" y="59151"/>
                  </a:lnTo>
                  <a:lnTo>
                    <a:pt x="5072" y="59464"/>
                  </a:lnTo>
                  <a:lnTo>
                    <a:pt x="4838" y="59777"/>
                  </a:lnTo>
                  <a:lnTo>
                    <a:pt x="4616" y="60090"/>
                  </a:lnTo>
                  <a:lnTo>
                    <a:pt x="4407" y="60402"/>
                  </a:lnTo>
                  <a:lnTo>
                    <a:pt x="4199" y="60741"/>
                  </a:lnTo>
                  <a:lnTo>
                    <a:pt x="4003" y="61067"/>
                  </a:lnTo>
                  <a:lnTo>
                    <a:pt x="3808" y="61406"/>
                  </a:lnTo>
                  <a:lnTo>
                    <a:pt x="3625" y="61745"/>
                  </a:lnTo>
                  <a:lnTo>
                    <a:pt x="3443" y="62097"/>
                  </a:lnTo>
                  <a:lnTo>
                    <a:pt x="3273" y="62449"/>
                  </a:lnTo>
                  <a:lnTo>
                    <a:pt x="3117" y="62801"/>
                  </a:lnTo>
                  <a:lnTo>
                    <a:pt x="2960" y="63166"/>
                  </a:lnTo>
                  <a:lnTo>
                    <a:pt x="2817" y="63531"/>
                  </a:lnTo>
                  <a:lnTo>
                    <a:pt x="2686" y="63896"/>
                  </a:lnTo>
                  <a:lnTo>
                    <a:pt x="2556" y="64275"/>
                  </a:lnTo>
                  <a:lnTo>
                    <a:pt x="2439" y="64653"/>
                  </a:lnTo>
                  <a:lnTo>
                    <a:pt x="2334" y="65031"/>
                  </a:lnTo>
                  <a:lnTo>
                    <a:pt x="2230" y="65422"/>
                  </a:lnTo>
                  <a:lnTo>
                    <a:pt x="2139" y="65813"/>
                  </a:lnTo>
                  <a:lnTo>
                    <a:pt x="2061" y="66204"/>
                  </a:lnTo>
                  <a:lnTo>
                    <a:pt x="1995" y="66595"/>
                  </a:lnTo>
                  <a:lnTo>
                    <a:pt x="1930" y="66999"/>
                  </a:lnTo>
                  <a:lnTo>
                    <a:pt x="1878" y="67404"/>
                  </a:lnTo>
                  <a:lnTo>
                    <a:pt x="1839" y="67808"/>
                  </a:lnTo>
                  <a:lnTo>
                    <a:pt x="1813" y="68212"/>
                  </a:lnTo>
                  <a:lnTo>
                    <a:pt x="1787" y="68629"/>
                  </a:lnTo>
                  <a:lnTo>
                    <a:pt x="1774" y="69046"/>
                  </a:lnTo>
                  <a:lnTo>
                    <a:pt x="1252" y="69046"/>
                  </a:lnTo>
                  <a:lnTo>
                    <a:pt x="1109" y="69072"/>
                  </a:lnTo>
                  <a:lnTo>
                    <a:pt x="979" y="69098"/>
                  </a:lnTo>
                  <a:lnTo>
                    <a:pt x="848" y="69151"/>
                  </a:lnTo>
                  <a:lnTo>
                    <a:pt x="731" y="69203"/>
                  </a:lnTo>
                  <a:lnTo>
                    <a:pt x="613" y="69281"/>
                  </a:lnTo>
                  <a:lnTo>
                    <a:pt x="509" y="69359"/>
                  </a:lnTo>
                  <a:lnTo>
                    <a:pt x="405" y="69450"/>
                  </a:lnTo>
                  <a:lnTo>
                    <a:pt x="327" y="69542"/>
                  </a:lnTo>
                  <a:lnTo>
                    <a:pt x="235" y="69646"/>
                  </a:lnTo>
                  <a:lnTo>
                    <a:pt x="170" y="69763"/>
                  </a:lnTo>
                  <a:lnTo>
                    <a:pt x="118" y="69881"/>
                  </a:lnTo>
                  <a:lnTo>
                    <a:pt x="66" y="70011"/>
                  </a:lnTo>
                  <a:lnTo>
                    <a:pt x="40" y="70141"/>
                  </a:lnTo>
                  <a:lnTo>
                    <a:pt x="14" y="70285"/>
                  </a:lnTo>
                  <a:lnTo>
                    <a:pt x="1" y="70428"/>
                  </a:lnTo>
                  <a:lnTo>
                    <a:pt x="14" y="70559"/>
                  </a:lnTo>
                  <a:lnTo>
                    <a:pt x="40" y="70702"/>
                  </a:lnTo>
                  <a:lnTo>
                    <a:pt x="66" y="70832"/>
                  </a:lnTo>
                  <a:lnTo>
                    <a:pt x="118" y="70963"/>
                  </a:lnTo>
                  <a:lnTo>
                    <a:pt x="170" y="71080"/>
                  </a:lnTo>
                  <a:lnTo>
                    <a:pt x="235" y="71197"/>
                  </a:lnTo>
                  <a:lnTo>
                    <a:pt x="327" y="71302"/>
                  </a:lnTo>
                  <a:lnTo>
                    <a:pt x="405" y="71406"/>
                  </a:lnTo>
                  <a:lnTo>
                    <a:pt x="509" y="71484"/>
                  </a:lnTo>
                  <a:lnTo>
                    <a:pt x="613" y="71576"/>
                  </a:lnTo>
                  <a:lnTo>
                    <a:pt x="731" y="71641"/>
                  </a:lnTo>
                  <a:lnTo>
                    <a:pt x="848" y="71693"/>
                  </a:lnTo>
                  <a:lnTo>
                    <a:pt x="979" y="71745"/>
                  </a:lnTo>
                  <a:lnTo>
                    <a:pt x="1109" y="71784"/>
                  </a:lnTo>
                  <a:lnTo>
                    <a:pt x="1252" y="71797"/>
                  </a:lnTo>
                  <a:lnTo>
                    <a:pt x="1383" y="71810"/>
                  </a:lnTo>
                  <a:lnTo>
                    <a:pt x="40716" y="71810"/>
                  </a:lnTo>
                  <a:lnTo>
                    <a:pt x="40860" y="71797"/>
                  </a:lnTo>
                  <a:lnTo>
                    <a:pt x="40990" y="71784"/>
                  </a:lnTo>
                  <a:lnTo>
                    <a:pt x="41120" y="71745"/>
                  </a:lnTo>
                  <a:lnTo>
                    <a:pt x="41251" y="71693"/>
                  </a:lnTo>
                  <a:lnTo>
                    <a:pt x="41368" y="71641"/>
                  </a:lnTo>
                  <a:lnTo>
                    <a:pt x="41486" y="71576"/>
                  </a:lnTo>
                  <a:lnTo>
                    <a:pt x="41590" y="71484"/>
                  </a:lnTo>
                  <a:lnTo>
                    <a:pt x="41694" y="71406"/>
                  </a:lnTo>
                  <a:lnTo>
                    <a:pt x="41785" y="71302"/>
                  </a:lnTo>
                  <a:lnTo>
                    <a:pt x="41864" y="71197"/>
                  </a:lnTo>
                  <a:lnTo>
                    <a:pt x="41929" y="71080"/>
                  </a:lnTo>
                  <a:lnTo>
                    <a:pt x="41994" y="70963"/>
                  </a:lnTo>
                  <a:lnTo>
                    <a:pt x="42033" y="70832"/>
                  </a:lnTo>
                  <a:lnTo>
                    <a:pt x="42072" y="70702"/>
                  </a:lnTo>
                  <a:lnTo>
                    <a:pt x="42085" y="70559"/>
                  </a:lnTo>
                  <a:lnTo>
                    <a:pt x="42098" y="70428"/>
                  </a:lnTo>
                  <a:lnTo>
                    <a:pt x="42085" y="70285"/>
                  </a:lnTo>
                  <a:lnTo>
                    <a:pt x="42072" y="70141"/>
                  </a:lnTo>
                  <a:lnTo>
                    <a:pt x="42033" y="70011"/>
                  </a:lnTo>
                  <a:lnTo>
                    <a:pt x="41994" y="69881"/>
                  </a:lnTo>
                  <a:lnTo>
                    <a:pt x="41929" y="69763"/>
                  </a:lnTo>
                  <a:lnTo>
                    <a:pt x="41864" y="69646"/>
                  </a:lnTo>
                  <a:lnTo>
                    <a:pt x="41785" y="69542"/>
                  </a:lnTo>
                  <a:lnTo>
                    <a:pt x="41694" y="69450"/>
                  </a:lnTo>
                  <a:lnTo>
                    <a:pt x="41590" y="69359"/>
                  </a:lnTo>
                  <a:lnTo>
                    <a:pt x="41486" y="69281"/>
                  </a:lnTo>
                  <a:lnTo>
                    <a:pt x="41368" y="69203"/>
                  </a:lnTo>
                  <a:lnTo>
                    <a:pt x="41251" y="69151"/>
                  </a:lnTo>
                  <a:lnTo>
                    <a:pt x="41120" y="69098"/>
                  </a:lnTo>
                  <a:lnTo>
                    <a:pt x="40990" y="69072"/>
                  </a:lnTo>
                  <a:lnTo>
                    <a:pt x="40860" y="69046"/>
                  </a:lnTo>
                  <a:lnTo>
                    <a:pt x="40416" y="69046"/>
                  </a:lnTo>
                  <a:lnTo>
                    <a:pt x="40403" y="68629"/>
                  </a:lnTo>
                  <a:lnTo>
                    <a:pt x="40377" y="68212"/>
                  </a:lnTo>
                  <a:lnTo>
                    <a:pt x="40351" y="67808"/>
                  </a:lnTo>
                  <a:lnTo>
                    <a:pt x="40312" y="67404"/>
                  </a:lnTo>
                  <a:lnTo>
                    <a:pt x="40260" y="66999"/>
                  </a:lnTo>
                  <a:lnTo>
                    <a:pt x="40195" y="66595"/>
                  </a:lnTo>
                  <a:lnTo>
                    <a:pt x="40130" y="66204"/>
                  </a:lnTo>
                  <a:lnTo>
                    <a:pt x="40051" y="65813"/>
                  </a:lnTo>
                  <a:lnTo>
                    <a:pt x="39960" y="65422"/>
                  </a:lnTo>
                  <a:lnTo>
                    <a:pt x="39856" y="65031"/>
                  </a:lnTo>
                  <a:lnTo>
                    <a:pt x="39752" y="64653"/>
                  </a:lnTo>
                  <a:lnTo>
                    <a:pt x="39634" y="64275"/>
                  </a:lnTo>
                  <a:lnTo>
                    <a:pt x="39504" y="63896"/>
                  </a:lnTo>
                  <a:lnTo>
                    <a:pt x="39373" y="63531"/>
                  </a:lnTo>
                  <a:lnTo>
                    <a:pt x="39230" y="63166"/>
                  </a:lnTo>
                  <a:lnTo>
                    <a:pt x="39074" y="62801"/>
                  </a:lnTo>
                  <a:lnTo>
                    <a:pt x="38917" y="62449"/>
                  </a:lnTo>
                  <a:lnTo>
                    <a:pt x="38748" y="62097"/>
                  </a:lnTo>
                  <a:lnTo>
                    <a:pt x="38578" y="61745"/>
                  </a:lnTo>
                  <a:lnTo>
                    <a:pt x="38383" y="61406"/>
                  </a:lnTo>
                  <a:lnTo>
                    <a:pt x="38200" y="61067"/>
                  </a:lnTo>
                  <a:lnTo>
                    <a:pt x="37992" y="60741"/>
                  </a:lnTo>
                  <a:lnTo>
                    <a:pt x="37783" y="60402"/>
                  </a:lnTo>
                  <a:lnTo>
                    <a:pt x="37574" y="60090"/>
                  </a:lnTo>
                  <a:lnTo>
                    <a:pt x="37353" y="59777"/>
                  </a:lnTo>
                  <a:lnTo>
                    <a:pt x="37118" y="59464"/>
                  </a:lnTo>
                  <a:lnTo>
                    <a:pt x="36883" y="59151"/>
                  </a:lnTo>
                  <a:lnTo>
                    <a:pt x="36636" y="58851"/>
                  </a:lnTo>
                  <a:lnTo>
                    <a:pt x="36388" y="58564"/>
                  </a:lnTo>
                  <a:lnTo>
                    <a:pt x="36127" y="58277"/>
                  </a:lnTo>
                  <a:lnTo>
                    <a:pt x="35866" y="57991"/>
                  </a:lnTo>
                  <a:lnTo>
                    <a:pt x="35593" y="57717"/>
                  </a:lnTo>
                  <a:lnTo>
                    <a:pt x="35306" y="57456"/>
                  </a:lnTo>
                  <a:lnTo>
                    <a:pt x="35032" y="57195"/>
                  </a:lnTo>
                  <a:lnTo>
                    <a:pt x="34732" y="56935"/>
                  </a:lnTo>
                  <a:lnTo>
                    <a:pt x="34445" y="56687"/>
                  </a:lnTo>
                  <a:lnTo>
                    <a:pt x="34146" y="56452"/>
                  </a:lnTo>
                  <a:lnTo>
                    <a:pt x="33833" y="56217"/>
                  </a:lnTo>
                  <a:lnTo>
                    <a:pt x="33520" y="55983"/>
                  </a:lnTo>
                  <a:lnTo>
                    <a:pt x="33194" y="55774"/>
                  </a:lnTo>
                  <a:lnTo>
                    <a:pt x="32868" y="55553"/>
                  </a:lnTo>
                  <a:lnTo>
                    <a:pt x="32542" y="55357"/>
                  </a:lnTo>
                  <a:lnTo>
                    <a:pt x="32203" y="55161"/>
                  </a:lnTo>
                  <a:lnTo>
                    <a:pt x="31864" y="54966"/>
                  </a:lnTo>
                  <a:lnTo>
                    <a:pt x="31525" y="54783"/>
                  </a:lnTo>
                  <a:lnTo>
                    <a:pt x="31173" y="54614"/>
                  </a:lnTo>
                  <a:lnTo>
                    <a:pt x="30821" y="54457"/>
                  </a:lnTo>
                  <a:lnTo>
                    <a:pt x="30456" y="54301"/>
                  </a:lnTo>
                  <a:lnTo>
                    <a:pt x="30091" y="54145"/>
                  </a:lnTo>
                  <a:lnTo>
                    <a:pt x="29726" y="54014"/>
                  </a:lnTo>
                  <a:lnTo>
                    <a:pt x="29361" y="53884"/>
                  </a:lnTo>
                  <a:lnTo>
                    <a:pt x="28983" y="53753"/>
                  </a:lnTo>
                  <a:lnTo>
                    <a:pt x="28605" y="53649"/>
                  </a:lnTo>
                  <a:lnTo>
                    <a:pt x="28214" y="53545"/>
                  </a:lnTo>
                  <a:lnTo>
                    <a:pt x="27822" y="53454"/>
                  </a:lnTo>
                  <a:lnTo>
                    <a:pt x="27431" y="53362"/>
                  </a:lnTo>
                  <a:lnTo>
                    <a:pt x="27040" y="53297"/>
                  </a:lnTo>
                  <a:lnTo>
                    <a:pt x="26649" y="53232"/>
                  </a:lnTo>
                  <a:lnTo>
                    <a:pt x="26245" y="53167"/>
                  </a:lnTo>
                  <a:lnTo>
                    <a:pt x="25841" y="53128"/>
                  </a:lnTo>
                  <a:lnTo>
                    <a:pt x="25437" y="53088"/>
                  </a:lnTo>
                  <a:lnTo>
                    <a:pt x="25019" y="53062"/>
                  </a:lnTo>
                  <a:lnTo>
                    <a:pt x="24602" y="53049"/>
                  </a:lnTo>
                  <a:lnTo>
                    <a:pt x="24198" y="53036"/>
                  </a:lnTo>
                  <a:lnTo>
                    <a:pt x="22151" y="53036"/>
                  </a:lnTo>
                  <a:lnTo>
                    <a:pt x="221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/>
        </p:nvSpPr>
        <p:spPr>
          <a:xfrm>
            <a:off x="480925" y="4511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Table of contents</a:t>
            </a:r>
            <a:endParaRPr b="1" sz="32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80975" y="2054063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Introduction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80975" y="1673963"/>
            <a:ext cx="542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80925" y="2349488"/>
            <a:ext cx="266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Introduce you to the whole idea of this project.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3241525" y="2054063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Project Goal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241525" y="1673963"/>
            <a:ext cx="623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241475" y="2349488"/>
            <a:ext cx="266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was the initial goal behind the project.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002075" y="2054063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ER-Diagram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2075" y="1673963"/>
            <a:ext cx="672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002025" y="2349488"/>
            <a:ext cx="266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Look at the ER-Diagram of what we’ll be working with.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81000" y="3554240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Infrastructure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81000" y="3174140"/>
            <a:ext cx="623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80950" y="3849665"/>
            <a:ext cx="2661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the utilities and the infrastructure of the project.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3241550" y="3554240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Output/Result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3241550" y="3174140"/>
            <a:ext cx="623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3241500" y="3849665"/>
            <a:ext cx="2661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Hopefully, we will get to see a demo of the project.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6002100" y="3554240"/>
            <a:ext cx="2661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Future Vision &amp; Conclusion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6002100" y="3174140"/>
            <a:ext cx="6171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1" sz="24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002050" y="3849665"/>
            <a:ext cx="2661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 finishing thoughts about the whole journey.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Introduction</a:t>
            </a:r>
            <a:endParaRPr b="1" sz="30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20000" y="1359515"/>
            <a:ext cx="74052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This project is built as way to learn </a:t>
            </a: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how Database Management Systems work.</a:t>
            </a:r>
            <a:endParaRPr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And it’s a demonstration of how you can solve real-life problems using digital products, in this case a fully functioning database. And it can make life easier.</a:t>
            </a:r>
            <a:endParaRPr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20000" y="1249600"/>
            <a:ext cx="4127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Idea</a:t>
            </a:r>
            <a:endParaRPr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20000" y="2637285"/>
            <a:ext cx="74052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XAMPP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MySQL Server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Apache Web Server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Knowledge of SQL (aka. Structured Query Language)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20000" y="2527357"/>
            <a:ext cx="4127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we will need</a:t>
            </a:r>
            <a:endParaRPr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144050" y="3833228"/>
            <a:ext cx="655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with all that, we are ready to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begin our journey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into the database world!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Project Goals</a:t>
            </a:r>
            <a:endParaRPr b="1" sz="30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20000" y="1487900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Char char="●"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Utilize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141750" y="1817300"/>
            <a:ext cx="3614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Utilizing the 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theory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knowledge to design, develop, and test ideas.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943891" y="1487900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Char char="●"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Learn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365651" y="1817300"/>
            <a:ext cx="3672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Learning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DBMS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through a fun and engaging real-world project task.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720000" y="29528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Char char="●"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Explore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141750" y="3282275"/>
            <a:ext cx="3508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Exploring fundamentals of 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in simple practical scenario and utilize it to solve real-world problems 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943891" y="29528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Char char="●"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365651" y="3282275"/>
            <a:ext cx="32544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Producing clear results that showcase 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how to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, build and finally 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utilize a Database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ER-Diagram Of the System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738" y="968100"/>
            <a:ext cx="7206525" cy="405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7"/>
          <p:cNvCxnSpPr/>
          <p:nvPr/>
        </p:nvCxnSpPr>
        <p:spPr>
          <a:xfrm>
            <a:off x="4562026" y="5023925"/>
            <a:ext cx="1675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r>
              <a:rPr lang="en"/>
              <a:t> Of The System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609450" y="1403846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Char char="●"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Tables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609450" y="1740249"/>
            <a:ext cx="40917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Ingredient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Menu Item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Menu Item Ingredient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Orders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Order Item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Category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4811700" y="1761271"/>
            <a:ext cx="40917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Audit Log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Order Queue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Payment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Restaurant Table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Staff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Of The System</a:t>
            </a:r>
            <a:endParaRPr/>
          </a:p>
        </p:txBody>
      </p:sp>
      <p:grpSp>
        <p:nvGrpSpPr>
          <p:cNvPr id="173" name="Google Shape;173;p19"/>
          <p:cNvGrpSpPr/>
          <p:nvPr/>
        </p:nvGrpSpPr>
        <p:grpSpPr>
          <a:xfrm>
            <a:off x="886409" y="905975"/>
            <a:ext cx="6775516" cy="788000"/>
            <a:chOff x="6811509" y="1144100"/>
            <a:chExt cx="6775516" cy="788000"/>
          </a:xfrm>
        </p:grpSpPr>
        <p:sp>
          <p:nvSpPr>
            <p:cNvPr id="174" name="Google Shape;174;p19"/>
            <p:cNvSpPr txBox="1"/>
            <p:nvPr/>
          </p:nvSpPr>
          <p:spPr>
            <a:xfrm>
              <a:off x="6811509" y="1144100"/>
              <a:ext cx="1875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Views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6811525" y="1485700"/>
              <a:ext cx="6775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total </a:t>
              </a:r>
              <a:r>
                <a:rPr b="1" lang="en">
                  <a:solidFill>
                    <a:srgbClr val="D6462D"/>
                  </a:solidFill>
                  <a:latin typeface="Roboto"/>
                  <a:ea typeface="Roboto"/>
                  <a:cs typeface="Roboto"/>
                  <a:sym typeface="Roboto"/>
                </a:rPr>
                <a:t>6 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view, that help the manager see the Full menu, Table Status, Active Orders, Daily revenue and etc.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886409" y="1936328"/>
            <a:ext cx="6775517" cy="788010"/>
            <a:chOff x="6811509" y="2428700"/>
            <a:chExt cx="6775517" cy="788010"/>
          </a:xfrm>
        </p:grpSpPr>
        <p:sp>
          <p:nvSpPr>
            <p:cNvPr id="177" name="Google Shape;177;p19"/>
            <p:cNvSpPr txBox="1"/>
            <p:nvPr/>
          </p:nvSpPr>
          <p:spPr>
            <a:xfrm>
              <a:off x="6811509" y="2428700"/>
              <a:ext cx="1875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Triggers</a:t>
              </a:r>
              <a:endParaRPr b="1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6811525" y="2770310"/>
              <a:ext cx="6775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total </a:t>
              </a:r>
              <a:r>
                <a:rPr b="1"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r>
                <a:rPr b="1" lang="en">
                  <a:solidFill>
                    <a:srgbClr val="D6462D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triggers, that help to maintain consistency while managing new orders and updating order payment, time, etc.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886409" y="2966692"/>
            <a:ext cx="7020617" cy="787990"/>
            <a:chOff x="6811509" y="3713300"/>
            <a:chExt cx="7020617" cy="787990"/>
          </a:xfrm>
        </p:grpSpPr>
        <p:sp>
          <p:nvSpPr>
            <p:cNvPr id="180" name="Google Shape;180;p19"/>
            <p:cNvSpPr txBox="1"/>
            <p:nvPr/>
          </p:nvSpPr>
          <p:spPr>
            <a:xfrm>
              <a:off x="6811509" y="3713300"/>
              <a:ext cx="1875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Procedures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6811526" y="4054890"/>
              <a:ext cx="7020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total </a:t>
              </a:r>
              <a:r>
                <a:rPr b="1" lang="en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1" lang="en">
                  <a:solidFill>
                    <a:srgbClr val="D6462D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procedures, including one that uses 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Cursor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and they help with minimizing the lengthy work like updating queue status, creating new order, etc.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886409" y="3997035"/>
            <a:ext cx="6775516" cy="787990"/>
            <a:chOff x="6811509" y="3713300"/>
            <a:chExt cx="6775516" cy="787990"/>
          </a:xfrm>
        </p:grpSpPr>
        <p:sp>
          <p:nvSpPr>
            <p:cNvPr id="183" name="Google Shape;183;p19"/>
            <p:cNvSpPr txBox="1"/>
            <p:nvPr/>
          </p:nvSpPr>
          <p:spPr>
            <a:xfrm>
              <a:off x="6811509" y="3713300"/>
              <a:ext cx="1875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Functions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6811525" y="4054890"/>
              <a:ext cx="6775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total </a:t>
              </a:r>
              <a:r>
                <a:rPr b="1" lang="en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r>
                <a:rPr b="1" lang="en">
                  <a:solidFill>
                    <a:srgbClr val="D6462D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individual functions, that shortens writing long .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457200" y="9448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Now let’s cook the program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299300" y="4665675"/>
            <a:ext cx="1387500" cy="219900"/>
          </a:xfrm>
          <a:prstGeom prst="ellipse">
            <a:avLst/>
          </a:prstGeom>
          <a:solidFill>
            <a:srgbClr val="666666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0"/>
          <p:cNvGrpSpPr/>
          <p:nvPr/>
        </p:nvGrpSpPr>
        <p:grpSpPr>
          <a:xfrm>
            <a:off x="7467179" y="1160340"/>
            <a:ext cx="1204138" cy="3615261"/>
            <a:chOff x="2937550" y="238125"/>
            <a:chExt cx="1744875" cy="5238750"/>
          </a:xfrm>
        </p:grpSpPr>
        <p:sp>
          <p:nvSpPr>
            <p:cNvPr id="192" name="Google Shape;192;p20"/>
            <p:cNvSpPr/>
            <p:nvPr/>
          </p:nvSpPr>
          <p:spPr>
            <a:xfrm>
              <a:off x="3136150" y="5186525"/>
              <a:ext cx="476350" cy="290350"/>
            </a:xfrm>
            <a:custGeom>
              <a:rect b="b" l="l" r="r" t="t"/>
              <a:pathLst>
                <a:path extrusionOk="0" h="11614" w="19054">
                  <a:moveTo>
                    <a:pt x="9641" y="0"/>
                  </a:moveTo>
                  <a:lnTo>
                    <a:pt x="9780" y="5137"/>
                  </a:lnTo>
                  <a:lnTo>
                    <a:pt x="9552" y="5402"/>
                  </a:lnTo>
                  <a:lnTo>
                    <a:pt x="9299" y="5693"/>
                  </a:lnTo>
                  <a:lnTo>
                    <a:pt x="9008" y="5997"/>
                  </a:lnTo>
                  <a:lnTo>
                    <a:pt x="8667" y="6339"/>
                  </a:lnTo>
                  <a:lnTo>
                    <a:pt x="8287" y="6680"/>
                  </a:lnTo>
                  <a:lnTo>
                    <a:pt x="7857" y="7047"/>
                  </a:lnTo>
                  <a:lnTo>
                    <a:pt x="7376" y="7414"/>
                  </a:lnTo>
                  <a:lnTo>
                    <a:pt x="7111" y="7604"/>
                  </a:lnTo>
                  <a:lnTo>
                    <a:pt x="6832" y="7793"/>
                  </a:lnTo>
                  <a:lnTo>
                    <a:pt x="6541" y="7983"/>
                  </a:lnTo>
                  <a:lnTo>
                    <a:pt x="6238" y="8160"/>
                  </a:lnTo>
                  <a:lnTo>
                    <a:pt x="5909" y="8350"/>
                  </a:lnTo>
                  <a:lnTo>
                    <a:pt x="5567" y="8540"/>
                  </a:lnTo>
                  <a:lnTo>
                    <a:pt x="5213" y="8730"/>
                  </a:lnTo>
                  <a:lnTo>
                    <a:pt x="4833" y="8919"/>
                  </a:lnTo>
                  <a:lnTo>
                    <a:pt x="4441" y="9096"/>
                  </a:lnTo>
                  <a:lnTo>
                    <a:pt x="4036" y="9274"/>
                  </a:lnTo>
                  <a:lnTo>
                    <a:pt x="3606" y="9451"/>
                  </a:lnTo>
                  <a:lnTo>
                    <a:pt x="3151" y="9628"/>
                  </a:lnTo>
                  <a:lnTo>
                    <a:pt x="2683" y="9792"/>
                  </a:lnTo>
                  <a:lnTo>
                    <a:pt x="2189" y="9969"/>
                  </a:lnTo>
                  <a:lnTo>
                    <a:pt x="1683" y="10121"/>
                  </a:lnTo>
                  <a:lnTo>
                    <a:pt x="1152" y="10286"/>
                  </a:lnTo>
                  <a:lnTo>
                    <a:pt x="595" y="10425"/>
                  </a:lnTo>
                  <a:lnTo>
                    <a:pt x="13" y="10577"/>
                  </a:lnTo>
                  <a:lnTo>
                    <a:pt x="1" y="11614"/>
                  </a:lnTo>
                  <a:lnTo>
                    <a:pt x="17788" y="11614"/>
                  </a:lnTo>
                  <a:lnTo>
                    <a:pt x="17889" y="11601"/>
                  </a:lnTo>
                  <a:lnTo>
                    <a:pt x="17990" y="11589"/>
                  </a:lnTo>
                  <a:lnTo>
                    <a:pt x="18079" y="11563"/>
                  </a:lnTo>
                  <a:lnTo>
                    <a:pt x="18180" y="11538"/>
                  </a:lnTo>
                  <a:lnTo>
                    <a:pt x="18269" y="11500"/>
                  </a:lnTo>
                  <a:lnTo>
                    <a:pt x="18357" y="11462"/>
                  </a:lnTo>
                  <a:lnTo>
                    <a:pt x="18433" y="11412"/>
                  </a:lnTo>
                  <a:lnTo>
                    <a:pt x="18522" y="11348"/>
                  </a:lnTo>
                  <a:lnTo>
                    <a:pt x="18585" y="11285"/>
                  </a:lnTo>
                  <a:lnTo>
                    <a:pt x="18661" y="11209"/>
                  </a:lnTo>
                  <a:lnTo>
                    <a:pt x="18724" y="11133"/>
                  </a:lnTo>
                  <a:lnTo>
                    <a:pt x="18775" y="11057"/>
                  </a:lnTo>
                  <a:lnTo>
                    <a:pt x="18825" y="10969"/>
                  </a:lnTo>
                  <a:lnTo>
                    <a:pt x="18876" y="10880"/>
                  </a:lnTo>
                  <a:lnTo>
                    <a:pt x="18914" y="10779"/>
                  </a:lnTo>
                  <a:lnTo>
                    <a:pt x="18939" y="10678"/>
                  </a:lnTo>
                  <a:lnTo>
                    <a:pt x="18990" y="10425"/>
                  </a:lnTo>
                  <a:lnTo>
                    <a:pt x="19028" y="10146"/>
                  </a:lnTo>
                  <a:lnTo>
                    <a:pt x="19053" y="9830"/>
                  </a:lnTo>
                  <a:lnTo>
                    <a:pt x="19053" y="9489"/>
                  </a:lnTo>
                  <a:lnTo>
                    <a:pt x="19028" y="9096"/>
                  </a:lnTo>
                  <a:lnTo>
                    <a:pt x="18977" y="8679"/>
                  </a:lnTo>
                  <a:lnTo>
                    <a:pt x="18889" y="8211"/>
                  </a:lnTo>
                  <a:lnTo>
                    <a:pt x="18775" y="7705"/>
                  </a:lnTo>
                  <a:lnTo>
                    <a:pt x="18724" y="7578"/>
                  </a:lnTo>
                  <a:lnTo>
                    <a:pt x="18673" y="7439"/>
                  </a:lnTo>
                  <a:lnTo>
                    <a:pt x="18598" y="7300"/>
                  </a:lnTo>
                  <a:lnTo>
                    <a:pt x="18509" y="7148"/>
                  </a:lnTo>
                  <a:lnTo>
                    <a:pt x="18307" y="6819"/>
                  </a:lnTo>
                  <a:lnTo>
                    <a:pt x="18066" y="6490"/>
                  </a:lnTo>
                  <a:lnTo>
                    <a:pt x="17801" y="6149"/>
                  </a:lnTo>
                  <a:lnTo>
                    <a:pt x="17535" y="5820"/>
                  </a:lnTo>
                  <a:lnTo>
                    <a:pt x="17257" y="5504"/>
                  </a:lnTo>
                  <a:lnTo>
                    <a:pt x="17004" y="5213"/>
                  </a:lnTo>
                  <a:lnTo>
                    <a:pt x="17219" y="4631"/>
                  </a:lnTo>
                  <a:lnTo>
                    <a:pt x="17598" y="3555"/>
                  </a:lnTo>
                  <a:lnTo>
                    <a:pt x="17839" y="2847"/>
                  </a:lnTo>
                  <a:lnTo>
                    <a:pt x="18104" y="2012"/>
                  </a:lnTo>
                  <a:lnTo>
                    <a:pt x="18395" y="1063"/>
                  </a:lnTo>
                  <a:lnTo>
                    <a:pt x="18711" y="0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3124150" y="5375025"/>
              <a:ext cx="497825" cy="101850"/>
            </a:xfrm>
            <a:custGeom>
              <a:rect b="b" l="l" r="r" t="t"/>
              <a:pathLst>
                <a:path extrusionOk="0" h="4074" w="19913">
                  <a:moveTo>
                    <a:pt x="19331" y="0"/>
                  </a:moveTo>
                  <a:lnTo>
                    <a:pt x="19116" y="178"/>
                  </a:lnTo>
                  <a:lnTo>
                    <a:pt x="18546" y="633"/>
                  </a:lnTo>
                  <a:lnTo>
                    <a:pt x="18167" y="924"/>
                  </a:lnTo>
                  <a:lnTo>
                    <a:pt x="17749" y="1228"/>
                  </a:lnTo>
                  <a:lnTo>
                    <a:pt x="17294" y="1531"/>
                  </a:lnTo>
                  <a:lnTo>
                    <a:pt x="16826" y="1822"/>
                  </a:lnTo>
                  <a:lnTo>
                    <a:pt x="16712" y="1873"/>
                  </a:lnTo>
                  <a:lnTo>
                    <a:pt x="16573" y="1923"/>
                  </a:lnTo>
                  <a:lnTo>
                    <a:pt x="16408" y="1974"/>
                  </a:lnTo>
                  <a:lnTo>
                    <a:pt x="16218" y="2037"/>
                  </a:lnTo>
                  <a:lnTo>
                    <a:pt x="15763" y="2138"/>
                  </a:lnTo>
                  <a:lnTo>
                    <a:pt x="15219" y="2240"/>
                  </a:lnTo>
                  <a:lnTo>
                    <a:pt x="14612" y="2341"/>
                  </a:lnTo>
                  <a:lnTo>
                    <a:pt x="13941" y="2429"/>
                  </a:lnTo>
                  <a:lnTo>
                    <a:pt x="13233" y="2518"/>
                  </a:lnTo>
                  <a:lnTo>
                    <a:pt x="12486" y="2606"/>
                  </a:lnTo>
                  <a:lnTo>
                    <a:pt x="10994" y="2758"/>
                  </a:lnTo>
                  <a:lnTo>
                    <a:pt x="9577" y="2885"/>
                  </a:lnTo>
                  <a:lnTo>
                    <a:pt x="8350" y="2973"/>
                  </a:lnTo>
                  <a:lnTo>
                    <a:pt x="7426" y="3037"/>
                  </a:lnTo>
                  <a:lnTo>
                    <a:pt x="7249" y="3037"/>
                  </a:lnTo>
                  <a:lnTo>
                    <a:pt x="7059" y="3024"/>
                  </a:lnTo>
                  <a:lnTo>
                    <a:pt x="6895" y="3011"/>
                  </a:lnTo>
                  <a:lnTo>
                    <a:pt x="6718" y="2986"/>
                  </a:lnTo>
                  <a:lnTo>
                    <a:pt x="6553" y="2961"/>
                  </a:lnTo>
                  <a:lnTo>
                    <a:pt x="6389" y="2923"/>
                  </a:lnTo>
                  <a:lnTo>
                    <a:pt x="6072" y="2822"/>
                  </a:lnTo>
                  <a:lnTo>
                    <a:pt x="5769" y="2695"/>
                  </a:lnTo>
                  <a:lnTo>
                    <a:pt x="5491" y="2569"/>
                  </a:lnTo>
                  <a:lnTo>
                    <a:pt x="5225" y="2417"/>
                  </a:lnTo>
                  <a:lnTo>
                    <a:pt x="4984" y="2265"/>
                  </a:lnTo>
                  <a:lnTo>
                    <a:pt x="4769" y="2113"/>
                  </a:lnTo>
                  <a:lnTo>
                    <a:pt x="4567" y="1961"/>
                  </a:lnTo>
                  <a:lnTo>
                    <a:pt x="4403" y="1822"/>
                  </a:lnTo>
                  <a:lnTo>
                    <a:pt x="4263" y="1696"/>
                  </a:lnTo>
                  <a:lnTo>
                    <a:pt x="4074" y="1506"/>
                  </a:lnTo>
                  <a:lnTo>
                    <a:pt x="3998" y="1430"/>
                  </a:lnTo>
                  <a:lnTo>
                    <a:pt x="3542" y="1544"/>
                  </a:lnTo>
                  <a:lnTo>
                    <a:pt x="2480" y="1809"/>
                  </a:lnTo>
                  <a:lnTo>
                    <a:pt x="1872" y="1974"/>
                  </a:lnTo>
                  <a:lnTo>
                    <a:pt x="1278" y="2138"/>
                  </a:lnTo>
                  <a:lnTo>
                    <a:pt x="772" y="2303"/>
                  </a:lnTo>
                  <a:lnTo>
                    <a:pt x="405" y="2429"/>
                  </a:lnTo>
                  <a:lnTo>
                    <a:pt x="342" y="2455"/>
                  </a:lnTo>
                  <a:lnTo>
                    <a:pt x="278" y="2505"/>
                  </a:lnTo>
                  <a:lnTo>
                    <a:pt x="215" y="2543"/>
                  </a:lnTo>
                  <a:lnTo>
                    <a:pt x="164" y="2606"/>
                  </a:lnTo>
                  <a:lnTo>
                    <a:pt x="127" y="2657"/>
                  </a:lnTo>
                  <a:lnTo>
                    <a:pt x="89" y="2720"/>
                  </a:lnTo>
                  <a:lnTo>
                    <a:pt x="38" y="2860"/>
                  </a:lnTo>
                  <a:lnTo>
                    <a:pt x="13" y="2999"/>
                  </a:lnTo>
                  <a:lnTo>
                    <a:pt x="0" y="3150"/>
                  </a:lnTo>
                  <a:lnTo>
                    <a:pt x="0" y="3302"/>
                  </a:lnTo>
                  <a:lnTo>
                    <a:pt x="13" y="3454"/>
                  </a:lnTo>
                  <a:lnTo>
                    <a:pt x="38" y="3581"/>
                  </a:lnTo>
                  <a:lnTo>
                    <a:pt x="89" y="3707"/>
                  </a:lnTo>
                  <a:lnTo>
                    <a:pt x="152" y="3808"/>
                  </a:lnTo>
                  <a:lnTo>
                    <a:pt x="240" y="3897"/>
                  </a:lnTo>
                  <a:lnTo>
                    <a:pt x="329" y="3973"/>
                  </a:lnTo>
                  <a:lnTo>
                    <a:pt x="443" y="4023"/>
                  </a:lnTo>
                  <a:lnTo>
                    <a:pt x="569" y="4061"/>
                  </a:lnTo>
                  <a:lnTo>
                    <a:pt x="696" y="4074"/>
                  </a:lnTo>
                  <a:lnTo>
                    <a:pt x="18888" y="4074"/>
                  </a:lnTo>
                  <a:lnTo>
                    <a:pt x="18989" y="4061"/>
                  </a:lnTo>
                  <a:lnTo>
                    <a:pt x="19090" y="4036"/>
                  </a:lnTo>
                  <a:lnTo>
                    <a:pt x="19191" y="3998"/>
                  </a:lnTo>
                  <a:lnTo>
                    <a:pt x="19280" y="3947"/>
                  </a:lnTo>
                  <a:lnTo>
                    <a:pt x="19356" y="3897"/>
                  </a:lnTo>
                  <a:lnTo>
                    <a:pt x="19419" y="3821"/>
                  </a:lnTo>
                  <a:lnTo>
                    <a:pt x="19482" y="3732"/>
                  </a:lnTo>
                  <a:lnTo>
                    <a:pt x="19533" y="3644"/>
                  </a:lnTo>
                  <a:lnTo>
                    <a:pt x="19609" y="3416"/>
                  </a:lnTo>
                  <a:lnTo>
                    <a:pt x="19685" y="3214"/>
                  </a:lnTo>
                  <a:lnTo>
                    <a:pt x="19748" y="2999"/>
                  </a:lnTo>
                  <a:lnTo>
                    <a:pt x="19799" y="2809"/>
                  </a:lnTo>
                  <a:lnTo>
                    <a:pt x="19837" y="2606"/>
                  </a:lnTo>
                  <a:lnTo>
                    <a:pt x="19875" y="2429"/>
                  </a:lnTo>
                  <a:lnTo>
                    <a:pt x="19887" y="2252"/>
                  </a:lnTo>
                  <a:lnTo>
                    <a:pt x="19900" y="2075"/>
                  </a:lnTo>
                  <a:lnTo>
                    <a:pt x="19913" y="1746"/>
                  </a:lnTo>
                  <a:lnTo>
                    <a:pt x="19887" y="1455"/>
                  </a:lnTo>
                  <a:lnTo>
                    <a:pt x="19849" y="1177"/>
                  </a:lnTo>
                  <a:lnTo>
                    <a:pt x="19799" y="937"/>
                  </a:lnTo>
                  <a:lnTo>
                    <a:pt x="19723" y="722"/>
                  </a:lnTo>
                  <a:lnTo>
                    <a:pt x="19647" y="532"/>
                  </a:lnTo>
                  <a:lnTo>
                    <a:pt x="19571" y="367"/>
                  </a:lnTo>
                  <a:lnTo>
                    <a:pt x="19495" y="241"/>
                  </a:lnTo>
                  <a:lnTo>
                    <a:pt x="19381" y="64"/>
                  </a:lnTo>
                  <a:lnTo>
                    <a:pt x="1933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3950550" y="5186525"/>
              <a:ext cx="475400" cy="290350"/>
            </a:xfrm>
            <a:custGeom>
              <a:rect b="b" l="l" r="r" t="t"/>
              <a:pathLst>
                <a:path extrusionOk="0" h="11614" w="19016">
                  <a:moveTo>
                    <a:pt x="646" y="0"/>
                  </a:moveTo>
                  <a:lnTo>
                    <a:pt x="924" y="1063"/>
                  </a:lnTo>
                  <a:lnTo>
                    <a:pt x="1190" y="2012"/>
                  </a:lnTo>
                  <a:lnTo>
                    <a:pt x="1430" y="2847"/>
                  </a:lnTo>
                  <a:lnTo>
                    <a:pt x="1645" y="3555"/>
                  </a:lnTo>
                  <a:lnTo>
                    <a:pt x="1987" y="4631"/>
                  </a:lnTo>
                  <a:lnTo>
                    <a:pt x="2202" y="5213"/>
                  </a:lnTo>
                  <a:lnTo>
                    <a:pt x="1936" y="5504"/>
                  </a:lnTo>
                  <a:lnTo>
                    <a:pt x="1645" y="5820"/>
                  </a:lnTo>
                  <a:lnTo>
                    <a:pt x="1367" y="6149"/>
                  </a:lnTo>
                  <a:lnTo>
                    <a:pt x="1089" y="6490"/>
                  </a:lnTo>
                  <a:lnTo>
                    <a:pt x="848" y="6819"/>
                  </a:lnTo>
                  <a:lnTo>
                    <a:pt x="633" y="7148"/>
                  </a:lnTo>
                  <a:lnTo>
                    <a:pt x="532" y="7300"/>
                  </a:lnTo>
                  <a:lnTo>
                    <a:pt x="456" y="7439"/>
                  </a:lnTo>
                  <a:lnTo>
                    <a:pt x="393" y="7578"/>
                  </a:lnTo>
                  <a:lnTo>
                    <a:pt x="355" y="7705"/>
                  </a:lnTo>
                  <a:lnTo>
                    <a:pt x="216" y="8211"/>
                  </a:lnTo>
                  <a:lnTo>
                    <a:pt x="115" y="8679"/>
                  </a:lnTo>
                  <a:lnTo>
                    <a:pt x="51" y="9096"/>
                  </a:lnTo>
                  <a:lnTo>
                    <a:pt x="13" y="9489"/>
                  </a:lnTo>
                  <a:lnTo>
                    <a:pt x="1" y="9830"/>
                  </a:lnTo>
                  <a:lnTo>
                    <a:pt x="13" y="10146"/>
                  </a:lnTo>
                  <a:lnTo>
                    <a:pt x="51" y="10425"/>
                  </a:lnTo>
                  <a:lnTo>
                    <a:pt x="89" y="10678"/>
                  </a:lnTo>
                  <a:lnTo>
                    <a:pt x="115" y="10779"/>
                  </a:lnTo>
                  <a:lnTo>
                    <a:pt x="153" y="10880"/>
                  </a:lnTo>
                  <a:lnTo>
                    <a:pt x="191" y="10969"/>
                  </a:lnTo>
                  <a:lnTo>
                    <a:pt x="241" y="11057"/>
                  </a:lnTo>
                  <a:lnTo>
                    <a:pt x="292" y="11133"/>
                  </a:lnTo>
                  <a:lnTo>
                    <a:pt x="355" y="11209"/>
                  </a:lnTo>
                  <a:lnTo>
                    <a:pt x="431" y="11285"/>
                  </a:lnTo>
                  <a:lnTo>
                    <a:pt x="494" y="11348"/>
                  </a:lnTo>
                  <a:lnTo>
                    <a:pt x="570" y="11412"/>
                  </a:lnTo>
                  <a:lnTo>
                    <a:pt x="659" y="11462"/>
                  </a:lnTo>
                  <a:lnTo>
                    <a:pt x="747" y="11500"/>
                  </a:lnTo>
                  <a:lnTo>
                    <a:pt x="836" y="11538"/>
                  </a:lnTo>
                  <a:lnTo>
                    <a:pt x="924" y="11563"/>
                  </a:lnTo>
                  <a:lnTo>
                    <a:pt x="1026" y="11589"/>
                  </a:lnTo>
                  <a:lnTo>
                    <a:pt x="1114" y="11601"/>
                  </a:lnTo>
                  <a:lnTo>
                    <a:pt x="1215" y="11614"/>
                  </a:lnTo>
                  <a:lnTo>
                    <a:pt x="19002" y="11614"/>
                  </a:lnTo>
                  <a:lnTo>
                    <a:pt x="19015" y="10577"/>
                  </a:lnTo>
                  <a:lnTo>
                    <a:pt x="18446" y="10425"/>
                  </a:lnTo>
                  <a:lnTo>
                    <a:pt x="17902" y="10286"/>
                  </a:lnTo>
                  <a:lnTo>
                    <a:pt x="17371" y="10121"/>
                  </a:lnTo>
                  <a:lnTo>
                    <a:pt x="16864" y="9969"/>
                  </a:lnTo>
                  <a:lnTo>
                    <a:pt x="16384" y="9792"/>
                  </a:lnTo>
                  <a:lnTo>
                    <a:pt x="15916" y="9628"/>
                  </a:lnTo>
                  <a:lnTo>
                    <a:pt x="15473" y="9451"/>
                  </a:lnTo>
                  <a:lnTo>
                    <a:pt x="15043" y="9274"/>
                  </a:lnTo>
                  <a:lnTo>
                    <a:pt x="14638" y="9096"/>
                  </a:lnTo>
                  <a:lnTo>
                    <a:pt x="14246" y="8919"/>
                  </a:lnTo>
                  <a:lnTo>
                    <a:pt x="13879" y="8730"/>
                  </a:lnTo>
                  <a:lnTo>
                    <a:pt x="13525" y="8540"/>
                  </a:lnTo>
                  <a:lnTo>
                    <a:pt x="13196" y="8350"/>
                  </a:lnTo>
                  <a:lnTo>
                    <a:pt x="12879" y="8160"/>
                  </a:lnTo>
                  <a:lnTo>
                    <a:pt x="12576" y="7983"/>
                  </a:lnTo>
                  <a:lnTo>
                    <a:pt x="12285" y="7793"/>
                  </a:lnTo>
                  <a:lnTo>
                    <a:pt x="12019" y="7604"/>
                  </a:lnTo>
                  <a:lnTo>
                    <a:pt x="11754" y="7414"/>
                  </a:lnTo>
                  <a:lnTo>
                    <a:pt x="11285" y="7047"/>
                  </a:lnTo>
                  <a:lnTo>
                    <a:pt x="10868" y="6680"/>
                  </a:lnTo>
                  <a:lnTo>
                    <a:pt x="10501" y="6339"/>
                  </a:lnTo>
                  <a:lnTo>
                    <a:pt x="10172" y="5997"/>
                  </a:lnTo>
                  <a:lnTo>
                    <a:pt x="9894" y="5693"/>
                  </a:lnTo>
                  <a:lnTo>
                    <a:pt x="9641" y="5402"/>
                  </a:lnTo>
                  <a:lnTo>
                    <a:pt x="9426" y="5137"/>
                  </a:lnTo>
                  <a:lnTo>
                    <a:pt x="9717" y="0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3940450" y="5375025"/>
              <a:ext cx="497825" cy="101850"/>
            </a:xfrm>
            <a:custGeom>
              <a:rect b="b" l="l" r="r" t="t"/>
              <a:pathLst>
                <a:path extrusionOk="0" h="4074" w="19913">
                  <a:moveTo>
                    <a:pt x="582" y="0"/>
                  </a:moveTo>
                  <a:lnTo>
                    <a:pt x="531" y="64"/>
                  </a:lnTo>
                  <a:lnTo>
                    <a:pt x="417" y="241"/>
                  </a:lnTo>
                  <a:lnTo>
                    <a:pt x="342" y="367"/>
                  </a:lnTo>
                  <a:lnTo>
                    <a:pt x="266" y="532"/>
                  </a:lnTo>
                  <a:lnTo>
                    <a:pt x="190" y="722"/>
                  </a:lnTo>
                  <a:lnTo>
                    <a:pt x="127" y="937"/>
                  </a:lnTo>
                  <a:lnTo>
                    <a:pt x="63" y="1177"/>
                  </a:lnTo>
                  <a:lnTo>
                    <a:pt x="25" y="1455"/>
                  </a:lnTo>
                  <a:lnTo>
                    <a:pt x="0" y="1746"/>
                  </a:lnTo>
                  <a:lnTo>
                    <a:pt x="13" y="2075"/>
                  </a:lnTo>
                  <a:lnTo>
                    <a:pt x="25" y="2252"/>
                  </a:lnTo>
                  <a:lnTo>
                    <a:pt x="51" y="2429"/>
                  </a:lnTo>
                  <a:lnTo>
                    <a:pt x="76" y="2606"/>
                  </a:lnTo>
                  <a:lnTo>
                    <a:pt x="114" y="2809"/>
                  </a:lnTo>
                  <a:lnTo>
                    <a:pt x="164" y="2999"/>
                  </a:lnTo>
                  <a:lnTo>
                    <a:pt x="228" y="3214"/>
                  </a:lnTo>
                  <a:lnTo>
                    <a:pt x="304" y="3416"/>
                  </a:lnTo>
                  <a:lnTo>
                    <a:pt x="380" y="3644"/>
                  </a:lnTo>
                  <a:lnTo>
                    <a:pt x="430" y="3732"/>
                  </a:lnTo>
                  <a:lnTo>
                    <a:pt x="493" y="3821"/>
                  </a:lnTo>
                  <a:lnTo>
                    <a:pt x="557" y="3897"/>
                  </a:lnTo>
                  <a:lnTo>
                    <a:pt x="633" y="3947"/>
                  </a:lnTo>
                  <a:lnTo>
                    <a:pt x="721" y="3998"/>
                  </a:lnTo>
                  <a:lnTo>
                    <a:pt x="822" y="4036"/>
                  </a:lnTo>
                  <a:lnTo>
                    <a:pt x="924" y="4061"/>
                  </a:lnTo>
                  <a:lnTo>
                    <a:pt x="1025" y="4074"/>
                  </a:lnTo>
                  <a:lnTo>
                    <a:pt x="19217" y="4074"/>
                  </a:lnTo>
                  <a:lnTo>
                    <a:pt x="19356" y="4061"/>
                  </a:lnTo>
                  <a:lnTo>
                    <a:pt x="19470" y="4023"/>
                  </a:lnTo>
                  <a:lnTo>
                    <a:pt x="19584" y="3973"/>
                  </a:lnTo>
                  <a:lnTo>
                    <a:pt x="19685" y="3897"/>
                  </a:lnTo>
                  <a:lnTo>
                    <a:pt x="19761" y="3808"/>
                  </a:lnTo>
                  <a:lnTo>
                    <a:pt x="19824" y="3707"/>
                  </a:lnTo>
                  <a:lnTo>
                    <a:pt x="19875" y="3581"/>
                  </a:lnTo>
                  <a:lnTo>
                    <a:pt x="19900" y="3454"/>
                  </a:lnTo>
                  <a:lnTo>
                    <a:pt x="19913" y="3302"/>
                  </a:lnTo>
                  <a:lnTo>
                    <a:pt x="19913" y="3150"/>
                  </a:lnTo>
                  <a:lnTo>
                    <a:pt x="19900" y="2999"/>
                  </a:lnTo>
                  <a:lnTo>
                    <a:pt x="19875" y="2860"/>
                  </a:lnTo>
                  <a:lnTo>
                    <a:pt x="19824" y="2720"/>
                  </a:lnTo>
                  <a:lnTo>
                    <a:pt x="19786" y="2657"/>
                  </a:lnTo>
                  <a:lnTo>
                    <a:pt x="19748" y="2606"/>
                  </a:lnTo>
                  <a:lnTo>
                    <a:pt x="19697" y="2543"/>
                  </a:lnTo>
                  <a:lnTo>
                    <a:pt x="19634" y="2505"/>
                  </a:lnTo>
                  <a:lnTo>
                    <a:pt x="19571" y="2455"/>
                  </a:lnTo>
                  <a:lnTo>
                    <a:pt x="19508" y="2429"/>
                  </a:lnTo>
                  <a:lnTo>
                    <a:pt x="19141" y="2303"/>
                  </a:lnTo>
                  <a:lnTo>
                    <a:pt x="18635" y="2138"/>
                  </a:lnTo>
                  <a:lnTo>
                    <a:pt x="18040" y="1974"/>
                  </a:lnTo>
                  <a:lnTo>
                    <a:pt x="17433" y="1809"/>
                  </a:lnTo>
                  <a:lnTo>
                    <a:pt x="16370" y="1544"/>
                  </a:lnTo>
                  <a:lnTo>
                    <a:pt x="15915" y="1430"/>
                  </a:lnTo>
                  <a:lnTo>
                    <a:pt x="15839" y="1506"/>
                  </a:lnTo>
                  <a:lnTo>
                    <a:pt x="15649" y="1696"/>
                  </a:lnTo>
                  <a:lnTo>
                    <a:pt x="15510" y="1822"/>
                  </a:lnTo>
                  <a:lnTo>
                    <a:pt x="15346" y="1961"/>
                  </a:lnTo>
                  <a:lnTo>
                    <a:pt x="15143" y="2113"/>
                  </a:lnTo>
                  <a:lnTo>
                    <a:pt x="14928" y="2265"/>
                  </a:lnTo>
                  <a:lnTo>
                    <a:pt x="14688" y="2417"/>
                  </a:lnTo>
                  <a:lnTo>
                    <a:pt x="14435" y="2569"/>
                  </a:lnTo>
                  <a:lnTo>
                    <a:pt x="14144" y="2695"/>
                  </a:lnTo>
                  <a:lnTo>
                    <a:pt x="13840" y="2822"/>
                  </a:lnTo>
                  <a:lnTo>
                    <a:pt x="13524" y="2923"/>
                  </a:lnTo>
                  <a:lnTo>
                    <a:pt x="13359" y="2961"/>
                  </a:lnTo>
                  <a:lnTo>
                    <a:pt x="13195" y="2986"/>
                  </a:lnTo>
                  <a:lnTo>
                    <a:pt x="13030" y="3011"/>
                  </a:lnTo>
                  <a:lnTo>
                    <a:pt x="12853" y="3024"/>
                  </a:lnTo>
                  <a:lnTo>
                    <a:pt x="12676" y="3037"/>
                  </a:lnTo>
                  <a:lnTo>
                    <a:pt x="12486" y="3037"/>
                  </a:lnTo>
                  <a:lnTo>
                    <a:pt x="11563" y="2973"/>
                  </a:lnTo>
                  <a:lnTo>
                    <a:pt x="10336" y="2885"/>
                  </a:lnTo>
                  <a:lnTo>
                    <a:pt x="8919" y="2758"/>
                  </a:lnTo>
                  <a:lnTo>
                    <a:pt x="7426" y="2606"/>
                  </a:lnTo>
                  <a:lnTo>
                    <a:pt x="6692" y="2518"/>
                  </a:lnTo>
                  <a:lnTo>
                    <a:pt x="5971" y="2429"/>
                  </a:lnTo>
                  <a:lnTo>
                    <a:pt x="5313" y="2341"/>
                  </a:lnTo>
                  <a:lnTo>
                    <a:pt x="4693" y="2240"/>
                  </a:lnTo>
                  <a:lnTo>
                    <a:pt x="4149" y="2138"/>
                  </a:lnTo>
                  <a:lnTo>
                    <a:pt x="3694" y="2037"/>
                  </a:lnTo>
                  <a:lnTo>
                    <a:pt x="3504" y="1974"/>
                  </a:lnTo>
                  <a:lnTo>
                    <a:pt x="3340" y="1923"/>
                  </a:lnTo>
                  <a:lnTo>
                    <a:pt x="3201" y="1873"/>
                  </a:lnTo>
                  <a:lnTo>
                    <a:pt x="3087" y="1822"/>
                  </a:lnTo>
                  <a:lnTo>
                    <a:pt x="2619" y="1531"/>
                  </a:lnTo>
                  <a:lnTo>
                    <a:pt x="2163" y="1228"/>
                  </a:lnTo>
                  <a:lnTo>
                    <a:pt x="1746" y="924"/>
                  </a:lnTo>
                  <a:lnTo>
                    <a:pt x="1366" y="633"/>
                  </a:lnTo>
                  <a:lnTo>
                    <a:pt x="797" y="178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3271850" y="2224000"/>
              <a:ext cx="1077225" cy="3053625"/>
            </a:xfrm>
            <a:custGeom>
              <a:rect b="b" l="l" r="r" t="t"/>
              <a:pathLst>
                <a:path extrusionOk="0" h="122145" w="43089">
                  <a:moveTo>
                    <a:pt x="38206" y="0"/>
                  </a:moveTo>
                  <a:lnTo>
                    <a:pt x="6148" y="89"/>
                  </a:lnTo>
                  <a:lnTo>
                    <a:pt x="5895" y="633"/>
                  </a:lnTo>
                  <a:lnTo>
                    <a:pt x="5200" y="2075"/>
                  </a:lnTo>
                  <a:lnTo>
                    <a:pt x="4744" y="3049"/>
                  </a:lnTo>
                  <a:lnTo>
                    <a:pt x="4225" y="4175"/>
                  </a:lnTo>
                  <a:lnTo>
                    <a:pt x="3681" y="5402"/>
                  </a:lnTo>
                  <a:lnTo>
                    <a:pt x="3112" y="6693"/>
                  </a:lnTo>
                  <a:lnTo>
                    <a:pt x="2543" y="8034"/>
                  </a:lnTo>
                  <a:lnTo>
                    <a:pt x="1986" y="9387"/>
                  </a:lnTo>
                  <a:lnTo>
                    <a:pt x="1468" y="10716"/>
                  </a:lnTo>
                  <a:lnTo>
                    <a:pt x="1227" y="11373"/>
                  </a:lnTo>
                  <a:lnTo>
                    <a:pt x="999" y="12006"/>
                  </a:lnTo>
                  <a:lnTo>
                    <a:pt x="784" y="12613"/>
                  </a:lnTo>
                  <a:lnTo>
                    <a:pt x="595" y="13208"/>
                  </a:lnTo>
                  <a:lnTo>
                    <a:pt x="430" y="13764"/>
                  </a:lnTo>
                  <a:lnTo>
                    <a:pt x="291" y="14296"/>
                  </a:lnTo>
                  <a:lnTo>
                    <a:pt x="177" y="14789"/>
                  </a:lnTo>
                  <a:lnTo>
                    <a:pt x="89" y="15257"/>
                  </a:lnTo>
                  <a:lnTo>
                    <a:pt x="25" y="15662"/>
                  </a:lnTo>
                  <a:lnTo>
                    <a:pt x="13" y="15852"/>
                  </a:lnTo>
                  <a:lnTo>
                    <a:pt x="0" y="16029"/>
                  </a:lnTo>
                  <a:lnTo>
                    <a:pt x="0" y="16611"/>
                  </a:lnTo>
                  <a:lnTo>
                    <a:pt x="25" y="17674"/>
                  </a:lnTo>
                  <a:lnTo>
                    <a:pt x="127" y="21153"/>
                  </a:lnTo>
                  <a:lnTo>
                    <a:pt x="291" y="26213"/>
                  </a:lnTo>
                  <a:lnTo>
                    <a:pt x="506" y="32602"/>
                  </a:lnTo>
                  <a:lnTo>
                    <a:pt x="1075" y="48377"/>
                  </a:lnTo>
                  <a:lnTo>
                    <a:pt x="1721" y="66481"/>
                  </a:lnTo>
                  <a:lnTo>
                    <a:pt x="3011" y="101663"/>
                  </a:lnTo>
                  <a:lnTo>
                    <a:pt x="3466" y="114744"/>
                  </a:lnTo>
                  <a:lnTo>
                    <a:pt x="3618" y="119273"/>
                  </a:lnTo>
                  <a:lnTo>
                    <a:pt x="3707" y="122145"/>
                  </a:lnTo>
                  <a:lnTo>
                    <a:pt x="13435" y="122145"/>
                  </a:lnTo>
                  <a:lnTo>
                    <a:pt x="22000" y="31881"/>
                  </a:lnTo>
                  <a:lnTo>
                    <a:pt x="26605" y="122145"/>
                  </a:lnTo>
                  <a:lnTo>
                    <a:pt x="37750" y="122145"/>
                  </a:lnTo>
                  <a:lnTo>
                    <a:pt x="38155" y="113909"/>
                  </a:lnTo>
                  <a:lnTo>
                    <a:pt x="38851" y="100196"/>
                  </a:lnTo>
                  <a:lnTo>
                    <a:pt x="40673" y="64318"/>
                  </a:lnTo>
                  <a:lnTo>
                    <a:pt x="41596" y="46151"/>
                  </a:lnTo>
                  <a:lnTo>
                    <a:pt x="42368" y="30514"/>
                  </a:lnTo>
                  <a:lnTo>
                    <a:pt x="42671" y="24265"/>
                  </a:lnTo>
                  <a:lnTo>
                    <a:pt x="42899" y="19394"/>
                  </a:lnTo>
                  <a:lnTo>
                    <a:pt x="43051" y="16155"/>
                  </a:lnTo>
                  <a:lnTo>
                    <a:pt x="43076" y="15219"/>
                  </a:lnTo>
                  <a:lnTo>
                    <a:pt x="43089" y="14789"/>
                  </a:lnTo>
                  <a:lnTo>
                    <a:pt x="43064" y="14587"/>
                  </a:lnTo>
                  <a:lnTo>
                    <a:pt x="43013" y="14321"/>
                  </a:lnTo>
                  <a:lnTo>
                    <a:pt x="42950" y="13992"/>
                  </a:lnTo>
                  <a:lnTo>
                    <a:pt x="42849" y="13613"/>
                  </a:lnTo>
                  <a:lnTo>
                    <a:pt x="42596" y="12727"/>
                  </a:lnTo>
                  <a:lnTo>
                    <a:pt x="42279" y="11677"/>
                  </a:lnTo>
                  <a:lnTo>
                    <a:pt x="41912" y="10526"/>
                  </a:lnTo>
                  <a:lnTo>
                    <a:pt x="41508" y="9273"/>
                  </a:lnTo>
                  <a:lnTo>
                    <a:pt x="41065" y="7983"/>
                  </a:lnTo>
                  <a:lnTo>
                    <a:pt x="40609" y="6680"/>
                  </a:lnTo>
                  <a:lnTo>
                    <a:pt x="39724" y="4188"/>
                  </a:lnTo>
                  <a:lnTo>
                    <a:pt x="38952" y="2050"/>
                  </a:lnTo>
                  <a:lnTo>
                    <a:pt x="382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3562175" y="4599825"/>
              <a:ext cx="71500" cy="649650"/>
            </a:xfrm>
            <a:custGeom>
              <a:rect b="b" l="l" r="r" t="t"/>
              <a:pathLst>
                <a:path extrusionOk="0" h="25986" w="2860">
                  <a:moveTo>
                    <a:pt x="2860" y="1"/>
                  </a:moveTo>
                  <a:lnTo>
                    <a:pt x="2607" y="1620"/>
                  </a:lnTo>
                  <a:lnTo>
                    <a:pt x="2379" y="3227"/>
                  </a:lnTo>
                  <a:lnTo>
                    <a:pt x="2151" y="4846"/>
                  </a:lnTo>
                  <a:lnTo>
                    <a:pt x="1936" y="6478"/>
                  </a:lnTo>
                  <a:lnTo>
                    <a:pt x="1734" y="8098"/>
                  </a:lnTo>
                  <a:lnTo>
                    <a:pt x="1544" y="9717"/>
                  </a:lnTo>
                  <a:lnTo>
                    <a:pt x="1164" y="12968"/>
                  </a:lnTo>
                  <a:lnTo>
                    <a:pt x="835" y="16219"/>
                  </a:lnTo>
                  <a:lnTo>
                    <a:pt x="671" y="17839"/>
                  </a:lnTo>
                  <a:lnTo>
                    <a:pt x="507" y="19471"/>
                  </a:lnTo>
                  <a:lnTo>
                    <a:pt x="228" y="22722"/>
                  </a:lnTo>
                  <a:lnTo>
                    <a:pt x="102" y="24354"/>
                  </a:lnTo>
                  <a:lnTo>
                    <a:pt x="51" y="25164"/>
                  </a:lnTo>
                  <a:lnTo>
                    <a:pt x="1" y="25986"/>
                  </a:lnTo>
                  <a:lnTo>
                    <a:pt x="127" y="25176"/>
                  </a:lnTo>
                  <a:lnTo>
                    <a:pt x="241" y="24367"/>
                  </a:lnTo>
                  <a:lnTo>
                    <a:pt x="481" y="22747"/>
                  </a:lnTo>
                  <a:lnTo>
                    <a:pt x="911" y="19509"/>
                  </a:lnTo>
                  <a:lnTo>
                    <a:pt x="1114" y="17889"/>
                  </a:lnTo>
                  <a:lnTo>
                    <a:pt x="1304" y="16270"/>
                  </a:lnTo>
                  <a:lnTo>
                    <a:pt x="1683" y="13019"/>
                  </a:lnTo>
                  <a:lnTo>
                    <a:pt x="2012" y="9767"/>
                  </a:lnTo>
                  <a:lnTo>
                    <a:pt x="2176" y="8148"/>
                  </a:lnTo>
                  <a:lnTo>
                    <a:pt x="2341" y="6516"/>
                  </a:lnTo>
                  <a:lnTo>
                    <a:pt x="2480" y="4884"/>
                  </a:lnTo>
                  <a:lnTo>
                    <a:pt x="2619" y="3265"/>
                  </a:lnTo>
                  <a:lnTo>
                    <a:pt x="2746" y="1633"/>
                  </a:lnTo>
                  <a:lnTo>
                    <a:pt x="2860" y="1"/>
                  </a:lnTo>
                  <a:close/>
                </a:path>
              </a:pathLst>
            </a:custGeom>
            <a:solidFill>
              <a:srgbClr val="0029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3941075" y="4597625"/>
              <a:ext cx="49675" cy="656300"/>
            </a:xfrm>
            <a:custGeom>
              <a:rect b="b" l="l" r="r" t="t"/>
              <a:pathLst>
                <a:path extrusionOk="0" h="26252" w="1987">
                  <a:moveTo>
                    <a:pt x="0" y="0"/>
                  </a:moveTo>
                  <a:lnTo>
                    <a:pt x="51" y="1645"/>
                  </a:lnTo>
                  <a:lnTo>
                    <a:pt x="127" y="3290"/>
                  </a:lnTo>
                  <a:lnTo>
                    <a:pt x="203" y="4934"/>
                  </a:lnTo>
                  <a:lnTo>
                    <a:pt x="304" y="6579"/>
                  </a:lnTo>
                  <a:lnTo>
                    <a:pt x="392" y="8224"/>
                  </a:lnTo>
                  <a:lnTo>
                    <a:pt x="506" y="9855"/>
                  </a:lnTo>
                  <a:lnTo>
                    <a:pt x="734" y="13145"/>
                  </a:lnTo>
                  <a:lnTo>
                    <a:pt x="1012" y="16421"/>
                  </a:lnTo>
                  <a:lnTo>
                    <a:pt x="1139" y="18066"/>
                  </a:lnTo>
                  <a:lnTo>
                    <a:pt x="1291" y="19698"/>
                  </a:lnTo>
                  <a:lnTo>
                    <a:pt x="1620" y="22975"/>
                  </a:lnTo>
                  <a:lnTo>
                    <a:pt x="1797" y="24606"/>
                  </a:lnTo>
                  <a:lnTo>
                    <a:pt x="1885" y="25429"/>
                  </a:lnTo>
                  <a:lnTo>
                    <a:pt x="1986" y="26251"/>
                  </a:lnTo>
                  <a:lnTo>
                    <a:pt x="1961" y="25429"/>
                  </a:lnTo>
                  <a:lnTo>
                    <a:pt x="1936" y="24606"/>
                  </a:lnTo>
                  <a:lnTo>
                    <a:pt x="1873" y="22962"/>
                  </a:lnTo>
                  <a:lnTo>
                    <a:pt x="1696" y="19673"/>
                  </a:lnTo>
                  <a:lnTo>
                    <a:pt x="1594" y="18028"/>
                  </a:lnTo>
                  <a:lnTo>
                    <a:pt x="1480" y="16383"/>
                  </a:lnTo>
                  <a:lnTo>
                    <a:pt x="1253" y="13107"/>
                  </a:lnTo>
                  <a:lnTo>
                    <a:pt x="987" y="9818"/>
                  </a:lnTo>
                  <a:lnTo>
                    <a:pt x="848" y="8186"/>
                  </a:lnTo>
                  <a:lnTo>
                    <a:pt x="696" y="6541"/>
                  </a:lnTo>
                  <a:lnTo>
                    <a:pt x="532" y="4909"/>
                  </a:lnTo>
                  <a:lnTo>
                    <a:pt x="367" y="3264"/>
                  </a:lnTo>
                  <a:lnTo>
                    <a:pt x="190" y="1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9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3299025" y="2215450"/>
              <a:ext cx="1036150" cy="2371450"/>
            </a:xfrm>
            <a:custGeom>
              <a:rect b="b" l="l" r="r" t="t"/>
              <a:pathLst>
                <a:path extrusionOk="0" h="94858" w="41446">
                  <a:moveTo>
                    <a:pt x="4669" y="1"/>
                  </a:moveTo>
                  <a:lnTo>
                    <a:pt x="4657" y="64"/>
                  </a:lnTo>
                  <a:lnTo>
                    <a:pt x="4619" y="203"/>
                  </a:lnTo>
                  <a:lnTo>
                    <a:pt x="4467" y="646"/>
                  </a:lnTo>
                  <a:lnTo>
                    <a:pt x="3948" y="2126"/>
                  </a:lnTo>
                  <a:lnTo>
                    <a:pt x="3189" y="4251"/>
                  </a:lnTo>
                  <a:lnTo>
                    <a:pt x="2772" y="5491"/>
                  </a:lnTo>
                  <a:lnTo>
                    <a:pt x="2329" y="6807"/>
                  </a:lnTo>
                  <a:lnTo>
                    <a:pt x="1899" y="8173"/>
                  </a:lnTo>
                  <a:lnTo>
                    <a:pt x="1481" y="9565"/>
                  </a:lnTo>
                  <a:lnTo>
                    <a:pt x="1279" y="10273"/>
                  </a:lnTo>
                  <a:lnTo>
                    <a:pt x="1076" y="10969"/>
                  </a:lnTo>
                  <a:lnTo>
                    <a:pt x="899" y="11652"/>
                  </a:lnTo>
                  <a:lnTo>
                    <a:pt x="722" y="12335"/>
                  </a:lnTo>
                  <a:lnTo>
                    <a:pt x="570" y="13006"/>
                  </a:lnTo>
                  <a:lnTo>
                    <a:pt x="431" y="13651"/>
                  </a:lnTo>
                  <a:lnTo>
                    <a:pt x="305" y="14284"/>
                  </a:lnTo>
                  <a:lnTo>
                    <a:pt x="191" y="14891"/>
                  </a:lnTo>
                  <a:lnTo>
                    <a:pt x="115" y="15473"/>
                  </a:lnTo>
                  <a:lnTo>
                    <a:pt x="52" y="16017"/>
                  </a:lnTo>
                  <a:lnTo>
                    <a:pt x="14" y="16535"/>
                  </a:lnTo>
                  <a:lnTo>
                    <a:pt x="1" y="17016"/>
                  </a:lnTo>
                  <a:lnTo>
                    <a:pt x="14" y="17674"/>
                  </a:lnTo>
                  <a:lnTo>
                    <a:pt x="52" y="18711"/>
                  </a:lnTo>
                  <a:lnTo>
                    <a:pt x="191" y="21786"/>
                  </a:lnTo>
                  <a:lnTo>
                    <a:pt x="418" y="26036"/>
                  </a:lnTo>
                  <a:lnTo>
                    <a:pt x="709" y="31261"/>
                  </a:lnTo>
                  <a:lnTo>
                    <a:pt x="1051" y="37258"/>
                  </a:lnTo>
                  <a:lnTo>
                    <a:pt x="1431" y="43823"/>
                  </a:lnTo>
                  <a:lnTo>
                    <a:pt x="2265" y="57790"/>
                  </a:lnTo>
                  <a:lnTo>
                    <a:pt x="3100" y="71529"/>
                  </a:lnTo>
                  <a:lnTo>
                    <a:pt x="3834" y="83383"/>
                  </a:lnTo>
                  <a:lnTo>
                    <a:pt x="4543" y="94857"/>
                  </a:lnTo>
                  <a:lnTo>
                    <a:pt x="34943" y="94857"/>
                  </a:lnTo>
                  <a:lnTo>
                    <a:pt x="35980" y="83003"/>
                  </a:lnTo>
                  <a:lnTo>
                    <a:pt x="37043" y="70795"/>
                  </a:lnTo>
                  <a:lnTo>
                    <a:pt x="38245" y="56702"/>
                  </a:lnTo>
                  <a:lnTo>
                    <a:pt x="39446" y="42457"/>
                  </a:lnTo>
                  <a:lnTo>
                    <a:pt x="39990" y="35815"/>
                  </a:lnTo>
                  <a:lnTo>
                    <a:pt x="40484" y="29781"/>
                  </a:lnTo>
                  <a:lnTo>
                    <a:pt x="40889" y="24581"/>
                  </a:lnTo>
                  <a:lnTo>
                    <a:pt x="41205" y="20432"/>
                  </a:lnTo>
                  <a:lnTo>
                    <a:pt x="41319" y="18813"/>
                  </a:lnTo>
                  <a:lnTo>
                    <a:pt x="41395" y="17535"/>
                  </a:lnTo>
                  <a:lnTo>
                    <a:pt x="41433" y="16624"/>
                  </a:lnTo>
                  <a:lnTo>
                    <a:pt x="41445" y="16320"/>
                  </a:lnTo>
                  <a:lnTo>
                    <a:pt x="41445" y="16118"/>
                  </a:lnTo>
                  <a:lnTo>
                    <a:pt x="41420" y="15776"/>
                  </a:lnTo>
                  <a:lnTo>
                    <a:pt x="41369" y="15397"/>
                  </a:lnTo>
                  <a:lnTo>
                    <a:pt x="41294" y="14967"/>
                  </a:lnTo>
                  <a:lnTo>
                    <a:pt x="41205" y="14499"/>
                  </a:lnTo>
                  <a:lnTo>
                    <a:pt x="41091" y="13993"/>
                  </a:lnTo>
                  <a:lnTo>
                    <a:pt x="40952" y="13449"/>
                  </a:lnTo>
                  <a:lnTo>
                    <a:pt x="40800" y="12867"/>
                  </a:lnTo>
                  <a:lnTo>
                    <a:pt x="40636" y="12259"/>
                  </a:lnTo>
                  <a:lnTo>
                    <a:pt x="40269" y="10994"/>
                  </a:lnTo>
                  <a:lnTo>
                    <a:pt x="39864" y="9666"/>
                  </a:lnTo>
                  <a:lnTo>
                    <a:pt x="39434" y="8312"/>
                  </a:lnTo>
                  <a:lnTo>
                    <a:pt x="38991" y="6971"/>
                  </a:lnTo>
                  <a:lnTo>
                    <a:pt x="38548" y="5656"/>
                  </a:lnTo>
                  <a:lnTo>
                    <a:pt x="38131" y="4416"/>
                  </a:lnTo>
                  <a:lnTo>
                    <a:pt x="37372" y="2278"/>
                  </a:lnTo>
                  <a:lnTo>
                    <a:pt x="36840" y="810"/>
                  </a:lnTo>
                  <a:lnTo>
                    <a:pt x="36638" y="254"/>
                  </a:lnTo>
                  <a:lnTo>
                    <a:pt x="46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3433775" y="4526775"/>
              <a:ext cx="717950" cy="13000"/>
            </a:xfrm>
            <a:custGeom>
              <a:rect b="b" l="l" r="r" t="t"/>
              <a:pathLst>
                <a:path extrusionOk="0" h="520" w="28718">
                  <a:moveTo>
                    <a:pt x="14359" y="1"/>
                  </a:moveTo>
                  <a:lnTo>
                    <a:pt x="10766" y="13"/>
                  </a:lnTo>
                  <a:lnTo>
                    <a:pt x="8970" y="39"/>
                  </a:lnTo>
                  <a:lnTo>
                    <a:pt x="7173" y="51"/>
                  </a:lnTo>
                  <a:lnTo>
                    <a:pt x="5377" y="89"/>
                  </a:lnTo>
                  <a:lnTo>
                    <a:pt x="3593" y="127"/>
                  </a:lnTo>
                  <a:lnTo>
                    <a:pt x="1797" y="190"/>
                  </a:lnTo>
                  <a:lnTo>
                    <a:pt x="0" y="254"/>
                  </a:lnTo>
                  <a:lnTo>
                    <a:pt x="1797" y="330"/>
                  </a:lnTo>
                  <a:lnTo>
                    <a:pt x="3593" y="380"/>
                  </a:lnTo>
                  <a:lnTo>
                    <a:pt x="5377" y="418"/>
                  </a:lnTo>
                  <a:lnTo>
                    <a:pt x="7173" y="456"/>
                  </a:lnTo>
                  <a:lnTo>
                    <a:pt x="8970" y="481"/>
                  </a:lnTo>
                  <a:lnTo>
                    <a:pt x="10766" y="494"/>
                  </a:lnTo>
                  <a:lnTo>
                    <a:pt x="14359" y="519"/>
                  </a:lnTo>
                  <a:lnTo>
                    <a:pt x="17952" y="494"/>
                  </a:lnTo>
                  <a:lnTo>
                    <a:pt x="19736" y="481"/>
                  </a:lnTo>
                  <a:lnTo>
                    <a:pt x="21532" y="456"/>
                  </a:lnTo>
                  <a:lnTo>
                    <a:pt x="25125" y="380"/>
                  </a:lnTo>
                  <a:lnTo>
                    <a:pt x="26921" y="330"/>
                  </a:lnTo>
                  <a:lnTo>
                    <a:pt x="27820" y="292"/>
                  </a:lnTo>
                  <a:lnTo>
                    <a:pt x="28718" y="254"/>
                  </a:lnTo>
                  <a:lnTo>
                    <a:pt x="27820" y="216"/>
                  </a:lnTo>
                  <a:lnTo>
                    <a:pt x="26921" y="190"/>
                  </a:lnTo>
                  <a:lnTo>
                    <a:pt x="25125" y="127"/>
                  </a:lnTo>
                  <a:lnTo>
                    <a:pt x="21532" y="51"/>
                  </a:lnTo>
                  <a:lnTo>
                    <a:pt x="19736" y="39"/>
                  </a:lnTo>
                  <a:lnTo>
                    <a:pt x="17952" y="13"/>
                  </a:lnTo>
                  <a:lnTo>
                    <a:pt x="14359" y="1"/>
                  </a:lnTo>
                  <a:close/>
                </a:path>
              </a:pathLst>
            </a:custGeom>
            <a:solidFill>
              <a:srgbClr val="D646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3769975" y="3128850"/>
              <a:ext cx="109125" cy="252400"/>
            </a:xfrm>
            <a:custGeom>
              <a:rect b="b" l="l" r="r" t="t"/>
              <a:pathLst>
                <a:path extrusionOk="0" h="10096" w="4365">
                  <a:moveTo>
                    <a:pt x="0" y="1"/>
                  </a:moveTo>
                  <a:lnTo>
                    <a:pt x="114" y="684"/>
                  </a:lnTo>
                  <a:lnTo>
                    <a:pt x="266" y="1354"/>
                  </a:lnTo>
                  <a:lnTo>
                    <a:pt x="443" y="2037"/>
                  </a:lnTo>
                  <a:lnTo>
                    <a:pt x="633" y="2695"/>
                  </a:lnTo>
                  <a:lnTo>
                    <a:pt x="835" y="3366"/>
                  </a:lnTo>
                  <a:lnTo>
                    <a:pt x="1075" y="4011"/>
                  </a:lnTo>
                  <a:lnTo>
                    <a:pt x="1316" y="4669"/>
                  </a:lnTo>
                  <a:lnTo>
                    <a:pt x="1582" y="5314"/>
                  </a:lnTo>
                  <a:lnTo>
                    <a:pt x="1873" y="5946"/>
                  </a:lnTo>
                  <a:lnTo>
                    <a:pt x="2176" y="6566"/>
                  </a:lnTo>
                  <a:lnTo>
                    <a:pt x="2492" y="7186"/>
                  </a:lnTo>
                  <a:lnTo>
                    <a:pt x="2834" y="7793"/>
                  </a:lnTo>
                  <a:lnTo>
                    <a:pt x="3188" y="8388"/>
                  </a:lnTo>
                  <a:lnTo>
                    <a:pt x="3555" y="8970"/>
                  </a:lnTo>
                  <a:lnTo>
                    <a:pt x="3947" y="9539"/>
                  </a:lnTo>
                  <a:lnTo>
                    <a:pt x="4365" y="10096"/>
                  </a:lnTo>
                  <a:lnTo>
                    <a:pt x="3707" y="8881"/>
                  </a:lnTo>
                  <a:lnTo>
                    <a:pt x="3391" y="8274"/>
                  </a:lnTo>
                  <a:lnTo>
                    <a:pt x="3074" y="7654"/>
                  </a:lnTo>
                  <a:lnTo>
                    <a:pt x="2771" y="7047"/>
                  </a:lnTo>
                  <a:lnTo>
                    <a:pt x="2467" y="6427"/>
                  </a:lnTo>
                  <a:lnTo>
                    <a:pt x="2189" y="5795"/>
                  </a:lnTo>
                  <a:lnTo>
                    <a:pt x="1910" y="5162"/>
                  </a:lnTo>
                  <a:lnTo>
                    <a:pt x="1632" y="4530"/>
                  </a:lnTo>
                  <a:lnTo>
                    <a:pt x="1379" y="3897"/>
                  </a:lnTo>
                  <a:lnTo>
                    <a:pt x="1126" y="3252"/>
                  </a:lnTo>
                  <a:lnTo>
                    <a:pt x="886" y="2607"/>
                  </a:lnTo>
                  <a:lnTo>
                    <a:pt x="658" y="1961"/>
                  </a:lnTo>
                  <a:lnTo>
                    <a:pt x="430" y="13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646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3682350" y="3181350"/>
              <a:ext cx="120850" cy="476025"/>
            </a:xfrm>
            <a:custGeom>
              <a:rect b="b" l="l" r="r" t="t"/>
              <a:pathLst>
                <a:path extrusionOk="0" h="19041" w="4834">
                  <a:moveTo>
                    <a:pt x="1" y="1"/>
                  </a:moveTo>
                  <a:lnTo>
                    <a:pt x="1" y="620"/>
                  </a:lnTo>
                  <a:lnTo>
                    <a:pt x="1" y="1240"/>
                  </a:lnTo>
                  <a:lnTo>
                    <a:pt x="14" y="1860"/>
                  </a:lnTo>
                  <a:lnTo>
                    <a:pt x="39" y="2480"/>
                  </a:lnTo>
                  <a:lnTo>
                    <a:pt x="77" y="3100"/>
                  </a:lnTo>
                  <a:lnTo>
                    <a:pt x="127" y="3720"/>
                  </a:lnTo>
                  <a:lnTo>
                    <a:pt x="191" y="4340"/>
                  </a:lnTo>
                  <a:lnTo>
                    <a:pt x="254" y="4947"/>
                  </a:lnTo>
                  <a:lnTo>
                    <a:pt x="342" y="5567"/>
                  </a:lnTo>
                  <a:lnTo>
                    <a:pt x="431" y="6187"/>
                  </a:lnTo>
                  <a:lnTo>
                    <a:pt x="532" y="6794"/>
                  </a:lnTo>
                  <a:lnTo>
                    <a:pt x="633" y="7401"/>
                  </a:lnTo>
                  <a:lnTo>
                    <a:pt x="760" y="8021"/>
                  </a:lnTo>
                  <a:lnTo>
                    <a:pt x="886" y="8628"/>
                  </a:lnTo>
                  <a:lnTo>
                    <a:pt x="1026" y="9236"/>
                  </a:lnTo>
                  <a:lnTo>
                    <a:pt x="1165" y="9830"/>
                  </a:lnTo>
                  <a:lnTo>
                    <a:pt x="1329" y="10438"/>
                  </a:lnTo>
                  <a:lnTo>
                    <a:pt x="1494" y="11032"/>
                  </a:lnTo>
                  <a:lnTo>
                    <a:pt x="1671" y="11627"/>
                  </a:lnTo>
                  <a:lnTo>
                    <a:pt x="1861" y="12221"/>
                  </a:lnTo>
                  <a:lnTo>
                    <a:pt x="2050" y="12816"/>
                  </a:lnTo>
                  <a:lnTo>
                    <a:pt x="2253" y="13398"/>
                  </a:lnTo>
                  <a:lnTo>
                    <a:pt x="2468" y="13980"/>
                  </a:lnTo>
                  <a:lnTo>
                    <a:pt x="2696" y="14562"/>
                  </a:lnTo>
                  <a:lnTo>
                    <a:pt x="2923" y="15144"/>
                  </a:lnTo>
                  <a:lnTo>
                    <a:pt x="3176" y="15713"/>
                  </a:lnTo>
                  <a:lnTo>
                    <a:pt x="3417" y="16282"/>
                  </a:lnTo>
                  <a:lnTo>
                    <a:pt x="3682" y="16839"/>
                  </a:lnTo>
                  <a:lnTo>
                    <a:pt x="3961" y="17396"/>
                  </a:lnTo>
                  <a:lnTo>
                    <a:pt x="4239" y="17952"/>
                  </a:lnTo>
                  <a:lnTo>
                    <a:pt x="4530" y="18496"/>
                  </a:lnTo>
                  <a:lnTo>
                    <a:pt x="4834" y="19040"/>
                  </a:lnTo>
                  <a:lnTo>
                    <a:pt x="4834" y="19040"/>
                  </a:lnTo>
                  <a:lnTo>
                    <a:pt x="4327" y="17914"/>
                  </a:lnTo>
                  <a:lnTo>
                    <a:pt x="3847" y="16776"/>
                  </a:lnTo>
                  <a:lnTo>
                    <a:pt x="3379" y="15624"/>
                  </a:lnTo>
                  <a:lnTo>
                    <a:pt x="3164" y="15043"/>
                  </a:lnTo>
                  <a:lnTo>
                    <a:pt x="2949" y="14461"/>
                  </a:lnTo>
                  <a:lnTo>
                    <a:pt x="2556" y="13297"/>
                  </a:lnTo>
                  <a:lnTo>
                    <a:pt x="2354" y="12715"/>
                  </a:lnTo>
                  <a:lnTo>
                    <a:pt x="2177" y="12120"/>
                  </a:lnTo>
                  <a:lnTo>
                    <a:pt x="2000" y="11538"/>
                  </a:lnTo>
                  <a:lnTo>
                    <a:pt x="1823" y="10944"/>
                  </a:lnTo>
                  <a:lnTo>
                    <a:pt x="1671" y="10349"/>
                  </a:lnTo>
                  <a:lnTo>
                    <a:pt x="1519" y="9742"/>
                  </a:lnTo>
                  <a:lnTo>
                    <a:pt x="1367" y="9147"/>
                  </a:lnTo>
                  <a:lnTo>
                    <a:pt x="1215" y="8553"/>
                  </a:lnTo>
                  <a:lnTo>
                    <a:pt x="1089" y="7945"/>
                  </a:lnTo>
                  <a:lnTo>
                    <a:pt x="962" y="7338"/>
                  </a:lnTo>
                  <a:lnTo>
                    <a:pt x="735" y="6136"/>
                  </a:lnTo>
                  <a:lnTo>
                    <a:pt x="532" y="4909"/>
                  </a:lnTo>
                  <a:lnTo>
                    <a:pt x="444" y="4302"/>
                  </a:lnTo>
                  <a:lnTo>
                    <a:pt x="355" y="3695"/>
                  </a:lnTo>
                  <a:lnTo>
                    <a:pt x="216" y="2467"/>
                  </a:lnTo>
                  <a:lnTo>
                    <a:pt x="102" y="12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646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3705125" y="859900"/>
              <a:ext cx="222050" cy="344125"/>
            </a:xfrm>
            <a:custGeom>
              <a:rect b="b" l="l" r="r" t="t"/>
              <a:pathLst>
                <a:path extrusionOk="0" h="13765" w="8882">
                  <a:moveTo>
                    <a:pt x="1" y="1"/>
                  </a:moveTo>
                  <a:lnTo>
                    <a:pt x="1" y="13765"/>
                  </a:lnTo>
                  <a:lnTo>
                    <a:pt x="8882" y="13765"/>
                  </a:lnTo>
                  <a:lnTo>
                    <a:pt x="8882" y="1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705125" y="1023100"/>
              <a:ext cx="222375" cy="71500"/>
            </a:xfrm>
            <a:custGeom>
              <a:rect b="b" l="l" r="r" t="t"/>
              <a:pathLst>
                <a:path extrusionOk="0" h="2860" w="8895">
                  <a:moveTo>
                    <a:pt x="1" y="1"/>
                  </a:moveTo>
                  <a:lnTo>
                    <a:pt x="1" y="1481"/>
                  </a:lnTo>
                  <a:lnTo>
                    <a:pt x="393" y="1759"/>
                  </a:lnTo>
                  <a:lnTo>
                    <a:pt x="785" y="1987"/>
                  </a:lnTo>
                  <a:lnTo>
                    <a:pt x="1152" y="2189"/>
                  </a:lnTo>
                  <a:lnTo>
                    <a:pt x="1519" y="2354"/>
                  </a:lnTo>
                  <a:lnTo>
                    <a:pt x="1873" y="2493"/>
                  </a:lnTo>
                  <a:lnTo>
                    <a:pt x="2215" y="2607"/>
                  </a:lnTo>
                  <a:lnTo>
                    <a:pt x="2518" y="2695"/>
                  </a:lnTo>
                  <a:lnTo>
                    <a:pt x="2822" y="2759"/>
                  </a:lnTo>
                  <a:lnTo>
                    <a:pt x="3088" y="2796"/>
                  </a:lnTo>
                  <a:lnTo>
                    <a:pt x="3328" y="2834"/>
                  </a:lnTo>
                  <a:lnTo>
                    <a:pt x="3530" y="2860"/>
                  </a:lnTo>
                  <a:lnTo>
                    <a:pt x="5352" y="2860"/>
                  </a:lnTo>
                  <a:lnTo>
                    <a:pt x="5567" y="2834"/>
                  </a:lnTo>
                  <a:lnTo>
                    <a:pt x="5807" y="2796"/>
                  </a:lnTo>
                  <a:lnTo>
                    <a:pt x="6073" y="2759"/>
                  </a:lnTo>
                  <a:lnTo>
                    <a:pt x="6364" y="2695"/>
                  </a:lnTo>
                  <a:lnTo>
                    <a:pt x="6680" y="2607"/>
                  </a:lnTo>
                  <a:lnTo>
                    <a:pt x="7009" y="2493"/>
                  </a:lnTo>
                  <a:lnTo>
                    <a:pt x="7364" y="2354"/>
                  </a:lnTo>
                  <a:lnTo>
                    <a:pt x="7730" y="2189"/>
                  </a:lnTo>
                  <a:lnTo>
                    <a:pt x="8110" y="1987"/>
                  </a:lnTo>
                  <a:lnTo>
                    <a:pt x="8489" y="1759"/>
                  </a:lnTo>
                  <a:lnTo>
                    <a:pt x="8894" y="1481"/>
                  </a:lnTo>
                  <a:lnTo>
                    <a:pt x="8894" y="1"/>
                  </a:lnTo>
                  <a:lnTo>
                    <a:pt x="8489" y="266"/>
                  </a:lnTo>
                  <a:lnTo>
                    <a:pt x="8110" y="507"/>
                  </a:lnTo>
                  <a:lnTo>
                    <a:pt x="7730" y="709"/>
                  </a:lnTo>
                  <a:lnTo>
                    <a:pt x="7364" y="874"/>
                  </a:lnTo>
                  <a:lnTo>
                    <a:pt x="7009" y="1013"/>
                  </a:lnTo>
                  <a:lnTo>
                    <a:pt x="6680" y="1127"/>
                  </a:lnTo>
                  <a:lnTo>
                    <a:pt x="6364" y="1215"/>
                  </a:lnTo>
                  <a:lnTo>
                    <a:pt x="6073" y="1278"/>
                  </a:lnTo>
                  <a:lnTo>
                    <a:pt x="5807" y="1316"/>
                  </a:lnTo>
                  <a:lnTo>
                    <a:pt x="5567" y="1354"/>
                  </a:lnTo>
                  <a:lnTo>
                    <a:pt x="5352" y="1367"/>
                  </a:lnTo>
                  <a:lnTo>
                    <a:pt x="5175" y="1380"/>
                  </a:lnTo>
                  <a:lnTo>
                    <a:pt x="3707" y="1380"/>
                  </a:lnTo>
                  <a:lnTo>
                    <a:pt x="3530" y="1367"/>
                  </a:lnTo>
                  <a:lnTo>
                    <a:pt x="3328" y="1354"/>
                  </a:lnTo>
                  <a:lnTo>
                    <a:pt x="3088" y="1316"/>
                  </a:lnTo>
                  <a:lnTo>
                    <a:pt x="2822" y="1278"/>
                  </a:lnTo>
                  <a:lnTo>
                    <a:pt x="2518" y="1215"/>
                  </a:lnTo>
                  <a:lnTo>
                    <a:pt x="2215" y="1127"/>
                  </a:lnTo>
                  <a:lnTo>
                    <a:pt x="1873" y="1013"/>
                  </a:lnTo>
                  <a:lnTo>
                    <a:pt x="1519" y="874"/>
                  </a:lnTo>
                  <a:lnTo>
                    <a:pt x="1152" y="709"/>
                  </a:lnTo>
                  <a:lnTo>
                    <a:pt x="785" y="507"/>
                  </a:lnTo>
                  <a:lnTo>
                    <a:pt x="393" y="2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2938475" y="1081625"/>
              <a:ext cx="1743950" cy="1162950"/>
            </a:xfrm>
            <a:custGeom>
              <a:rect b="b" l="l" r="r" t="t"/>
              <a:pathLst>
                <a:path extrusionOk="0" h="46518" w="69758">
                  <a:moveTo>
                    <a:pt x="35854" y="0"/>
                  </a:moveTo>
                  <a:lnTo>
                    <a:pt x="32805" y="4289"/>
                  </a:lnTo>
                  <a:lnTo>
                    <a:pt x="32805" y="139"/>
                  </a:lnTo>
                  <a:lnTo>
                    <a:pt x="29617" y="139"/>
                  </a:lnTo>
                  <a:lnTo>
                    <a:pt x="28592" y="3327"/>
                  </a:lnTo>
                  <a:lnTo>
                    <a:pt x="28175" y="3315"/>
                  </a:lnTo>
                  <a:lnTo>
                    <a:pt x="27706" y="3315"/>
                  </a:lnTo>
                  <a:lnTo>
                    <a:pt x="27213" y="3327"/>
                  </a:lnTo>
                  <a:lnTo>
                    <a:pt x="26669" y="3353"/>
                  </a:lnTo>
                  <a:lnTo>
                    <a:pt x="26100" y="3403"/>
                  </a:lnTo>
                  <a:lnTo>
                    <a:pt x="25505" y="3466"/>
                  </a:lnTo>
                  <a:lnTo>
                    <a:pt x="24860" y="3568"/>
                  </a:lnTo>
                  <a:lnTo>
                    <a:pt x="24202" y="3669"/>
                  </a:lnTo>
                  <a:lnTo>
                    <a:pt x="23494" y="3821"/>
                  </a:lnTo>
                  <a:lnTo>
                    <a:pt x="22773" y="3985"/>
                  </a:lnTo>
                  <a:lnTo>
                    <a:pt x="22014" y="4187"/>
                  </a:lnTo>
                  <a:lnTo>
                    <a:pt x="21217" y="4415"/>
                  </a:lnTo>
                  <a:lnTo>
                    <a:pt x="20407" y="4681"/>
                  </a:lnTo>
                  <a:lnTo>
                    <a:pt x="19559" y="4984"/>
                  </a:lnTo>
                  <a:lnTo>
                    <a:pt x="18686" y="5339"/>
                  </a:lnTo>
                  <a:lnTo>
                    <a:pt x="17801" y="5718"/>
                  </a:lnTo>
                  <a:lnTo>
                    <a:pt x="17434" y="5895"/>
                  </a:lnTo>
                  <a:lnTo>
                    <a:pt x="17054" y="6098"/>
                  </a:lnTo>
                  <a:lnTo>
                    <a:pt x="16687" y="6325"/>
                  </a:lnTo>
                  <a:lnTo>
                    <a:pt x="16308" y="6579"/>
                  </a:lnTo>
                  <a:lnTo>
                    <a:pt x="15928" y="6857"/>
                  </a:lnTo>
                  <a:lnTo>
                    <a:pt x="15562" y="7148"/>
                  </a:lnTo>
                  <a:lnTo>
                    <a:pt x="15169" y="7464"/>
                  </a:lnTo>
                  <a:lnTo>
                    <a:pt x="14790" y="7806"/>
                  </a:lnTo>
                  <a:lnTo>
                    <a:pt x="14410" y="8160"/>
                  </a:lnTo>
                  <a:lnTo>
                    <a:pt x="14031" y="8527"/>
                  </a:lnTo>
                  <a:lnTo>
                    <a:pt x="13639" y="8919"/>
                  </a:lnTo>
                  <a:lnTo>
                    <a:pt x="13259" y="9324"/>
                  </a:lnTo>
                  <a:lnTo>
                    <a:pt x="12880" y="9754"/>
                  </a:lnTo>
                  <a:lnTo>
                    <a:pt x="12487" y="10184"/>
                  </a:lnTo>
                  <a:lnTo>
                    <a:pt x="12108" y="10639"/>
                  </a:lnTo>
                  <a:lnTo>
                    <a:pt x="11728" y="11095"/>
                  </a:lnTo>
                  <a:lnTo>
                    <a:pt x="11349" y="11576"/>
                  </a:lnTo>
                  <a:lnTo>
                    <a:pt x="10969" y="12056"/>
                  </a:lnTo>
                  <a:lnTo>
                    <a:pt x="10210" y="13068"/>
                  </a:lnTo>
                  <a:lnTo>
                    <a:pt x="9464" y="14093"/>
                  </a:lnTo>
                  <a:lnTo>
                    <a:pt x="8743" y="15156"/>
                  </a:lnTo>
                  <a:lnTo>
                    <a:pt x="8022" y="16231"/>
                  </a:lnTo>
                  <a:lnTo>
                    <a:pt x="7313" y="17332"/>
                  </a:lnTo>
                  <a:lnTo>
                    <a:pt x="6630" y="18420"/>
                  </a:lnTo>
                  <a:lnTo>
                    <a:pt x="5972" y="19508"/>
                  </a:lnTo>
                  <a:lnTo>
                    <a:pt x="5327" y="20596"/>
                  </a:lnTo>
                  <a:lnTo>
                    <a:pt x="4720" y="21658"/>
                  </a:lnTo>
                  <a:lnTo>
                    <a:pt x="4125" y="22696"/>
                  </a:lnTo>
                  <a:lnTo>
                    <a:pt x="3569" y="23695"/>
                  </a:lnTo>
                  <a:lnTo>
                    <a:pt x="3050" y="24669"/>
                  </a:lnTo>
                  <a:lnTo>
                    <a:pt x="2556" y="25593"/>
                  </a:lnTo>
                  <a:lnTo>
                    <a:pt x="1684" y="27263"/>
                  </a:lnTo>
                  <a:lnTo>
                    <a:pt x="975" y="28667"/>
                  </a:lnTo>
                  <a:lnTo>
                    <a:pt x="444" y="29742"/>
                  </a:lnTo>
                  <a:lnTo>
                    <a:pt x="1" y="30666"/>
                  </a:lnTo>
                  <a:lnTo>
                    <a:pt x="520" y="30716"/>
                  </a:lnTo>
                  <a:lnTo>
                    <a:pt x="11488" y="31767"/>
                  </a:lnTo>
                  <a:lnTo>
                    <a:pt x="12209" y="31842"/>
                  </a:lnTo>
                  <a:lnTo>
                    <a:pt x="19332" y="23860"/>
                  </a:lnTo>
                  <a:lnTo>
                    <a:pt x="18446" y="46518"/>
                  </a:lnTo>
                  <a:lnTo>
                    <a:pt x="51908" y="46518"/>
                  </a:lnTo>
                  <a:lnTo>
                    <a:pt x="51908" y="25530"/>
                  </a:lnTo>
                  <a:lnTo>
                    <a:pt x="57537" y="31842"/>
                  </a:lnTo>
                  <a:lnTo>
                    <a:pt x="58195" y="31779"/>
                  </a:lnTo>
                  <a:lnTo>
                    <a:pt x="69163" y="30729"/>
                  </a:lnTo>
                  <a:lnTo>
                    <a:pt x="69758" y="30666"/>
                  </a:lnTo>
                  <a:lnTo>
                    <a:pt x="69315" y="29742"/>
                  </a:lnTo>
                  <a:lnTo>
                    <a:pt x="68784" y="28667"/>
                  </a:lnTo>
                  <a:lnTo>
                    <a:pt x="68075" y="27263"/>
                  </a:lnTo>
                  <a:lnTo>
                    <a:pt x="67203" y="25593"/>
                  </a:lnTo>
                  <a:lnTo>
                    <a:pt x="66709" y="24669"/>
                  </a:lnTo>
                  <a:lnTo>
                    <a:pt x="66178" y="23695"/>
                  </a:lnTo>
                  <a:lnTo>
                    <a:pt x="65621" y="22696"/>
                  </a:lnTo>
                  <a:lnTo>
                    <a:pt x="65027" y="21658"/>
                  </a:lnTo>
                  <a:lnTo>
                    <a:pt x="64419" y="20596"/>
                  </a:lnTo>
                  <a:lnTo>
                    <a:pt x="63774" y="19508"/>
                  </a:lnTo>
                  <a:lnTo>
                    <a:pt x="63116" y="18420"/>
                  </a:lnTo>
                  <a:lnTo>
                    <a:pt x="62433" y="17332"/>
                  </a:lnTo>
                  <a:lnTo>
                    <a:pt x="61725" y="16231"/>
                  </a:lnTo>
                  <a:lnTo>
                    <a:pt x="61016" y="15156"/>
                  </a:lnTo>
                  <a:lnTo>
                    <a:pt x="60282" y="14093"/>
                  </a:lnTo>
                  <a:lnTo>
                    <a:pt x="59536" y="13068"/>
                  </a:lnTo>
                  <a:lnTo>
                    <a:pt x="58790" y="12056"/>
                  </a:lnTo>
                  <a:lnTo>
                    <a:pt x="58410" y="11576"/>
                  </a:lnTo>
                  <a:lnTo>
                    <a:pt x="58018" y="11095"/>
                  </a:lnTo>
                  <a:lnTo>
                    <a:pt x="57638" y="10639"/>
                  </a:lnTo>
                  <a:lnTo>
                    <a:pt x="57259" y="10184"/>
                  </a:lnTo>
                  <a:lnTo>
                    <a:pt x="56879" y="9754"/>
                  </a:lnTo>
                  <a:lnTo>
                    <a:pt x="56487" y="9324"/>
                  </a:lnTo>
                  <a:lnTo>
                    <a:pt x="56108" y="8919"/>
                  </a:lnTo>
                  <a:lnTo>
                    <a:pt x="55728" y="8527"/>
                  </a:lnTo>
                  <a:lnTo>
                    <a:pt x="55336" y="8160"/>
                  </a:lnTo>
                  <a:lnTo>
                    <a:pt x="54956" y="7806"/>
                  </a:lnTo>
                  <a:lnTo>
                    <a:pt x="54577" y="7464"/>
                  </a:lnTo>
                  <a:lnTo>
                    <a:pt x="54197" y="7148"/>
                  </a:lnTo>
                  <a:lnTo>
                    <a:pt x="53818" y="6857"/>
                  </a:lnTo>
                  <a:lnTo>
                    <a:pt x="53438" y="6579"/>
                  </a:lnTo>
                  <a:lnTo>
                    <a:pt x="53059" y="6325"/>
                  </a:lnTo>
                  <a:lnTo>
                    <a:pt x="52692" y="6098"/>
                  </a:lnTo>
                  <a:lnTo>
                    <a:pt x="52325" y="5895"/>
                  </a:lnTo>
                  <a:lnTo>
                    <a:pt x="51958" y="5718"/>
                  </a:lnTo>
                  <a:lnTo>
                    <a:pt x="51047" y="5339"/>
                  </a:lnTo>
                  <a:lnTo>
                    <a:pt x="50174" y="4984"/>
                  </a:lnTo>
                  <a:lnTo>
                    <a:pt x="49327" y="4681"/>
                  </a:lnTo>
                  <a:lnTo>
                    <a:pt x="48505" y="4415"/>
                  </a:lnTo>
                  <a:lnTo>
                    <a:pt x="47720" y="4175"/>
                  </a:lnTo>
                  <a:lnTo>
                    <a:pt x="46961" y="3972"/>
                  </a:lnTo>
                  <a:lnTo>
                    <a:pt x="46227" y="3808"/>
                  </a:lnTo>
                  <a:lnTo>
                    <a:pt x="45519" y="3669"/>
                  </a:lnTo>
                  <a:lnTo>
                    <a:pt x="44848" y="3555"/>
                  </a:lnTo>
                  <a:lnTo>
                    <a:pt x="44216" y="3466"/>
                  </a:lnTo>
                  <a:lnTo>
                    <a:pt x="43609" y="3403"/>
                  </a:lnTo>
                  <a:lnTo>
                    <a:pt x="43039" y="3353"/>
                  </a:lnTo>
                  <a:lnTo>
                    <a:pt x="42508" y="3327"/>
                  </a:lnTo>
                  <a:lnTo>
                    <a:pt x="42002" y="3315"/>
                  </a:lnTo>
                  <a:lnTo>
                    <a:pt x="41547" y="3315"/>
                  </a:lnTo>
                  <a:lnTo>
                    <a:pt x="41116" y="3327"/>
                  </a:lnTo>
                  <a:lnTo>
                    <a:pt x="41116" y="0"/>
                  </a:lnTo>
                  <a:close/>
                </a:path>
              </a:pathLst>
            </a:custGeom>
            <a:solidFill>
              <a:srgbClr val="EAE3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3738975" y="1507325"/>
              <a:ext cx="13000" cy="568350"/>
            </a:xfrm>
            <a:custGeom>
              <a:rect b="b" l="l" r="r" t="t"/>
              <a:pathLst>
                <a:path extrusionOk="0" h="22734" w="520">
                  <a:moveTo>
                    <a:pt x="266" y="0"/>
                  </a:moveTo>
                  <a:lnTo>
                    <a:pt x="190" y="1417"/>
                  </a:lnTo>
                  <a:lnTo>
                    <a:pt x="140" y="2847"/>
                  </a:lnTo>
                  <a:lnTo>
                    <a:pt x="102" y="4264"/>
                  </a:lnTo>
                  <a:lnTo>
                    <a:pt x="64" y="5680"/>
                  </a:lnTo>
                  <a:lnTo>
                    <a:pt x="38" y="7110"/>
                  </a:lnTo>
                  <a:lnTo>
                    <a:pt x="26" y="8527"/>
                  </a:lnTo>
                  <a:lnTo>
                    <a:pt x="0" y="11373"/>
                  </a:lnTo>
                  <a:lnTo>
                    <a:pt x="13" y="14207"/>
                  </a:lnTo>
                  <a:lnTo>
                    <a:pt x="38" y="15637"/>
                  </a:lnTo>
                  <a:lnTo>
                    <a:pt x="64" y="17054"/>
                  </a:lnTo>
                  <a:lnTo>
                    <a:pt x="140" y="19900"/>
                  </a:lnTo>
                  <a:lnTo>
                    <a:pt x="190" y="21317"/>
                  </a:lnTo>
                  <a:lnTo>
                    <a:pt x="228" y="22025"/>
                  </a:lnTo>
                  <a:lnTo>
                    <a:pt x="266" y="22734"/>
                  </a:lnTo>
                  <a:lnTo>
                    <a:pt x="304" y="22025"/>
                  </a:lnTo>
                  <a:lnTo>
                    <a:pt x="329" y="21317"/>
                  </a:lnTo>
                  <a:lnTo>
                    <a:pt x="393" y="19900"/>
                  </a:lnTo>
                  <a:lnTo>
                    <a:pt x="468" y="17054"/>
                  </a:lnTo>
                  <a:lnTo>
                    <a:pt x="494" y="15637"/>
                  </a:lnTo>
                  <a:lnTo>
                    <a:pt x="506" y="14207"/>
                  </a:lnTo>
                  <a:lnTo>
                    <a:pt x="519" y="11373"/>
                  </a:lnTo>
                  <a:lnTo>
                    <a:pt x="506" y="8527"/>
                  </a:lnTo>
                  <a:lnTo>
                    <a:pt x="494" y="7110"/>
                  </a:lnTo>
                  <a:lnTo>
                    <a:pt x="468" y="5680"/>
                  </a:lnTo>
                  <a:lnTo>
                    <a:pt x="431" y="4264"/>
                  </a:lnTo>
                  <a:lnTo>
                    <a:pt x="393" y="2847"/>
                  </a:lnTo>
                  <a:lnTo>
                    <a:pt x="329" y="1417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3738975" y="1279925"/>
              <a:ext cx="13000" cy="64850"/>
            </a:xfrm>
            <a:custGeom>
              <a:rect b="b" l="l" r="r" t="t"/>
              <a:pathLst>
                <a:path extrusionOk="0" h="2594" w="520">
                  <a:moveTo>
                    <a:pt x="266" y="0"/>
                  </a:moveTo>
                  <a:lnTo>
                    <a:pt x="190" y="165"/>
                  </a:lnTo>
                  <a:lnTo>
                    <a:pt x="140" y="329"/>
                  </a:lnTo>
                  <a:lnTo>
                    <a:pt x="89" y="481"/>
                  </a:lnTo>
                  <a:lnTo>
                    <a:pt x="64" y="645"/>
                  </a:lnTo>
                  <a:lnTo>
                    <a:pt x="38" y="810"/>
                  </a:lnTo>
                  <a:lnTo>
                    <a:pt x="26" y="974"/>
                  </a:lnTo>
                  <a:lnTo>
                    <a:pt x="0" y="1303"/>
                  </a:lnTo>
                  <a:lnTo>
                    <a:pt x="13" y="1619"/>
                  </a:lnTo>
                  <a:lnTo>
                    <a:pt x="38" y="1784"/>
                  </a:lnTo>
                  <a:lnTo>
                    <a:pt x="64" y="1948"/>
                  </a:lnTo>
                  <a:lnTo>
                    <a:pt x="89" y="2113"/>
                  </a:lnTo>
                  <a:lnTo>
                    <a:pt x="140" y="2277"/>
                  </a:lnTo>
                  <a:lnTo>
                    <a:pt x="190" y="2442"/>
                  </a:lnTo>
                  <a:lnTo>
                    <a:pt x="266" y="2594"/>
                  </a:lnTo>
                  <a:lnTo>
                    <a:pt x="329" y="2442"/>
                  </a:lnTo>
                  <a:lnTo>
                    <a:pt x="393" y="2277"/>
                  </a:lnTo>
                  <a:lnTo>
                    <a:pt x="431" y="2113"/>
                  </a:lnTo>
                  <a:lnTo>
                    <a:pt x="468" y="1948"/>
                  </a:lnTo>
                  <a:lnTo>
                    <a:pt x="494" y="1784"/>
                  </a:lnTo>
                  <a:lnTo>
                    <a:pt x="506" y="1619"/>
                  </a:lnTo>
                  <a:lnTo>
                    <a:pt x="519" y="1303"/>
                  </a:lnTo>
                  <a:lnTo>
                    <a:pt x="506" y="974"/>
                  </a:lnTo>
                  <a:lnTo>
                    <a:pt x="494" y="810"/>
                  </a:lnTo>
                  <a:lnTo>
                    <a:pt x="468" y="645"/>
                  </a:lnTo>
                  <a:lnTo>
                    <a:pt x="431" y="481"/>
                  </a:lnTo>
                  <a:lnTo>
                    <a:pt x="393" y="329"/>
                  </a:lnTo>
                  <a:lnTo>
                    <a:pt x="329" y="165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3771550" y="1538000"/>
              <a:ext cx="47150" cy="47450"/>
            </a:xfrm>
            <a:custGeom>
              <a:rect b="b" l="l" r="r" t="t"/>
              <a:pathLst>
                <a:path extrusionOk="0" h="1898" w="1886">
                  <a:moveTo>
                    <a:pt x="1877" y="845"/>
                  </a:moveTo>
                  <a:lnTo>
                    <a:pt x="1885" y="949"/>
                  </a:lnTo>
                  <a:lnTo>
                    <a:pt x="1885" y="873"/>
                  </a:lnTo>
                  <a:lnTo>
                    <a:pt x="1877" y="845"/>
                  </a:lnTo>
                  <a:close/>
                  <a:moveTo>
                    <a:pt x="1885" y="949"/>
                  </a:moveTo>
                  <a:lnTo>
                    <a:pt x="1877" y="1050"/>
                  </a:lnTo>
                  <a:lnTo>
                    <a:pt x="1885" y="1025"/>
                  </a:lnTo>
                  <a:lnTo>
                    <a:pt x="1885" y="949"/>
                  </a:lnTo>
                  <a:close/>
                  <a:moveTo>
                    <a:pt x="1877" y="1050"/>
                  </a:moveTo>
                  <a:lnTo>
                    <a:pt x="1877" y="1050"/>
                  </a:lnTo>
                  <a:lnTo>
                    <a:pt x="1877" y="1050"/>
                  </a:lnTo>
                  <a:close/>
                  <a:moveTo>
                    <a:pt x="886" y="0"/>
                  </a:moveTo>
                  <a:lnTo>
                    <a:pt x="785" y="13"/>
                  </a:lnTo>
                  <a:lnTo>
                    <a:pt x="696" y="26"/>
                  </a:lnTo>
                  <a:lnTo>
                    <a:pt x="595" y="64"/>
                  </a:lnTo>
                  <a:lnTo>
                    <a:pt x="506" y="102"/>
                  </a:lnTo>
                  <a:lnTo>
                    <a:pt x="418" y="152"/>
                  </a:lnTo>
                  <a:lnTo>
                    <a:pt x="342" y="215"/>
                  </a:lnTo>
                  <a:lnTo>
                    <a:pt x="266" y="291"/>
                  </a:lnTo>
                  <a:lnTo>
                    <a:pt x="203" y="367"/>
                  </a:lnTo>
                  <a:lnTo>
                    <a:pt x="140" y="456"/>
                  </a:lnTo>
                  <a:lnTo>
                    <a:pt x="89" y="544"/>
                  </a:lnTo>
                  <a:lnTo>
                    <a:pt x="51" y="633"/>
                  </a:lnTo>
                  <a:lnTo>
                    <a:pt x="26" y="734"/>
                  </a:lnTo>
                  <a:lnTo>
                    <a:pt x="13" y="848"/>
                  </a:lnTo>
                  <a:lnTo>
                    <a:pt x="0" y="949"/>
                  </a:lnTo>
                  <a:lnTo>
                    <a:pt x="13" y="1050"/>
                  </a:lnTo>
                  <a:lnTo>
                    <a:pt x="26" y="1152"/>
                  </a:lnTo>
                  <a:lnTo>
                    <a:pt x="51" y="1253"/>
                  </a:lnTo>
                  <a:lnTo>
                    <a:pt x="89" y="1354"/>
                  </a:lnTo>
                  <a:lnTo>
                    <a:pt x="140" y="1443"/>
                  </a:lnTo>
                  <a:lnTo>
                    <a:pt x="203" y="1531"/>
                  </a:lnTo>
                  <a:lnTo>
                    <a:pt x="266" y="1607"/>
                  </a:lnTo>
                  <a:lnTo>
                    <a:pt x="342" y="1683"/>
                  </a:lnTo>
                  <a:lnTo>
                    <a:pt x="418" y="1746"/>
                  </a:lnTo>
                  <a:lnTo>
                    <a:pt x="506" y="1797"/>
                  </a:lnTo>
                  <a:lnTo>
                    <a:pt x="595" y="1835"/>
                  </a:lnTo>
                  <a:lnTo>
                    <a:pt x="696" y="1860"/>
                  </a:lnTo>
                  <a:lnTo>
                    <a:pt x="785" y="1885"/>
                  </a:lnTo>
                  <a:lnTo>
                    <a:pt x="886" y="1898"/>
                  </a:lnTo>
                  <a:lnTo>
                    <a:pt x="975" y="1898"/>
                  </a:lnTo>
                  <a:lnTo>
                    <a:pt x="1076" y="1885"/>
                  </a:lnTo>
                  <a:lnTo>
                    <a:pt x="1164" y="1873"/>
                  </a:lnTo>
                  <a:lnTo>
                    <a:pt x="1253" y="1847"/>
                  </a:lnTo>
                  <a:lnTo>
                    <a:pt x="1341" y="1809"/>
                  </a:lnTo>
                  <a:lnTo>
                    <a:pt x="1417" y="1771"/>
                  </a:lnTo>
                  <a:lnTo>
                    <a:pt x="1481" y="1721"/>
                  </a:lnTo>
                  <a:lnTo>
                    <a:pt x="1556" y="1670"/>
                  </a:lnTo>
                  <a:lnTo>
                    <a:pt x="1670" y="1544"/>
                  </a:lnTo>
                  <a:lnTo>
                    <a:pt x="1759" y="1417"/>
                  </a:lnTo>
                  <a:lnTo>
                    <a:pt x="1835" y="1265"/>
                  </a:lnTo>
                  <a:lnTo>
                    <a:pt x="1873" y="1101"/>
                  </a:lnTo>
                  <a:lnTo>
                    <a:pt x="1877" y="1050"/>
                  </a:lnTo>
                  <a:lnTo>
                    <a:pt x="1860" y="1101"/>
                  </a:lnTo>
                  <a:lnTo>
                    <a:pt x="1847" y="1177"/>
                  </a:lnTo>
                  <a:lnTo>
                    <a:pt x="1810" y="1253"/>
                  </a:lnTo>
                  <a:lnTo>
                    <a:pt x="1772" y="1329"/>
                  </a:lnTo>
                  <a:lnTo>
                    <a:pt x="1734" y="1392"/>
                  </a:lnTo>
                  <a:lnTo>
                    <a:pt x="1683" y="1443"/>
                  </a:lnTo>
                  <a:lnTo>
                    <a:pt x="1620" y="1493"/>
                  </a:lnTo>
                  <a:lnTo>
                    <a:pt x="1556" y="1544"/>
                  </a:lnTo>
                  <a:lnTo>
                    <a:pt x="1493" y="1582"/>
                  </a:lnTo>
                  <a:lnTo>
                    <a:pt x="1430" y="1607"/>
                  </a:lnTo>
                  <a:lnTo>
                    <a:pt x="1354" y="1632"/>
                  </a:lnTo>
                  <a:lnTo>
                    <a:pt x="1278" y="1645"/>
                  </a:lnTo>
                  <a:lnTo>
                    <a:pt x="1139" y="1645"/>
                  </a:lnTo>
                  <a:lnTo>
                    <a:pt x="1076" y="1632"/>
                  </a:lnTo>
                  <a:lnTo>
                    <a:pt x="949" y="1594"/>
                  </a:lnTo>
                  <a:lnTo>
                    <a:pt x="835" y="1531"/>
                  </a:lnTo>
                  <a:lnTo>
                    <a:pt x="734" y="1455"/>
                  </a:lnTo>
                  <a:lnTo>
                    <a:pt x="658" y="1367"/>
                  </a:lnTo>
                  <a:lnTo>
                    <a:pt x="595" y="1265"/>
                  </a:lnTo>
                  <a:lnTo>
                    <a:pt x="557" y="1164"/>
                  </a:lnTo>
                  <a:lnTo>
                    <a:pt x="532" y="1050"/>
                  </a:lnTo>
                  <a:lnTo>
                    <a:pt x="519" y="949"/>
                  </a:lnTo>
                  <a:lnTo>
                    <a:pt x="532" y="835"/>
                  </a:lnTo>
                  <a:lnTo>
                    <a:pt x="557" y="734"/>
                  </a:lnTo>
                  <a:lnTo>
                    <a:pt x="595" y="633"/>
                  </a:lnTo>
                  <a:lnTo>
                    <a:pt x="658" y="532"/>
                  </a:lnTo>
                  <a:lnTo>
                    <a:pt x="734" y="443"/>
                  </a:lnTo>
                  <a:lnTo>
                    <a:pt x="835" y="367"/>
                  </a:lnTo>
                  <a:lnTo>
                    <a:pt x="949" y="304"/>
                  </a:lnTo>
                  <a:lnTo>
                    <a:pt x="1076" y="266"/>
                  </a:lnTo>
                  <a:lnTo>
                    <a:pt x="1139" y="253"/>
                  </a:lnTo>
                  <a:lnTo>
                    <a:pt x="1278" y="253"/>
                  </a:lnTo>
                  <a:lnTo>
                    <a:pt x="1354" y="266"/>
                  </a:lnTo>
                  <a:lnTo>
                    <a:pt x="1417" y="291"/>
                  </a:lnTo>
                  <a:lnTo>
                    <a:pt x="1493" y="317"/>
                  </a:lnTo>
                  <a:lnTo>
                    <a:pt x="1556" y="355"/>
                  </a:lnTo>
                  <a:lnTo>
                    <a:pt x="1620" y="405"/>
                  </a:lnTo>
                  <a:lnTo>
                    <a:pt x="1683" y="456"/>
                  </a:lnTo>
                  <a:lnTo>
                    <a:pt x="1734" y="506"/>
                  </a:lnTo>
                  <a:lnTo>
                    <a:pt x="1772" y="570"/>
                  </a:lnTo>
                  <a:lnTo>
                    <a:pt x="1810" y="646"/>
                  </a:lnTo>
                  <a:lnTo>
                    <a:pt x="1847" y="709"/>
                  </a:lnTo>
                  <a:lnTo>
                    <a:pt x="1860" y="785"/>
                  </a:lnTo>
                  <a:lnTo>
                    <a:pt x="1877" y="845"/>
                  </a:lnTo>
                  <a:lnTo>
                    <a:pt x="1873" y="785"/>
                  </a:lnTo>
                  <a:lnTo>
                    <a:pt x="1835" y="633"/>
                  </a:lnTo>
                  <a:lnTo>
                    <a:pt x="1759" y="481"/>
                  </a:lnTo>
                  <a:lnTo>
                    <a:pt x="1670" y="342"/>
                  </a:lnTo>
                  <a:lnTo>
                    <a:pt x="1556" y="228"/>
                  </a:lnTo>
                  <a:lnTo>
                    <a:pt x="1493" y="177"/>
                  </a:lnTo>
                  <a:lnTo>
                    <a:pt x="1417" y="127"/>
                  </a:lnTo>
                  <a:lnTo>
                    <a:pt x="1341" y="89"/>
                  </a:lnTo>
                  <a:lnTo>
                    <a:pt x="1253" y="51"/>
                  </a:lnTo>
                  <a:lnTo>
                    <a:pt x="1164" y="2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3771550" y="1741050"/>
              <a:ext cx="47150" cy="47450"/>
            </a:xfrm>
            <a:custGeom>
              <a:rect b="b" l="l" r="r" t="t"/>
              <a:pathLst>
                <a:path extrusionOk="0" h="1898" w="1886">
                  <a:moveTo>
                    <a:pt x="1877" y="845"/>
                  </a:moveTo>
                  <a:lnTo>
                    <a:pt x="1885" y="949"/>
                  </a:lnTo>
                  <a:lnTo>
                    <a:pt x="1885" y="873"/>
                  </a:lnTo>
                  <a:lnTo>
                    <a:pt x="1877" y="845"/>
                  </a:lnTo>
                  <a:close/>
                  <a:moveTo>
                    <a:pt x="1885" y="949"/>
                  </a:moveTo>
                  <a:lnTo>
                    <a:pt x="1877" y="1050"/>
                  </a:lnTo>
                  <a:lnTo>
                    <a:pt x="1885" y="1025"/>
                  </a:lnTo>
                  <a:lnTo>
                    <a:pt x="1885" y="949"/>
                  </a:lnTo>
                  <a:close/>
                  <a:moveTo>
                    <a:pt x="1877" y="1050"/>
                  </a:moveTo>
                  <a:lnTo>
                    <a:pt x="1877" y="1050"/>
                  </a:lnTo>
                  <a:lnTo>
                    <a:pt x="1877" y="1050"/>
                  </a:lnTo>
                  <a:close/>
                  <a:moveTo>
                    <a:pt x="886" y="0"/>
                  </a:moveTo>
                  <a:lnTo>
                    <a:pt x="785" y="13"/>
                  </a:lnTo>
                  <a:lnTo>
                    <a:pt x="696" y="26"/>
                  </a:lnTo>
                  <a:lnTo>
                    <a:pt x="595" y="63"/>
                  </a:lnTo>
                  <a:lnTo>
                    <a:pt x="506" y="101"/>
                  </a:lnTo>
                  <a:lnTo>
                    <a:pt x="418" y="152"/>
                  </a:lnTo>
                  <a:lnTo>
                    <a:pt x="342" y="215"/>
                  </a:lnTo>
                  <a:lnTo>
                    <a:pt x="266" y="279"/>
                  </a:lnTo>
                  <a:lnTo>
                    <a:pt x="203" y="367"/>
                  </a:lnTo>
                  <a:lnTo>
                    <a:pt x="140" y="443"/>
                  </a:lnTo>
                  <a:lnTo>
                    <a:pt x="89" y="544"/>
                  </a:lnTo>
                  <a:lnTo>
                    <a:pt x="51" y="633"/>
                  </a:lnTo>
                  <a:lnTo>
                    <a:pt x="26" y="734"/>
                  </a:lnTo>
                  <a:lnTo>
                    <a:pt x="13" y="848"/>
                  </a:lnTo>
                  <a:lnTo>
                    <a:pt x="0" y="949"/>
                  </a:lnTo>
                  <a:lnTo>
                    <a:pt x="13" y="1050"/>
                  </a:lnTo>
                  <a:lnTo>
                    <a:pt x="26" y="1151"/>
                  </a:lnTo>
                  <a:lnTo>
                    <a:pt x="51" y="1253"/>
                  </a:lnTo>
                  <a:lnTo>
                    <a:pt x="89" y="1354"/>
                  </a:lnTo>
                  <a:lnTo>
                    <a:pt x="140" y="1442"/>
                  </a:lnTo>
                  <a:lnTo>
                    <a:pt x="203" y="1531"/>
                  </a:lnTo>
                  <a:lnTo>
                    <a:pt x="266" y="1607"/>
                  </a:lnTo>
                  <a:lnTo>
                    <a:pt x="342" y="1683"/>
                  </a:lnTo>
                  <a:lnTo>
                    <a:pt x="418" y="1746"/>
                  </a:lnTo>
                  <a:lnTo>
                    <a:pt x="506" y="1797"/>
                  </a:lnTo>
                  <a:lnTo>
                    <a:pt x="595" y="1835"/>
                  </a:lnTo>
                  <a:lnTo>
                    <a:pt x="696" y="1860"/>
                  </a:lnTo>
                  <a:lnTo>
                    <a:pt x="785" y="1885"/>
                  </a:lnTo>
                  <a:lnTo>
                    <a:pt x="886" y="1898"/>
                  </a:lnTo>
                  <a:lnTo>
                    <a:pt x="975" y="1898"/>
                  </a:lnTo>
                  <a:lnTo>
                    <a:pt x="1076" y="1885"/>
                  </a:lnTo>
                  <a:lnTo>
                    <a:pt x="1164" y="1873"/>
                  </a:lnTo>
                  <a:lnTo>
                    <a:pt x="1253" y="1847"/>
                  </a:lnTo>
                  <a:lnTo>
                    <a:pt x="1341" y="1809"/>
                  </a:lnTo>
                  <a:lnTo>
                    <a:pt x="1417" y="1771"/>
                  </a:lnTo>
                  <a:lnTo>
                    <a:pt x="1481" y="1721"/>
                  </a:lnTo>
                  <a:lnTo>
                    <a:pt x="1556" y="1670"/>
                  </a:lnTo>
                  <a:lnTo>
                    <a:pt x="1670" y="1544"/>
                  </a:lnTo>
                  <a:lnTo>
                    <a:pt x="1759" y="1404"/>
                  </a:lnTo>
                  <a:lnTo>
                    <a:pt x="1835" y="1265"/>
                  </a:lnTo>
                  <a:lnTo>
                    <a:pt x="1873" y="1101"/>
                  </a:lnTo>
                  <a:lnTo>
                    <a:pt x="1877" y="1050"/>
                  </a:lnTo>
                  <a:lnTo>
                    <a:pt x="1860" y="1101"/>
                  </a:lnTo>
                  <a:lnTo>
                    <a:pt x="1847" y="1177"/>
                  </a:lnTo>
                  <a:lnTo>
                    <a:pt x="1810" y="1253"/>
                  </a:lnTo>
                  <a:lnTo>
                    <a:pt x="1772" y="1329"/>
                  </a:lnTo>
                  <a:lnTo>
                    <a:pt x="1734" y="1392"/>
                  </a:lnTo>
                  <a:lnTo>
                    <a:pt x="1683" y="1442"/>
                  </a:lnTo>
                  <a:lnTo>
                    <a:pt x="1620" y="1493"/>
                  </a:lnTo>
                  <a:lnTo>
                    <a:pt x="1556" y="1544"/>
                  </a:lnTo>
                  <a:lnTo>
                    <a:pt x="1493" y="1582"/>
                  </a:lnTo>
                  <a:lnTo>
                    <a:pt x="1430" y="1607"/>
                  </a:lnTo>
                  <a:lnTo>
                    <a:pt x="1354" y="1620"/>
                  </a:lnTo>
                  <a:lnTo>
                    <a:pt x="1278" y="1632"/>
                  </a:lnTo>
                  <a:lnTo>
                    <a:pt x="1215" y="1645"/>
                  </a:lnTo>
                  <a:lnTo>
                    <a:pt x="1139" y="1645"/>
                  </a:lnTo>
                  <a:lnTo>
                    <a:pt x="1076" y="1632"/>
                  </a:lnTo>
                  <a:lnTo>
                    <a:pt x="949" y="1594"/>
                  </a:lnTo>
                  <a:lnTo>
                    <a:pt x="835" y="1531"/>
                  </a:lnTo>
                  <a:lnTo>
                    <a:pt x="734" y="1455"/>
                  </a:lnTo>
                  <a:lnTo>
                    <a:pt x="658" y="1367"/>
                  </a:lnTo>
                  <a:lnTo>
                    <a:pt x="595" y="1265"/>
                  </a:lnTo>
                  <a:lnTo>
                    <a:pt x="557" y="1164"/>
                  </a:lnTo>
                  <a:lnTo>
                    <a:pt x="532" y="1050"/>
                  </a:lnTo>
                  <a:lnTo>
                    <a:pt x="519" y="949"/>
                  </a:lnTo>
                  <a:lnTo>
                    <a:pt x="532" y="835"/>
                  </a:lnTo>
                  <a:lnTo>
                    <a:pt x="557" y="734"/>
                  </a:lnTo>
                  <a:lnTo>
                    <a:pt x="595" y="633"/>
                  </a:lnTo>
                  <a:lnTo>
                    <a:pt x="658" y="532"/>
                  </a:lnTo>
                  <a:lnTo>
                    <a:pt x="734" y="443"/>
                  </a:lnTo>
                  <a:lnTo>
                    <a:pt x="835" y="367"/>
                  </a:lnTo>
                  <a:lnTo>
                    <a:pt x="949" y="304"/>
                  </a:lnTo>
                  <a:lnTo>
                    <a:pt x="1076" y="266"/>
                  </a:lnTo>
                  <a:lnTo>
                    <a:pt x="1139" y="253"/>
                  </a:lnTo>
                  <a:lnTo>
                    <a:pt x="1278" y="253"/>
                  </a:lnTo>
                  <a:lnTo>
                    <a:pt x="1354" y="266"/>
                  </a:lnTo>
                  <a:lnTo>
                    <a:pt x="1417" y="291"/>
                  </a:lnTo>
                  <a:lnTo>
                    <a:pt x="1493" y="316"/>
                  </a:lnTo>
                  <a:lnTo>
                    <a:pt x="1556" y="354"/>
                  </a:lnTo>
                  <a:lnTo>
                    <a:pt x="1620" y="405"/>
                  </a:lnTo>
                  <a:lnTo>
                    <a:pt x="1683" y="456"/>
                  </a:lnTo>
                  <a:lnTo>
                    <a:pt x="1734" y="506"/>
                  </a:lnTo>
                  <a:lnTo>
                    <a:pt x="1772" y="570"/>
                  </a:lnTo>
                  <a:lnTo>
                    <a:pt x="1810" y="645"/>
                  </a:lnTo>
                  <a:lnTo>
                    <a:pt x="1847" y="709"/>
                  </a:lnTo>
                  <a:lnTo>
                    <a:pt x="1860" y="785"/>
                  </a:lnTo>
                  <a:lnTo>
                    <a:pt x="1877" y="845"/>
                  </a:lnTo>
                  <a:lnTo>
                    <a:pt x="1873" y="785"/>
                  </a:lnTo>
                  <a:lnTo>
                    <a:pt x="1835" y="633"/>
                  </a:lnTo>
                  <a:lnTo>
                    <a:pt x="1759" y="481"/>
                  </a:lnTo>
                  <a:lnTo>
                    <a:pt x="1670" y="342"/>
                  </a:lnTo>
                  <a:lnTo>
                    <a:pt x="1556" y="228"/>
                  </a:lnTo>
                  <a:lnTo>
                    <a:pt x="1493" y="177"/>
                  </a:lnTo>
                  <a:lnTo>
                    <a:pt x="1417" y="127"/>
                  </a:lnTo>
                  <a:lnTo>
                    <a:pt x="1341" y="89"/>
                  </a:lnTo>
                  <a:lnTo>
                    <a:pt x="1253" y="51"/>
                  </a:lnTo>
                  <a:lnTo>
                    <a:pt x="1164" y="2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3771550" y="1944100"/>
              <a:ext cx="47150" cy="47450"/>
            </a:xfrm>
            <a:custGeom>
              <a:rect b="b" l="l" r="r" t="t"/>
              <a:pathLst>
                <a:path extrusionOk="0" h="1898" w="1886">
                  <a:moveTo>
                    <a:pt x="1877" y="834"/>
                  </a:moveTo>
                  <a:lnTo>
                    <a:pt x="1885" y="949"/>
                  </a:lnTo>
                  <a:lnTo>
                    <a:pt x="1885" y="860"/>
                  </a:lnTo>
                  <a:lnTo>
                    <a:pt x="1877" y="834"/>
                  </a:lnTo>
                  <a:close/>
                  <a:moveTo>
                    <a:pt x="1885" y="949"/>
                  </a:moveTo>
                  <a:lnTo>
                    <a:pt x="1877" y="1050"/>
                  </a:lnTo>
                  <a:lnTo>
                    <a:pt x="1885" y="1025"/>
                  </a:lnTo>
                  <a:lnTo>
                    <a:pt x="1885" y="949"/>
                  </a:lnTo>
                  <a:close/>
                  <a:moveTo>
                    <a:pt x="1877" y="1050"/>
                  </a:moveTo>
                  <a:lnTo>
                    <a:pt x="1877" y="1050"/>
                  </a:lnTo>
                  <a:lnTo>
                    <a:pt x="1877" y="1050"/>
                  </a:lnTo>
                  <a:close/>
                  <a:moveTo>
                    <a:pt x="886" y="0"/>
                  </a:moveTo>
                  <a:lnTo>
                    <a:pt x="785" y="13"/>
                  </a:lnTo>
                  <a:lnTo>
                    <a:pt x="696" y="25"/>
                  </a:lnTo>
                  <a:lnTo>
                    <a:pt x="595" y="63"/>
                  </a:lnTo>
                  <a:lnTo>
                    <a:pt x="506" y="101"/>
                  </a:lnTo>
                  <a:lnTo>
                    <a:pt x="418" y="152"/>
                  </a:lnTo>
                  <a:lnTo>
                    <a:pt x="342" y="215"/>
                  </a:lnTo>
                  <a:lnTo>
                    <a:pt x="266" y="278"/>
                  </a:lnTo>
                  <a:lnTo>
                    <a:pt x="203" y="367"/>
                  </a:lnTo>
                  <a:lnTo>
                    <a:pt x="140" y="443"/>
                  </a:lnTo>
                  <a:lnTo>
                    <a:pt x="89" y="544"/>
                  </a:lnTo>
                  <a:lnTo>
                    <a:pt x="51" y="633"/>
                  </a:lnTo>
                  <a:lnTo>
                    <a:pt x="26" y="734"/>
                  </a:lnTo>
                  <a:lnTo>
                    <a:pt x="13" y="835"/>
                  </a:lnTo>
                  <a:lnTo>
                    <a:pt x="0" y="949"/>
                  </a:lnTo>
                  <a:lnTo>
                    <a:pt x="13" y="1050"/>
                  </a:lnTo>
                  <a:lnTo>
                    <a:pt x="26" y="1151"/>
                  </a:lnTo>
                  <a:lnTo>
                    <a:pt x="51" y="1253"/>
                  </a:lnTo>
                  <a:lnTo>
                    <a:pt x="89" y="1354"/>
                  </a:lnTo>
                  <a:lnTo>
                    <a:pt x="140" y="1442"/>
                  </a:lnTo>
                  <a:lnTo>
                    <a:pt x="203" y="1531"/>
                  </a:lnTo>
                  <a:lnTo>
                    <a:pt x="266" y="1607"/>
                  </a:lnTo>
                  <a:lnTo>
                    <a:pt x="342" y="1683"/>
                  </a:lnTo>
                  <a:lnTo>
                    <a:pt x="418" y="1733"/>
                  </a:lnTo>
                  <a:lnTo>
                    <a:pt x="506" y="1797"/>
                  </a:lnTo>
                  <a:lnTo>
                    <a:pt x="595" y="1835"/>
                  </a:lnTo>
                  <a:lnTo>
                    <a:pt x="696" y="1860"/>
                  </a:lnTo>
                  <a:lnTo>
                    <a:pt x="785" y="1885"/>
                  </a:lnTo>
                  <a:lnTo>
                    <a:pt x="886" y="1898"/>
                  </a:lnTo>
                  <a:lnTo>
                    <a:pt x="975" y="1898"/>
                  </a:lnTo>
                  <a:lnTo>
                    <a:pt x="1076" y="1885"/>
                  </a:lnTo>
                  <a:lnTo>
                    <a:pt x="1164" y="1872"/>
                  </a:lnTo>
                  <a:lnTo>
                    <a:pt x="1253" y="1847"/>
                  </a:lnTo>
                  <a:lnTo>
                    <a:pt x="1341" y="1809"/>
                  </a:lnTo>
                  <a:lnTo>
                    <a:pt x="1417" y="1771"/>
                  </a:lnTo>
                  <a:lnTo>
                    <a:pt x="1481" y="1721"/>
                  </a:lnTo>
                  <a:lnTo>
                    <a:pt x="1556" y="1670"/>
                  </a:lnTo>
                  <a:lnTo>
                    <a:pt x="1670" y="1544"/>
                  </a:lnTo>
                  <a:lnTo>
                    <a:pt x="1759" y="1404"/>
                  </a:lnTo>
                  <a:lnTo>
                    <a:pt x="1835" y="1265"/>
                  </a:lnTo>
                  <a:lnTo>
                    <a:pt x="1873" y="1101"/>
                  </a:lnTo>
                  <a:lnTo>
                    <a:pt x="1877" y="1050"/>
                  </a:lnTo>
                  <a:lnTo>
                    <a:pt x="1860" y="1101"/>
                  </a:lnTo>
                  <a:lnTo>
                    <a:pt x="1847" y="1177"/>
                  </a:lnTo>
                  <a:lnTo>
                    <a:pt x="1810" y="1253"/>
                  </a:lnTo>
                  <a:lnTo>
                    <a:pt x="1772" y="1316"/>
                  </a:lnTo>
                  <a:lnTo>
                    <a:pt x="1734" y="1392"/>
                  </a:lnTo>
                  <a:lnTo>
                    <a:pt x="1683" y="1442"/>
                  </a:lnTo>
                  <a:lnTo>
                    <a:pt x="1620" y="1493"/>
                  </a:lnTo>
                  <a:lnTo>
                    <a:pt x="1556" y="1544"/>
                  </a:lnTo>
                  <a:lnTo>
                    <a:pt x="1493" y="1581"/>
                  </a:lnTo>
                  <a:lnTo>
                    <a:pt x="1430" y="1607"/>
                  </a:lnTo>
                  <a:lnTo>
                    <a:pt x="1354" y="1619"/>
                  </a:lnTo>
                  <a:lnTo>
                    <a:pt x="1278" y="1632"/>
                  </a:lnTo>
                  <a:lnTo>
                    <a:pt x="1215" y="1645"/>
                  </a:lnTo>
                  <a:lnTo>
                    <a:pt x="1139" y="1645"/>
                  </a:lnTo>
                  <a:lnTo>
                    <a:pt x="1076" y="1632"/>
                  </a:lnTo>
                  <a:lnTo>
                    <a:pt x="949" y="1594"/>
                  </a:lnTo>
                  <a:lnTo>
                    <a:pt x="835" y="1531"/>
                  </a:lnTo>
                  <a:lnTo>
                    <a:pt x="734" y="1455"/>
                  </a:lnTo>
                  <a:lnTo>
                    <a:pt x="658" y="1366"/>
                  </a:lnTo>
                  <a:lnTo>
                    <a:pt x="595" y="1265"/>
                  </a:lnTo>
                  <a:lnTo>
                    <a:pt x="557" y="1164"/>
                  </a:lnTo>
                  <a:lnTo>
                    <a:pt x="532" y="1050"/>
                  </a:lnTo>
                  <a:lnTo>
                    <a:pt x="519" y="949"/>
                  </a:lnTo>
                  <a:lnTo>
                    <a:pt x="532" y="835"/>
                  </a:lnTo>
                  <a:lnTo>
                    <a:pt x="557" y="734"/>
                  </a:lnTo>
                  <a:lnTo>
                    <a:pt x="595" y="633"/>
                  </a:lnTo>
                  <a:lnTo>
                    <a:pt x="658" y="531"/>
                  </a:lnTo>
                  <a:lnTo>
                    <a:pt x="734" y="443"/>
                  </a:lnTo>
                  <a:lnTo>
                    <a:pt x="835" y="367"/>
                  </a:lnTo>
                  <a:lnTo>
                    <a:pt x="949" y="304"/>
                  </a:lnTo>
                  <a:lnTo>
                    <a:pt x="1076" y="266"/>
                  </a:lnTo>
                  <a:lnTo>
                    <a:pt x="1139" y="253"/>
                  </a:lnTo>
                  <a:lnTo>
                    <a:pt x="1278" y="253"/>
                  </a:lnTo>
                  <a:lnTo>
                    <a:pt x="1354" y="266"/>
                  </a:lnTo>
                  <a:lnTo>
                    <a:pt x="1417" y="291"/>
                  </a:lnTo>
                  <a:lnTo>
                    <a:pt x="1493" y="316"/>
                  </a:lnTo>
                  <a:lnTo>
                    <a:pt x="1556" y="354"/>
                  </a:lnTo>
                  <a:lnTo>
                    <a:pt x="1620" y="392"/>
                  </a:lnTo>
                  <a:lnTo>
                    <a:pt x="1683" y="443"/>
                  </a:lnTo>
                  <a:lnTo>
                    <a:pt x="1734" y="506"/>
                  </a:lnTo>
                  <a:lnTo>
                    <a:pt x="1772" y="569"/>
                  </a:lnTo>
                  <a:lnTo>
                    <a:pt x="1810" y="645"/>
                  </a:lnTo>
                  <a:lnTo>
                    <a:pt x="1847" y="709"/>
                  </a:lnTo>
                  <a:lnTo>
                    <a:pt x="1860" y="784"/>
                  </a:lnTo>
                  <a:lnTo>
                    <a:pt x="1877" y="834"/>
                  </a:lnTo>
                  <a:lnTo>
                    <a:pt x="1873" y="784"/>
                  </a:lnTo>
                  <a:lnTo>
                    <a:pt x="1835" y="633"/>
                  </a:lnTo>
                  <a:lnTo>
                    <a:pt x="1759" y="481"/>
                  </a:lnTo>
                  <a:lnTo>
                    <a:pt x="1670" y="342"/>
                  </a:lnTo>
                  <a:lnTo>
                    <a:pt x="1556" y="228"/>
                  </a:lnTo>
                  <a:lnTo>
                    <a:pt x="1493" y="177"/>
                  </a:lnTo>
                  <a:lnTo>
                    <a:pt x="1417" y="127"/>
                  </a:lnTo>
                  <a:lnTo>
                    <a:pt x="1341" y="89"/>
                  </a:lnTo>
                  <a:lnTo>
                    <a:pt x="1253" y="51"/>
                  </a:lnTo>
                  <a:lnTo>
                    <a:pt x="1164" y="25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4110900" y="1530100"/>
              <a:ext cx="123700" cy="186625"/>
            </a:xfrm>
            <a:custGeom>
              <a:rect b="b" l="l" r="r" t="t"/>
              <a:pathLst>
                <a:path extrusionOk="0" h="7465" w="4948">
                  <a:moveTo>
                    <a:pt x="1" y="0"/>
                  </a:moveTo>
                  <a:lnTo>
                    <a:pt x="254" y="506"/>
                  </a:lnTo>
                  <a:lnTo>
                    <a:pt x="520" y="999"/>
                  </a:lnTo>
                  <a:lnTo>
                    <a:pt x="785" y="1493"/>
                  </a:lnTo>
                  <a:lnTo>
                    <a:pt x="1064" y="1974"/>
                  </a:lnTo>
                  <a:lnTo>
                    <a:pt x="1354" y="2454"/>
                  </a:lnTo>
                  <a:lnTo>
                    <a:pt x="1658" y="2935"/>
                  </a:lnTo>
                  <a:lnTo>
                    <a:pt x="2253" y="3871"/>
                  </a:lnTo>
                  <a:lnTo>
                    <a:pt x="2885" y="4807"/>
                  </a:lnTo>
                  <a:lnTo>
                    <a:pt x="3214" y="5263"/>
                  </a:lnTo>
                  <a:lnTo>
                    <a:pt x="3543" y="5718"/>
                  </a:lnTo>
                  <a:lnTo>
                    <a:pt x="3872" y="6161"/>
                  </a:lnTo>
                  <a:lnTo>
                    <a:pt x="4226" y="6604"/>
                  </a:lnTo>
                  <a:lnTo>
                    <a:pt x="4580" y="7034"/>
                  </a:lnTo>
                  <a:lnTo>
                    <a:pt x="4947" y="7464"/>
                  </a:lnTo>
                  <a:lnTo>
                    <a:pt x="4694" y="6958"/>
                  </a:lnTo>
                  <a:lnTo>
                    <a:pt x="4429" y="6465"/>
                  </a:lnTo>
                  <a:lnTo>
                    <a:pt x="4163" y="5971"/>
                  </a:lnTo>
                  <a:lnTo>
                    <a:pt x="3872" y="5491"/>
                  </a:lnTo>
                  <a:lnTo>
                    <a:pt x="3594" y="5010"/>
                  </a:lnTo>
                  <a:lnTo>
                    <a:pt x="3290" y="4529"/>
                  </a:lnTo>
                  <a:lnTo>
                    <a:pt x="2695" y="3593"/>
                  </a:lnTo>
                  <a:lnTo>
                    <a:pt x="2063" y="2669"/>
                  </a:lnTo>
                  <a:lnTo>
                    <a:pt x="1734" y="2201"/>
                  </a:lnTo>
                  <a:lnTo>
                    <a:pt x="1405" y="1759"/>
                  </a:lnTo>
                  <a:lnTo>
                    <a:pt x="1076" y="1303"/>
                  </a:lnTo>
                  <a:lnTo>
                    <a:pt x="722" y="860"/>
                  </a:lnTo>
                  <a:lnTo>
                    <a:pt x="368" y="430"/>
                  </a:lnTo>
                  <a:lnTo>
                    <a:pt x="1" y="0"/>
                  </a:lnTo>
                  <a:close/>
                  <a:moveTo>
                    <a:pt x="4947" y="7464"/>
                  </a:moveTo>
                  <a:lnTo>
                    <a:pt x="4947" y="7464"/>
                  </a:lnTo>
                  <a:lnTo>
                    <a:pt x="4947" y="7464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3422375" y="1538000"/>
              <a:ext cx="136350" cy="139825"/>
            </a:xfrm>
            <a:custGeom>
              <a:rect b="b" l="l" r="r" t="t"/>
              <a:pathLst>
                <a:path extrusionOk="0" h="5593" w="5454">
                  <a:moveTo>
                    <a:pt x="5453" y="0"/>
                  </a:moveTo>
                  <a:lnTo>
                    <a:pt x="5061" y="304"/>
                  </a:lnTo>
                  <a:lnTo>
                    <a:pt x="4682" y="620"/>
                  </a:lnTo>
                  <a:lnTo>
                    <a:pt x="4315" y="936"/>
                  </a:lnTo>
                  <a:lnTo>
                    <a:pt x="3948" y="1265"/>
                  </a:lnTo>
                  <a:lnTo>
                    <a:pt x="3594" y="1594"/>
                  </a:lnTo>
                  <a:lnTo>
                    <a:pt x="3239" y="1936"/>
                  </a:lnTo>
                  <a:lnTo>
                    <a:pt x="2544" y="2619"/>
                  </a:lnTo>
                  <a:lnTo>
                    <a:pt x="1873" y="3328"/>
                  </a:lnTo>
                  <a:lnTo>
                    <a:pt x="1544" y="3694"/>
                  </a:lnTo>
                  <a:lnTo>
                    <a:pt x="1215" y="4049"/>
                  </a:lnTo>
                  <a:lnTo>
                    <a:pt x="899" y="4428"/>
                  </a:lnTo>
                  <a:lnTo>
                    <a:pt x="595" y="4808"/>
                  </a:lnTo>
                  <a:lnTo>
                    <a:pt x="292" y="5200"/>
                  </a:lnTo>
                  <a:lnTo>
                    <a:pt x="1" y="5592"/>
                  </a:lnTo>
                  <a:lnTo>
                    <a:pt x="393" y="5288"/>
                  </a:lnTo>
                  <a:lnTo>
                    <a:pt x="773" y="4985"/>
                  </a:lnTo>
                  <a:lnTo>
                    <a:pt x="1139" y="4669"/>
                  </a:lnTo>
                  <a:lnTo>
                    <a:pt x="1506" y="4340"/>
                  </a:lnTo>
                  <a:lnTo>
                    <a:pt x="1873" y="4011"/>
                  </a:lnTo>
                  <a:lnTo>
                    <a:pt x="2215" y="3669"/>
                  </a:lnTo>
                  <a:lnTo>
                    <a:pt x="2911" y="2986"/>
                  </a:lnTo>
                  <a:lnTo>
                    <a:pt x="3581" y="2277"/>
                  </a:lnTo>
                  <a:lnTo>
                    <a:pt x="3910" y="1911"/>
                  </a:lnTo>
                  <a:lnTo>
                    <a:pt x="4239" y="1544"/>
                  </a:lnTo>
                  <a:lnTo>
                    <a:pt x="4555" y="1177"/>
                  </a:lnTo>
                  <a:lnTo>
                    <a:pt x="4859" y="797"/>
                  </a:lnTo>
                  <a:lnTo>
                    <a:pt x="5162" y="405"/>
                  </a:lnTo>
                  <a:lnTo>
                    <a:pt x="5453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2970750" y="1774250"/>
              <a:ext cx="255250" cy="95850"/>
            </a:xfrm>
            <a:custGeom>
              <a:rect b="b" l="l" r="r" t="t"/>
              <a:pathLst>
                <a:path extrusionOk="0" h="3834" w="10210">
                  <a:moveTo>
                    <a:pt x="1050" y="1"/>
                  </a:moveTo>
                  <a:lnTo>
                    <a:pt x="2189" y="380"/>
                  </a:lnTo>
                  <a:lnTo>
                    <a:pt x="2758" y="583"/>
                  </a:lnTo>
                  <a:lnTo>
                    <a:pt x="3328" y="785"/>
                  </a:lnTo>
                  <a:lnTo>
                    <a:pt x="3884" y="1000"/>
                  </a:lnTo>
                  <a:lnTo>
                    <a:pt x="4441" y="1228"/>
                  </a:lnTo>
                  <a:lnTo>
                    <a:pt x="4985" y="1455"/>
                  </a:lnTo>
                  <a:lnTo>
                    <a:pt x="5541" y="1696"/>
                  </a:lnTo>
                  <a:lnTo>
                    <a:pt x="6617" y="2189"/>
                  </a:lnTo>
                  <a:lnTo>
                    <a:pt x="7705" y="2708"/>
                  </a:lnTo>
                  <a:lnTo>
                    <a:pt x="8330" y="3028"/>
                  </a:lnTo>
                  <a:lnTo>
                    <a:pt x="7502" y="2885"/>
                  </a:lnTo>
                  <a:lnTo>
                    <a:pt x="6263" y="2683"/>
                  </a:lnTo>
                  <a:lnTo>
                    <a:pt x="5010" y="2493"/>
                  </a:lnTo>
                  <a:lnTo>
                    <a:pt x="2505" y="2126"/>
                  </a:lnTo>
                  <a:lnTo>
                    <a:pt x="1253" y="1961"/>
                  </a:lnTo>
                  <a:lnTo>
                    <a:pt x="633" y="1886"/>
                  </a:lnTo>
                  <a:lnTo>
                    <a:pt x="0" y="1822"/>
                  </a:lnTo>
                  <a:lnTo>
                    <a:pt x="620" y="1961"/>
                  </a:lnTo>
                  <a:lnTo>
                    <a:pt x="1227" y="2101"/>
                  </a:lnTo>
                  <a:lnTo>
                    <a:pt x="2467" y="2379"/>
                  </a:lnTo>
                  <a:lnTo>
                    <a:pt x="4934" y="2898"/>
                  </a:lnTo>
                  <a:lnTo>
                    <a:pt x="6174" y="3138"/>
                  </a:lnTo>
                  <a:lnTo>
                    <a:pt x="7426" y="3378"/>
                  </a:lnTo>
                  <a:lnTo>
                    <a:pt x="9906" y="3821"/>
                  </a:lnTo>
                  <a:lnTo>
                    <a:pt x="9982" y="3834"/>
                  </a:lnTo>
                  <a:lnTo>
                    <a:pt x="10070" y="3808"/>
                  </a:lnTo>
                  <a:lnTo>
                    <a:pt x="10134" y="3758"/>
                  </a:lnTo>
                  <a:lnTo>
                    <a:pt x="10184" y="3695"/>
                  </a:lnTo>
                  <a:lnTo>
                    <a:pt x="10197" y="3644"/>
                  </a:lnTo>
                  <a:lnTo>
                    <a:pt x="10210" y="3593"/>
                  </a:lnTo>
                  <a:lnTo>
                    <a:pt x="10210" y="3543"/>
                  </a:lnTo>
                  <a:lnTo>
                    <a:pt x="10197" y="3492"/>
                  </a:lnTo>
                  <a:lnTo>
                    <a:pt x="10184" y="3454"/>
                  </a:lnTo>
                  <a:lnTo>
                    <a:pt x="10146" y="3404"/>
                  </a:lnTo>
                  <a:lnTo>
                    <a:pt x="10121" y="3366"/>
                  </a:lnTo>
                  <a:lnTo>
                    <a:pt x="10070" y="3340"/>
                  </a:lnTo>
                  <a:lnTo>
                    <a:pt x="8995" y="2796"/>
                  </a:lnTo>
                  <a:lnTo>
                    <a:pt x="8451" y="2531"/>
                  </a:lnTo>
                  <a:lnTo>
                    <a:pt x="7907" y="2278"/>
                  </a:lnTo>
                  <a:lnTo>
                    <a:pt x="7363" y="2025"/>
                  </a:lnTo>
                  <a:lnTo>
                    <a:pt x="6807" y="1784"/>
                  </a:lnTo>
                  <a:lnTo>
                    <a:pt x="6250" y="1557"/>
                  </a:lnTo>
                  <a:lnTo>
                    <a:pt x="5681" y="1329"/>
                  </a:lnTo>
                  <a:lnTo>
                    <a:pt x="5124" y="1127"/>
                  </a:lnTo>
                  <a:lnTo>
                    <a:pt x="4555" y="924"/>
                  </a:lnTo>
                  <a:lnTo>
                    <a:pt x="3973" y="734"/>
                  </a:lnTo>
                  <a:lnTo>
                    <a:pt x="3403" y="557"/>
                  </a:lnTo>
                  <a:lnTo>
                    <a:pt x="2821" y="393"/>
                  </a:lnTo>
                  <a:lnTo>
                    <a:pt x="2227" y="254"/>
                  </a:lnTo>
                  <a:lnTo>
                    <a:pt x="1645" y="114"/>
                  </a:lnTo>
                  <a:lnTo>
                    <a:pt x="1050" y="1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4375950" y="1777425"/>
              <a:ext cx="232475" cy="80975"/>
            </a:xfrm>
            <a:custGeom>
              <a:rect b="b" l="l" r="r" t="t"/>
              <a:pathLst>
                <a:path extrusionOk="0" h="3239" w="9299">
                  <a:moveTo>
                    <a:pt x="9299" y="0"/>
                  </a:moveTo>
                  <a:lnTo>
                    <a:pt x="8717" y="101"/>
                  </a:lnTo>
                  <a:lnTo>
                    <a:pt x="8122" y="202"/>
                  </a:lnTo>
                  <a:lnTo>
                    <a:pt x="6958" y="456"/>
                  </a:lnTo>
                  <a:lnTo>
                    <a:pt x="5794" y="759"/>
                  </a:lnTo>
                  <a:lnTo>
                    <a:pt x="4643" y="1075"/>
                  </a:lnTo>
                  <a:lnTo>
                    <a:pt x="4074" y="1253"/>
                  </a:lnTo>
                  <a:lnTo>
                    <a:pt x="3505" y="1442"/>
                  </a:lnTo>
                  <a:lnTo>
                    <a:pt x="2935" y="1645"/>
                  </a:lnTo>
                  <a:lnTo>
                    <a:pt x="2379" y="1847"/>
                  </a:lnTo>
                  <a:lnTo>
                    <a:pt x="1809" y="2062"/>
                  </a:lnTo>
                  <a:lnTo>
                    <a:pt x="1253" y="2277"/>
                  </a:lnTo>
                  <a:lnTo>
                    <a:pt x="709" y="2505"/>
                  </a:lnTo>
                  <a:lnTo>
                    <a:pt x="152" y="2745"/>
                  </a:lnTo>
                  <a:lnTo>
                    <a:pt x="89" y="2796"/>
                  </a:lnTo>
                  <a:lnTo>
                    <a:pt x="26" y="2859"/>
                  </a:lnTo>
                  <a:lnTo>
                    <a:pt x="0" y="2935"/>
                  </a:lnTo>
                  <a:lnTo>
                    <a:pt x="0" y="2986"/>
                  </a:lnTo>
                  <a:lnTo>
                    <a:pt x="0" y="3024"/>
                  </a:lnTo>
                  <a:lnTo>
                    <a:pt x="13" y="3074"/>
                  </a:lnTo>
                  <a:lnTo>
                    <a:pt x="38" y="3125"/>
                  </a:lnTo>
                  <a:lnTo>
                    <a:pt x="76" y="3163"/>
                  </a:lnTo>
                  <a:lnTo>
                    <a:pt x="114" y="3188"/>
                  </a:lnTo>
                  <a:lnTo>
                    <a:pt x="152" y="3213"/>
                  </a:lnTo>
                  <a:lnTo>
                    <a:pt x="203" y="3226"/>
                  </a:lnTo>
                  <a:lnTo>
                    <a:pt x="253" y="3239"/>
                  </a:lnTo>
                  <a:lnTo>
                    <a:pt x="304" y="3239"/>
                  </a:lnTo>
                  <a:lnTo>
                    <a:pt x="1341" y="3062"/>
                  </a:lnTo>
                  <a:lnTo>
                    <a:pt x="2391" y="2897"/>
                  </a:lnTo>
                  <a:lnTo>
                    <a:pt x="4491" y="2568"/>
                  </a:lnTo>
                  <a:lnTo>
                    <a:pt x="6604" y="2239"/>
                  </a:lnTo>
                  <a:lnTo>
                    <a:pt x="7654" y="2075"/>
                  </a:lnTo>
                  <a:lnTo>
                    <a:pt x="8704" y="1885"/>
                  </a:lnTo>
                  <a:lnTo>
                    <a:pt x="7641" y="1936"/>
                  </a:lnTo>
                  <a:lnTo>
                    <a:pt x="6566" y="2012"/>
                  </a:lnTo>
                  <a:lnTo>
                    <a:pt x="5516" y="2087"/>
                  </a:lnTo>
                  <a:lnTo>
                    <a:pt x="4453" y="2189"/>
                  </a:lnTo>
                  <a:lnTo>
                    <a:pt x="3391" y="2290"/>
                  </a:lnTo>
                  <a:lnTo>
                    <a:pt x="2328" y="2416"/>
                  </a:lnTo>
                  <a:lnTo>
                    <a:pt x="2259" y="2425"/>
                  </a:lnTo>
                  <a:lnTo>
                    <a:pt x="2259" y="2425"/>
                  </a:lnTo>
                  <a:lnTo>
                    <a:pt x="2556" y="2303"/>
                  </a:lnTo>
                  <a:lnTo>
                    <a:pt x="3656" y="1885"/>
                  </a:lnTo>
                  <a:lnTo>
                    <a:pt x="4770" y="1468"/>
                  </a:lnTo>
                  <a:lnTo>
                    <a:pt x="5896" y="1075"/>
                  </a:lnTo>
                  <a:lnTo>
                    <a:pt x="7022" y="709"/>
                  </a:lnTo>
                  <a:lnTo>
                    <a:pt x="7591" y="531"/>
                  </a:lnTo>
                  <a:lnTo>
                    <a:pt x="8160" y="342"/>
                  </a:lnTo>
                  <a:lnTo>
                    <a:pt x="9299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4601450" y="1793550"/>
              <a:ext cx="24375" cy="12975"/>
            </a:xfrm>
            <a:custGeom>
              <a:rect b="b" l="l" r="r" t="t"/>
              <a:pathLst>
                <a:path extrusionOk="0" h="519" w="975">
                  <a:moveTo>
                    <a:pt x="456" y="0"/>
                  </a:moveTo>
                  <a:lnTo>
                    <a:pt x="342" y="26"/>
                  </a:lnTo>
                  <a:lnTo>
                    <a:pt x="279" y="51"/>
                  </a:lnTo>
                  <a:lnTo>
                    <a:pt x="228" y="89"/>
                  </a:lnTo>
                  <a:lnTo>
                    <a:pt x="165" y="127"/>
                  </a:lnTo>
                  <a:lnTo>
                    <a:pt x="114" y="177"/>
                  </a:lnTo>
                  <a:lnTo>
                    <a:pt x="51" y="241"/>
                  </a:lnTo>
                  <a:lnTo>
                    <a:pt x="0" y="317"/>
                  </a:lnTo>
                  <a:lnTo>
                    <a:pt x="76" y="380"/>
                  </a:lnTo>
                  <a:lnTo>
                    <a:pt x="140" y="430"/>
                  </a:lnTo>
                  <a:lnTo>
                    <a:pt x="203" y="468"/>
                  </a:lnTo>
                  <a:lnTo>
                    <a:pt x="279" y="494"/>
                  </a:lnTo>
                  <a:lnTo>
                    <a:pt x="342" y="506"/>
                  </a:lnTo>
                  <a:lnTo>
                    <a:pt x="405" y="519"/>
                  </a:lnTo>
                  <a:lnTo>
                    <a:pt x="519" y="519"/>
                  </a:lnTo>
                  <a:lnTo>
                    <a:pt x="646" y="481"/>
                  </a:lnTo>
                  <a:lnTo>
                    <a:pt x="709" y="456"/>
                  </a:lnTo>
                  <a:lnTo>
                    <a:pt x="759" y="430"/>
                  </a:lnTo>
                  <a:lnTo>
                    <a:pt x="823" y="380"/>
                  </a:lnTo>
                  <a:lnTo>
                    <a:pt x="873" y="329"/>
                  </a:lnTo>
                  <a:lnTo>
                    <a:pt x="924" y="266"/>
                  </a:lnTo>
                  <a:lnTo>
                    <a:pt x="974" y="190"/>
                  </a:lnTo>
                  <a:lnTo>
                    <a:pt x="911" y="127"/>
                  </a:lnTo>
                  <a:lnTo>
                    <a:pt x="835" y="89"/>
                  </a:lnTo>
                  <a:lnTo>
                    <a:pt x="772" y="51"/>
                  </a:lnTo>
                  <a:lnTo>
                    <a:pt x="709" y="26"/>
                  </a:lnTo>
                  <a:lnTo>
                    <a:pt x="646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3581475" y="1102800"/>
              <a:ext cx="476000" cy="414350"/>
            </a:xfrm>
            <a:custGeom>
              <a:rect b="b" l="l" r="r" t="t"/>
              <a:pathLst>
                <a:path extrusionOk="0" h="16574" w="19040">
                  <a:moveTo>
                    <a:pt x="3644" y="1"/>
                  </a:moveTo>
                  <a:lnTo>
                    <a:pt x="3530" y="26"/>
                  </a:lnTo>
                  <a:lnTo>
                    <a:pt x="3214" y="127"/>
                  </a:lnTo>
                  <a:lnTo>
                    <a:pt x="2998" y="203"/>
                  </a:lnTo>
                  <a:lnTo>
                    <a:pt x="2745" y="292"/>
                  </a:lnTo>
                  <a:lnTo>
                    <a:pt x="2480" y="418"/>
                  </a:lnTo>
                  <a:lnTo>
                    <a:pt x="2189" y="557"/>
                  </a:lnTo>
                  <a:lnTo>
                    <a:pt x="1885" y="722"/>
                  </a:lnTo>
                  <a:lnTo>
                    <a:pt x="1582" y="912"/>
                  </a:lnTo>
                  <a:lnTo>
                    <a:pt x="1278" y="1127"/>
                  </a:lnTo>
                  <a:lnTo>
                    <a:pt x="987" y="1367"/>
                  </a:lnTo>
                  <a:lnTo>
                    <a:pt x="835" y="1506"/>
                  </a:lnTo>
                  <a:lnTo>
                    <a:pt x="696" y="1645"/>
                  </a:lnTo>
                  <a:lnTo>
                    <a:pt x="570" y="1797"/>
                  </a:lnTo>
                  <a:lnTo>
                    <a:pt x="443" y="1949"/>
                  </a:lnTo>
                  <a:lnTo>
                    <a:pt x="317" y="2126"/>
                  </a:lnTo>
                  <a:lnTo>
                    <a:pt x="203" y="2290"/>
                  </a:lnTo>
                  <a:lnTo>
                    <a:pt x="101" y="2480"/>
                  </a:lnTo>
                  <a:lnTo>
                    <a:pt x="0" y="2670"/>
                  </a:lnTo>
                  <a:lnTo>
                    <a:pt x="1038" y="3353"/>
                  </a:lnTo>
                  <a:lnTo>
                    <a:pt x="2138" y="4087"/>
                  </a:lnTo>
                  <a:lnTo>
                    <a:pt x="3492" y="4947"/>
                  </a:lnTo>
                  <a:lnTo>
                    <a:pt x="4947" y="5871"/>
                  </a:lnTo>
                  <a:lnTo>
                    <a:pt x="5693" y="6313"/>
                  </a:lnTo>
                  <a:lnTo>
                    <a:pt x="6414" y="6744"/>
                  </a:lnTo>
                  <a:lnTo>
                    <a:pt x="7110" y="7136"/>
                  </a:lnTo>
                  <a:lnTo>
                    <a:pt x="7755" y="7503"/>
                  </a:lnTo>
                  <a:lnTo>
                    <a:pt x="8337" y="7794"/>
                  </a:lnTo>
                  <a:lnTo>
                    <a:pt x="8856" y="8034"/>
                  </a:lnTo>
                  <a:lnTo>
                    <a:pt x="8628" y="8135"/>
                  </a:lnTo>
                  <a:lnTo>
                    <a:pt x="8413" y="8236"/>
                  </a:lnTo>
                  <a:lnTo>
                    <a:pt x="8211" y="8350"/>
                  </a:lnTo>
                  <a:lnTo>
                    <a:pt x="8008" y="8464"/>
                  </a:lnTo>
                  <a:lnTo>
                    <a:pt x="7831" y="8591"/>
                  </a:lnTo>
                  <a:lnTo>
                    <a:pt x="7654" y="8717"/>
                  </a:lnTo>
                  <a:lnTo>
                    <a:pt x="7502" y="8844"/>
                  </a:lnTo>
                  <a:lnTo>
                    <a:pt x="7350" y="8983"/>
                  </a:lnTo>
                  <a:lnTo>
                    <a:pt x="7211" y="9122"/>
                  </a:lnTo>
                  <a:lnTo>
                    <a:pt x="7085" y="9274"/>
                  </a:lnTo>
                  <a:lnTo>
                    <a:pt x="6958" y="9426"/>
                  </a:lnTo>
                  <a:lnTo>
                    <a:pt x="6844" y="9577"/>
                  </a:lnTo>
                  <a:lnTo>
                    <a:pt x="6743" y="9729"/>
                  </a:lnTo>
                  <a:lnTo>
                    <a:pt x="6655" y="9894"/>
                  </a:lnTo>
                  <a:lnTo>
                    <a:pt x="6566" y="10058"/>
                  </a:lnTo>
                  <a:lnTo>
                    <a:pt x="6490" y="10223"/>
                  </a:lnTo>
                  <a:lnTo>
                    <a:pt x="6427" y="10387"/>
                  </a:lnTo>
                  <a:lnTo>
                    <a:pt x="6364" y="10564"/>
                  </a:lnTo>
                  <a:lnTo>
                    <a:pt x="6262" y="10906"/>
                  </a:lnTo>
                  <a:lnTo>
                    <a:pt x="6187" y="11260"/>
                  </a:lnTo>
                  <a:lnTo>
                    <a:pt x="6136" y="11627"/>
                  </a:lnTo>
                  <a:lnTo>
                    <a:pt x="6123" y="11981"/>
                  </a:lnTo>
                  <a:lnTo>
                    <a:pt x="6111" y="12348"/>
                  </a:lnTo>
                  <a:lnTo>
                    <a:pt x="6136" y="12702"/>
                  </a:lnTo>
                  <a:lnTo>
                    <a:pt x="6161" y="13056"/>
                  </a:lnTo>
                  <a:lnTo>
                    <a:pt x="6212" y="13411"/>
                  </a:lnTo>
                  <a:lnTo>
                    <a:pt x="6275" y="13752"/>
                  </a:lnTo>
                  <a:lnTo>
                    <a:pt x="6351" y="14081"/>
                  </a:lnTo>
                  <a:lnTo>
                    <a:pt x="6427" y="14397"/>
                  </a:lnTo>
                  <a:lnTo>
                    <a:pt x="6515" y="14714"/>
                  </a:lnTo>
                  <a:lnTo>
                    <a:pt x="6604" y="14992"/>
                  </a:lnTo>
                  <a:lnTo>
                    <a:pt x="6781" y="15523"/>
                  </a:lnTo>
                  <a:lnTo>
                    <a:pt x="6958" y="15953"/>
                  </a:lnTo>
                  <a:lnTo>
                    <a:pt x="7097" y="16282"/>
                  </a:lnTo>
                  <a:lnTo>
                    <a:pt x="7237" y="16573"/>
                  </a:lnTo>
                  <a:lnTo>
                    <a:pt x="9450" y="8401"/>
                  </a:lnTo>
                  <a:lnTo>
                    <a:pt x="13271" y="15688"/>
                  </a:lnTo>
                  <a:lnTo>
                    <a:pt x="13334" y="15409"/>
                  </a:lnTo>
                  <a:lnTo>
                    <a:pt x="13398" y="15081"/>
                  </a:lnTo>
                  <a:lnTo>
                    <a:pt x="13473" y="14650"/>
                  </a:lnTo>
                  <a:lnTo>
                    <a:pt x="13537" y="14144"/>
                  </a:lnTo>
                  <a:lnTo>
                    <a:pt x="13587" y="13562"/>
                  </a:lnTo>
                  <a:lnTo>
                    <a:pt x="13600" y="13259"/>
                  </a:lnTo>
                  <a:lnTo>
                    <a:pt x="13600" y="12943"/>
                  </a:lnTo>
                  <a:lnTo>
                    <a:pt x="13600" y="12614"/>
                  </a:lnTo>
                  <a:lnTo>
                    <a:pt x="13575" y="12272"/>
                  </a:lnTo>
                  <a:lnTo>
                    <a:pt x="13549" y="11943"/>
                  </a:lnTo>
                  <a:lnTo>
                    <a:pt x="13499" y="11602"/>
                  </a:lnTo>
                  <a:lnTo>
                    <a:pt x="13435" y="11260"/>
                  </a:lnTo>
                  <a:lnTo>
                    <a:pt x="13360" y="10931"/>
                  </a:lnTo>
                  <a:lnTo>
                    <a:pt x="13258" y="10602"/>
                  </a:lnTo>
                  <a:lnTo>
                    <a:pt x="13145" y="10273"/>
                  </a:lnTo>
                  <a:lnTo>
                    <a:pt x="13005" y="9957"/>
                  </a:lnTo>
                  <a:lnTo>
                    <a:pt x="12841" y="9653"/>
                  </a:lnTo>
                  <a:lnTo>
                    <a:pt x="12651" y="9362"/>
                  </a:lnTo>
                  <a:lnTo>
                    <a:pt x="12550" y="9223"/>
                  </a:lnTo>
                  <a:lnTo>
                    <a:pt x="12436" y="9084"/>
                  </a:lnTo>
                  <a:lnTo>
                    <a:pt x="12322" y="8945"/>
                  </a:lnTo>
                  <a:lnTo>
                    <a:pt x="12196" y="8818"/>
                  </a:lnTo>
                  <a:lnTo>
                    <a:pt x="12057" y="8704"/>
                  </a:lnTo>
                  <a:lnTo>
                    <a:pt x="11917" y="8578"/>
                  </a:lnTo>
                  <a:lnTo>
                    <a:pt x="11778" y="8464"/>
                  </a:lnTo>
                  <a:lnTo>
                    <a:pt x="11614" y="8363"/>
                  </a:lnTo>
                  <a:lnTo>
                    <a:pt x="11449" y="8262"/>
                  </a:lnTo>
                  <a:lnTo>
                    <a:pt x="11285" y="8173"/>
                  </a:lnTo>
                  <a:lnTo>
                    <a:pt x="11108" y="8085"/>
                  </a:lnTo>
                  <a:lnTo>
                    <a:pt x="10918" y="7996"/>
                  </a:lnTo>
                  <a:lnTo>
                    <a:pt x="10716" y="7920"/>
                  </a:lnTo>
                  <a:lnTo>
                    <a:pt x="10513" y="7857"/>
                  </a:lnTo>
                  <a:lnTo>
                    <a:pt x="11057" y="7591"/>
                  </a:lnTo>
                  <a:lnTo>
                    <a:pt x="11664" y="7262"/>
                  </a:lnTo>
                  <a:lnTo>
                    <a:pt x="12310" y="6895"/>
                  </a:lnTo>
                  <a:lnTo>
                    <a:pt x="12993" y="6503"/>
                  </a:lnTo>
                  <a:lnTo>
                    <a:pt x="13701" y="6073"/>
                  </a:lnTo>
                  <a:lnTo>
                    <a:pt x="14410" y="5643"/>
                  </a:lnTo>
                  <a:lnTo>
                    <a:pt x="15801" y="4770"/>
                  </a:lnTo>
                  <a:lnTo>
                    <a:pt x="17066" y="3960"/>
                  </a:lnTo>
                  <a:lnTo>
                    <a:pt x="18091" y="3290"/>
                  </a:lnTo>
                  <a:lnTo>
                    <a:pt x="19040" y="2670"/>
                  </a:lnTo>
                  <a:lnTo>
                    <a:pt x="18939" y="2480"/>
                  </a:lnTo>
                  <a:lnTo>
                    <a:pt x="18837" y="2290"/>
                  </a:lnTo>
                  <a:lnTo>
                    <a:pt x="18724" y="2126"/>
                  </a:lnTo>
                  <a:lnTo>
                    <a:pt x="18597" y="1949"/>
                  </a:lnTo>
                  <a:lnTo>
                    <a:pt x="18471" y="1797"/>
                  </a:lnTo>
                  <a:lnTo>
                    <a:pt x="18344" y="1645"/>
                  </a:lnTo>
                  <a:lnTo>
                    <a:pt x="18205" y="1506"/>
                  </a:lnTo>
                  <a:lnTo>
                    <a:pt x="18053" y="1367"/>
                  </a:lnTo>
                  <a:lnTo>
                    <a:pt x="17762" y="1127"/>
                  </a:lnTo>
                  <a:lnTo>
                    <a:pt x="17458" y="912"/>
                  </a:lnTo>
                  <a:lnTo>
                    <a:pt x="17155" y="722"/>
                  </a:lnTo>
                  <a:lnTo>
                    <a:pt x="16851" y="557"/>
                  </a:lnTo>
                  <a:lnTo>
                    <a:pt x="16560" y="418"/>
                  </a:lnTo>
                  <a:lnTo>
                    <a:pt x="16295" y="292"/>
                  </a:lnTo>
                  <a:lnTo>
                    <a:pt x="16042" y="203"/>
                  </a:lnTo>
                  <a:lnTo>
                    <a:pt x="15827" y="127"/>
                  </a:lnTo>
                  <a:lnTo>
                    <a:pt x="15510" y="26"/>
                  </a:lnTo>
                  <a:lnTo>
                    <a:pt x="15396" y="1"/>
                  </a:lnTo>
                  <a:lnTo>
                    <a:pt x="9286" y="5453"/>
                  </a:lnTo>
                  <a:lnTo>
                    <a:pt x="36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3381275" y="2143975"/>
              <a:ext cx="854900" cy="729975"/>
            </a:xfrm>
            <a:custGeom>
              <a:rect b="b" l="l" r="r" t="t"/>
              <a:pathLst>
                <a:path extrusionOk="0" h="29199" w="34196">
                  <a:moveTo>
                    <a:pt x="0" y="1"/>
                  </a:moveTo>
                  <a:lnTo>
                    <a:pt x="0" y="21128"/>
                  </a:lnTo>
                  <a:lnTo>
                    <a:pt x="0" y="21368"/>
                  </a:lnTo>
                  <a:lnTo>
                    <a:pt x="26" y="21621"/>
                  </a:lnTo>
                  <a:lnTo>
                    <a:pt x="51" y="21861"/>
                  </a:lnTo>
                  <a:lnTo>
                    <a:pt x="89" y="22102"/>
                  </a:lnTo>
                  <a:lnTo>
                    <a:pt x="139" y="22342"/>
                  </a:lnTo>
                  <a:lnTo>
                    <a:pt x="203" y="22582"/>
                  </a:lnTo>
                  <a:lnTo>
                    <a:pt x="279" y="22810"/>
                  </a:lnTo>
                  <a:lnTo>
                    <a:pt x="367" y="23038"/>
                  </a:lnTo>
                  <a:lnTo>
                    <a:pt x="456" y="23266"/>
                  </a:lnTo>
                  <a:lnTo>
                    <a:pt x="570" y="23481"/>
                  </a:lnTo>
                  <a:lnTo>
                    <a:pt x="683" y="23696"/>
                  </a:lnTo>
                  <a:lnTo>
                    <a:pt x="810" y="23898"/>
                  </a:lnTo>
                  <a:lnTo>
                    <a:pt x="949" y="24101"/>
                  </a:lnTo>
                  <a:lnTo>
                    <a:pt x="1101" y="24303"/>
                  </a:lnTo>
                  <a:lnTo>
                    <a:pt x="1253" y="24493"/>
                  </a:lnTo>
                  <a:lnTo>
                    <a:pt x="1417" y="24670"/>
                  </a:lnTo>
                  <a:lnTo>
                    <a:pt x="1657" y="24910"/>
                  </a:lnTo>
                  <a:lnTo>
                    <a:pt x="1911" y="25138"/>
                  </a:lnTo>
                  <a:lnTo>
                    <a:pt x="2176" y="25378"/>
                  </a:lnTo>
                  <a:lnTo>
                    <a:pt x="2454" y="25619"/>
                  </a:lnTo>
                  <a:lnTo>
                    <a:pt x="2758" y="25846"/>
                  </a:lnTo>
                  <a:lnTo>
                    <a:pt x="3074" y="26061"/>
                  </a:lnTo>
                  <a:lnTo>
                    <a:pt x="3403" y="26276"/>
                  </a:lnTo>
                  <a:lnTo>
                    <a:pt x="3745" y="26479"/>
                  </a:lnTo>
                  <a:lnTo>
                    <a:pt x="4124" y="26681"/>
                  </a:lnTo>
                  <a:lnTo>
                    <a:pt x="4555" y="26884"/>
                  </a:lnTo>
                  <a:lnTo>
                    <a:pt x="5048" y="27099"/>
                  </a:lnTo>
                  <a:lnTo>
                    <a:pt x="5605" y="27314"/>
                  </a:lnTo>
                  <a:lnTo>
                    <a:pt x="6212" y="27529"/>
                  </a:lnTo>
                  <a:lnTo>
                    <a:pt x="6870" y="27744"/>
                  </a:lnTo>
                  <a:lnTo>
                    <a:pt x="7603" y="27959"/>
                  </a:lnTo>
                  <a:lnTo>
                    <a:pt x="8388" y="28149"/>
                  </a:lnTo>
                  <a:lnTo>
                    <a:pt x="9235" y="28351"/>
                  </a:lnTo>
                  <a:lnTo>
                    <a:pt x="10146" y="28528"/>
                  </a:lnTo>
                  <a:lnTo>
                    <a:pt x="11108" y="28680"/>
                  </a:lnTo>
                  <a:lnTo>
                    <a:pt x="12145" y="28832"/>
                  </a:lnTo>
                  <a:lnTo>
                    <a:pt x="13246" y="28946"/>
                  </a:lnTo>
                  <a:lnTo>
                    <a:pt x="13815" y="28996"/>
                  </a:lnTo>
                  <a:lnTo>
                    <a:pt x="14397" y="29047"/>
                  </a:lnTo>
                  <a:lnTo>
                    <a:pt x="15004" y="29085"/>
                  </a:lnTo>
                  <a:lnTo>
                    <a:pt x="15624" y="29110"/>
                  </a:lnTo>
                  <a:lnTo>
                    <a:pt x="16257" y="29136"/>
                  </a:lnTo>
                  <a:lnTo>
                    <a:pt x="16914" y="29148"/>
                  </a:lnTo>
                  <a:lnTo>
                    <a:pt x="17737" y="29186"/>
                  </a:lnTo>
                  <a:lnTo>
                    <a:pt x="18534" y="29199"/>
                  </a:lnTo>
                  <a:lnTo>
                    <a:pt x="20001" y="29199"/>
                  </a:lnTo>
                  <a:lnTo>
                    <a:pt x="20684" y="29174"/>
                  </a:lnTo>
                  <a:lnTo>
                    <a:pt x="21342" y="29148"/>
                  </a:lnTo>
                  <a:lnTo>
                    <a:pt x="21962" y="29098"/>
                  </a:lnTo>
                  <a:lnTo>
                    <a:pt x="22557" y="29047"/>
                  </a:lnTo>
                  <a:lnTo>
                    <a:pt x="23113" y="28996"/>
                  </a:lnTo>
                  <a:lnTo>
                    <a:pt x="23657" y="28921"/>
                  </a:lnTo>
                  <a:lnTo>
                    <a:pt x="24163" y="28845"/>
                  </a:lnTo>
                  <a:lnTo>
                    <a:pt x="24644" y="28769"/>
                  </a:lnTo>
                  <a:lnTo>
                    <a:pt x="25100" y="28680"/>
                  </a:lnTo>
                  <a:lnTo>
                    <a:pt x="25530" y="28579"/>
                  </a:lnTo>
                  <a:lnTo>
                    <a:pt x="25935" y="28478"/>
                  </a:lnTo>
                  <a:lnTo>
                    <a:pt x="26327" y="28377"/>
                  </a:lnTo>
                  <a:lnTo>
                    <a:pt x="26694" y="28263"/>
                  </a:lnTo>
                  <a:lnTo>
                    <a:pt x="27035" y="28149"/>
                  </a:lnTo>
                  <a:lnTo>
                    <a:pt x="27364" y="28022"/>
                  </a:lnTo>
                  <a:lnTo>
                    <a:pt x="27680" y="27908"/>
                  </a:lnTo>
                  <a:lnTo>
                    <a:pt x="28250" y="27668"/>
                  </a:lnTo>
                  <a:lnTo>
                    <a:pt x="28768" y="27415"/>
                  </a:lnTo>
                  <a:lnTo>
                    <a:pt x="29236" y="27162"/>
                  </a:lnTo>
                  <a:lnTo>
                    <a:pt x="29667" y="26922"/>
                  </a:lnTo>
                  <a:lnTo>
                    <a:pt x="30451" y="26479"/>
                  </a:lnTo>
                  <a:lnTo>
                    <a:pt x="30793" y="26276"/>
                  </a:lnTo>
                  <a:lnTo>
                    <a:pt x="31121" y="26061"/>
                  </a:lnTo>
                  <a:lnTo>
                    <a:pt x="31438" y="25846"/>
                  </a:lnTo>
                  <a:lnTo>
                    <a:pt x="31741" y="25619"/>
                  </a:lnTo>
                  <a:lnTo>
                    <a:pt x="32020" y="25378"/>
                  </a:lnTo>
                  <a:lnTo>
                    <a:pt x="32285" y="25138"/>
                  </a:lnTo>
                  <a:lnTo>
                    <a:pt x="32538" y="24910"/>
                  </a:lnTo>
                  <a:lnTo>
                    <a:pt x="32779" y="24670"/>
                  </a:lnTo>
                  <a:lnTo>
                    <a:pt x="32943" y="24493"/>
                  </a:lnTo>
                  <a:lnTo>
                    <a:pt x="33095" y="24303"/>
                  </a:lnTo>
                  <a:lnTo>
                    <a:pt x="33247" y="24101"/>
                  </a:lnTo>
                  <a:lnTo>
                    <a:pt x="33386" y="23898"/>
                  </a:lnTo>
                  <a:lnTo>
                    <a:pt x="33512" y="23696"/>
                  </a:lnTo>
                  <a:lnTo>
                    <a:pt x="33626" y="23481"/>
                  </a:lnTo>
                  <a:lnTo>
                    <a:pt x="33740" y="23266"/>
                  </a:lnTo>
                  <a:lnTo>
                    <a:pt x="33829" y="23038"/>
                  </a:lnTo>
                  <a:lnTo>
                    <a:pt x="33917" y="22810"/>
                  </a:lnTo>
                  <a:lnTo>
                    <a:pt x="33993" y="22582"/>
                  </a:lnTo>
                  <a:lnTo>
                    <a:pt x="34056" y="22342"/>
                  </a:lnTo>
                  <a:lnTo>
                    <a:pt x="34107" y="22102"/>
                  </a:lnTo>
                  <a:lnTo>
                    <a:pt x="34145" y="21861"/>
                  </a:lnTo>
                  <a:lnTo>
                    <a:pt x="34170" y="21621"/>
                  </a:lnTo>
                  <a:lnTo>
                    <a:pt x="34196" y="21368"/>
                  </a:lnTo>
                  <a:lnTo>
                    <a:pt x="34196" y="21128"/>
                  </a:lnTo>
                  <a:lnTo>
                    <a:pt x="34196" y="1"/>
                  </a:lnTo>
                  <a:lnTo>
                    <a:pt x="17104" y="9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3381275" y="2081025"/>
              <a:ext cx="855225" cy="126225"/>
            </a:xfrm>
            <a:custGeom>
              <a:rect b="b" l="l" r="r" t="t"/>
              <a:pathLst>
                <a:path extrusionOk="0" h="5049" w="34209">
                  <a:moveTo>
                    <a:pt x="17104" y="1"/>
                  </a:moveTo>
                  <a:lnTo>
                    <a:pt x="15358" y="14"/>
                  </a:lnTo>
                  <a:lnTo>
                    <a:pt x="13663" y="52"/>
                  </a:lnTo>
                  <a:lnTo>
                    <a:pt x="12019" y="115"/>
                  </a:lnTo>
                  <a:lnTo>
                    <a:pt x="10450" y="203"/>
                  </a:lnTo>
                  <a:lnTo>
                    <a:pt x="8957" y="305"/>
                  </a:lnTo>
                  <a:lnTo>
                    <a:pt x="7540" y="431"/>
                  </a:lnTo>
                  <a:lnTo>
                    <a:pt x="6224" y="570"/>
                  </a:lnTo>
                  <a:lnTo>
                    <a:pt x="5605" y="659"/>
                  </a:lnTo>
                  <a:lnTo>
                    <a:pt x="5010" y="735"/>
                  </a:lnTo>
                  <a:lnTo>
                    <a:pt x="4441" y="823"/>
                  </a:lnTo>
                  <a:lnTo>
                    <a:pt x="3909" y="924"/>
                  </a:lnTo>
                  <a:lnTo>
                    <a:pt x="3403" y="1013"/>
                  </a:lnTo>
                  <a:lnTo>
                    <a:pt x="2923" y="1114"/>
                  </a:lnTo>
                  <a:lnTo>
                    <a:pt x="2480" y="1215"/>
                  </a:lnTo>
                  <a:lnTo>
                    <a:pt x="2062" y="1317"/>
                  </a:lnTo>
                  <a:lnTo>
                    <a:pt x="1683" y="1431"/>
                  </a:lnTo>
                  <a:lnTo>
                    <a:pt x="1341" y="1544"/>
                  </a:lnTo>
                  <a:lnTo>
                    <a:pt x="1038" y="1658"/>
                  </a:lnTo>
                  <a:lnTo>
                    <a:pt x="772" y="1772"/>
                  </a:lnTo>
                  <a:lnTo>
                    <a:pt x="544" y="1899"/>
                  </a:lnTo>
                  <a:lnTo>
                    <a:pt x="342" y="2012"/>
                  </a:lnTo>
                  <a:lnTo>
                    <a:pt x="203" y="2139"/>
                  </a:lnTo>
                  <a:lnTo>
                    <a:pt x="139" y="2202"/>
                  </a:lnTo>
                  <a:lnTo>
                    <a:pt x="89" y="2265"/>
                  </a:lnTo>
                  <a:lnTo>
                    <a:pt x="51" y="2329"/>
                  </a:lnTo>
                  <a:lnTo>
                    <a:pt x="26" y="2392"/>
                  </a:lnTo>
                  <a:lnTo>
                    <a:pt x="0" y="2455"/>
                  </a:lnTo>
                  <a:lnTo>
                    <a:pt x="0" y="2519"/>
                  </a:lnTo>
                  <a:lnTo>
                    <a:pt x="0" y="2594"/>
                  </a:lnTo>
                  <a:lnTo>
                    <a:pt x="26" y="2658"/>
                  </a:lnTo>
                  <a:lnTo>
                    <a:pt x="51" y="2721"/>
                  </a:lnTo>
                  <a:lnTo>
                    <a:pt x="89" y="2784"/>
                  </a:lnTo>
                  <a:lnTo>
                    <a:pt x="139" y="2847"/>
                  </a:lnTo>
                  <a:lnTo>
                    <a:pt x="203" y="2911"/>
                  </a:lnTo>
                  <a:lnTo>
                    <a:pt x="342" y="3037"/>
                  </a:lnTo>
                  <a:lnTo>
                    <a:pt x="544" y="3151"/>
                  </a:lnTo>
                  <a:lnTo>
                    <a:pt x="772" y="3278"/>
                  </a:lnTo>
                  <a:lnTo>
                    <a:pt x="1038" y="3391"/>
                  </a:lnTo>
                  <a:lnTo>
                    <a:pt x="1341" y="3505"/>
                  </a:lnTo>
                  <a:lnTo>
                    <a:pt x="1683" y="3619"/>
                  </a:lnTo>
                  <a:lnTo>
                    <a:pt x="2062" y="3733"/>
                  </a:lnTo>
                  <a:lnTo>
                    <a:pt x="2480" y="3834"/>
                  </a:lnTo>
                  <a:lnTo>
                    <a:pt x="2923" y="3935"/>
                  </a:lnTo>
                  <a:lnTo>
                    <a:pt x="3403" y="4037"/>
                  </a:lnTo>
                  <a:lnTo>
                    <a:pt x="3909" y="4125"/>
                  </a:lnTo>
                  <a:lnTo>
                    <a:pt x="4441" y="4226"/>
                  </a:lnTo>
                  <a:lnTo>
                    <a:pt x="5010" y="4315"/>
                  </a:lnTo>
                  <a:lnTo>
                    <a:pt x="5605" y="4391"/>
                  </a:lnTo>
                  <a:lnTo>
                    <a:pt x="6224" y="4479"/>
                  </a:lnTo>
                  <a:lnTo>
                    <a:pt x="7540" y="4619"/>
                  </a:lnTo>
                  <a:lnTo>
                    <a:pt x="8957" y="4745"/>
                  </a:lnTo>
                  <a:lnTo>
                    <a:pt x="10450" y="4846"/>
                  </a:lnTo>
                  <a:lnTo>
                    <a:pt x="12019" y="4935"/>
                  </a:lnTo>
                  <a:lnTo>
                    <a:pt x="13663" y="4998"/>
                  </a:lnTo>
                  <a:lnTo>
                    <a:pt x="15358" y="5036"/>
                  </a:lnTo>
                  <a:lnTo>
                    <a:pt x="17104" y="5049"/>
                  </a:lnTo>
                  <a:lnTo>
                    <a:pt x="18850" y="5036"/>
                  </a:lnTo>
                  <a:lnTo>
                    <a:pt x="20558" y="4998"/>
                  </a:lnTo>
                  <a:lnTo>
                    <a:pt x="22190" y="4935"/>
                  </a:lnTo>
                  <a:lnTo>
                    <a:pt x="23759" y="4846"/>
                  </a:lnTo>
                  <a:lnTo>
                    <a:pt x="25264" y="4745"/>
                  </a:lnTo>
                  <a:lnTo>
                    <a:pt x="26668" y="4619"/>
                  </a:lnTo>
                  <a:lnTo>
                    <a:pt x="27984" y="4479"/>
                  </a:lnTo>
                  <a:lnTo>
                    <a:pt x="28604" y="4391"/>
                  </a:lnTo>
                  <a:lnTo>
                    <a:pt x="29198" y="4315"/>
                  </a:lnTo>
                  <a:lnTo>
                    <a:pt x="29768" y="4226"/>
                  </a:lnTo>
                  <a:lnTo>
                    <a:pt x="30299" y="4125"/>
                  </a:lnTo>
                  <a:lnTo>
                    <a:pt x="30818" y="4037"/>
                  </a:lnTo>
                  <a:lnTo>
                    <a:pt x="31286" y="3935"/>
                  </a:lnTo>
                  <a:lnTo>
                    <a:pt x="31729" y="3834"/>
                  </a:lnTo>
                  <a:lnTo>
                    <a:pt x="32146" y="3733"/>
                  </a:lnTo>
                  <a:lnTo>
                    <a:pt x="32526" y="3619"/>
                  </a:lnTo>
                  <a:lnTo>
                    <a:pt x="32867" y="3505"/>
                  </a:lnTo>
                  <a:lnTo>
                    <a:pt x="33171" y="3391"/>
                  </a:lnTo>
                  <a:lnTo>
                    <a:pt x="33437" y="3278"/>
                  </a:lnTo>
                  <a:lnTo>
                    <a:pt x="33677" y="3151"/>
                  </a:lnTo>
                  <a:lnTo>
                    <a:pt x="33867" y="3037"/>
                  </a:lnTo>
                  <a:lnTo>
                    <a:pt x="34018" y="2911"/>
                  </a:lnTo>
                  <a:lnTo>
                    <a:pt x="34069" y="2847"/>
                  </a:lnTo>
                  <a:lnTo>
                    <a:pt x="34120" y="2784"/>
                  </a:lnTo>
                  <a:lnTo>
                    <a:pt x="34158" y="2721"/>
                  </a:lnTo>
                  <a:lnTo>
                    <a:pt x="34183" y="2658"/>
                  </a:lnTo>
                  <a:lnTo>
                    <a:pt x="34208" y="2594"/>
                  </a:lnTo>
                  <a:lnTo>
                    <a:pt x="34208" y="2519"/>
                  </a:lnTo>
                  <a:lnTo>
                    <a:pt x="34208" y="2455"/>
                  </a:lnTo>
                  <a:lnTo>
                    <a:pt x="34183" y="2392"/>
                  </a:lnTo>
                  <a:lnTo>
                    <a:pt x="34158" y="2329"/>
                  </a:lnTo>
                  <a:lnTo>
                    <a:pt x="34120" y="2265"/>
                  </a:lnTo>
                  <a:lnTo>
                    <a:pt x="34069" y="2202"/>
                  </a:lnTo>
                  <a:lnTo>
                    <a:pt x="34018" y="2139"/>
                  </a:lnTo>
                  <a:lnTo>
                    <a:pt x="33867" y="2012"/>
                  </a:lnTo>
                  <a:lnTo>
                    <a:pt x="33677" y="1899"/>
                  </a:lnTo>
                  <a:lnTo>
                    <a:pt x="33437" y="1772"/>
                  </a:lnTo>
                  <a:lnTo>
                    <a:pt x="33171" y="1658"/>
                  </a:lnTo>
                  <a:lnTo>
                    <a:pt x="32867" y="1544"/>
                  </a:lnTo>
                  <a:lnTo>
                    <a:pt x="32526" y="1431"/>
                  </a:lnTo>
                  <a:lnTo>
                    <a:pt x="32146" y="1317"/>
                  </a:lnTo>
                  <a:lnTo>
                    <a:pt x="31729" y="1215"/>
                  </a:lnTo>
                  <a:lnTo>
                    <a:pt x="31286" y="1114"/>
                  </a:lnTo>
                  <a:lnTo>
                    <a:pt x="30818" y="1013"/>
                  </a:lnTo>
                  <a:lnTo>
                    <a:pt x="30299" y="924"/>
                  </a:lnTo>
                  <a:lnTo>
                    <a:pt x="29768" y="823"/>
                  </a:lnTo>
                  <a:lnTo>
                    <a:pt x="29198" y="735"/>
                  </a:lnTo>
                  <a:lnTo>
                    <a:pt x="28604" y="659"/>
                  </a:lnTo>
                  <a:lnTo>
                    <a:pt x="27984" y="570"/>
                  </a:lnTo>
                  <a:lnTo>
                    <a:pt x="26668" y="431"/>
                  </a:lnTo>
                  <a:lnTo>
                    <a:pt x="25264" y="305"/>
                  </a:lnTo>
                  <a:lnTo>
                    <a:pt x="23759" y="203"/>
                  </a:lnTo>
                  <a:lnTo>
                    <a:pt x="22190" y="115"/>
                  </a:lnTo>
                  <a:lnTo>
                    <a:pt x="20558" y="52"/>
                  </a:lnTo>
                  <a:lnTo>
                    <a:pt x="18850" y="14"/>
                  </a:lnTo>
                  <a:lnTo>
                    <a:pt x="17104" y="1"/>
                  </a:lnTo>
                  <a:close/>
                </a:path>
              </a:pathLst>
            </a:custGeom>
            <a:solidFill>
              <a:srgbClr val="032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3379375" y="2078825"/>
              <a:ext cx="859325" cy="130650"/>
            </a:xfrm>
            <a:custGeom>
              <a:rect b="b" l="l" r="r" t="t"/>
              <a:pathLst>
                <a:path extrusionOk="0" h="5226" w="34373">
                  <a:moveTo>
                    <a:pt x="17180" y="165"/>
                  </a:moveTo>
                  <a:lnTo>
                    <a:pt x="19053" y="178"/>
                  </a:lnTo>
                  <a:lnTo>
                    <a:pt x="20836" y="228"/>
                  </a:lnTo>
                  <a:lnTo>
                    <a:pt x="22532" y="291"/>
                  </a:lnTo>
                  <a:lnTo>
                    <a:pt x="24138" y="380"/>
                  </a:lnTo>
                  <a:lnTo>
                    <a:pt x="25644" y="494"/>
                  </a:lnTo>
                  <a:lnTo>
                    <a:pt x="27048" y="633"/>
                  </a:lnTo>
                  <a:lnTo>
                    <a:pt x="28338" y="785"/>
                  </a:lnTo>
                  <a:lnTo>
                    <a:pt x="28933" y="861"/>
                  </a:lnTo>
                  <a:lnTo>
                    <a:pt x="29515" y="949"/>
                  </a:lnTo>
                  <a:lnTo>
                    <a:pt x="30059" y="1038"/>
                  </a:lnTo>
                  <a:lnTo>
                    <a:pt x="30565" y="1126"/>
                  </a:lnTo>
                  <a:lnTo>
                    <a:pt x="31058" y="1228"/>
                  </a:lnTo>
                  <a:lnTo>
                    <a:pt x="31501" y="1316"/>
                  </a:lnTo>
                  <a:lnTo>
                    <a:pt x="31919" y="1417"/>
                  </a:lnTo>
                  <a:lnTo>
                    <a:pt x="32311" y="1519"/>
                  </a:lnTo>
                  <a:lnTo>
                    <a:pt x="32665" y="1632"/>
                  </a:lnTo>
                  <a:lnTo>
                    <a:pt x="32981" y="1734"/>
                  </a:lnTo>
                  <a:lnTo>
                    <a:pt x="33260" y="1835"/>
                  </a:lnTo>
                  <a:lnTo>
                    <a:pt x="33500" y="1949"/>
                  </a:lnTo>
                  <a:lnTo>
                    <a:pt x="33715" y="2063"/>
                  </a:lnTo>
                  <a:lnTo>
                    <a:pt x="33892" y="2164"/>
                  </a:lnTo>
                  <a:lnTo>
                    <a:pt x="34031" y="2278"/>
                  </a:lnTo>
                  <a:lnTo>
                    <a:pt x="34120" y="2391"/>
                  </a:lnTo>
                  <a:lnTo>
                    <a:pt x="34158" y="2442"/>
                  </a:lnTo>
                  <a:lnTo>
                    <a:pt x="34183" y="2505"/>
                  </a:lnTo>
                  <a:lnTo>
                    <a:pt x="34196" y="2556"/>
                  </a:lnTo>
                  <a:lnTo>
                    <a:pt x="34208" y="2607"/>
                  </a:lnTo>
                  <a:lnTo>
                    <a:pt x="34196" y="2670"/>
                  </a:lnTo>
                  <a:lnTo>
                    <a:pt x="34183" y="2720"/>
                  </a:lnTo>
                  <a:lnTo>
                    <a:pt x="34158" y="2784"/>
                  </a:lnTo>
                  <a:lnTo>
                    <a:pt x="34120" y="2834"/>
                  </a:lnTo>
                  <a:lnTo>
                    <a:pt x="34031" y="2948"/>
                  </a:lnTo>
                  <a:lnTo>
                    <a:pt x="33892" y="3062"/>
                  </a:lnTo>
                  <a:lnTo>
                    <a:pt x="33715" y="3163"/>
                  </a:lnTo>
                  <a:lnTo>
                    <a:pt x="33500" y="3277"/>
                  </a:lnTo>
                  <a:lnTo>
                    <a:pt x="33260" y="3391"/>
                  </a:lnTo>
                  <a:lnTo>
                    <a:pt x="32981" y="3492"/>
                  </a:lnTo>
                  <a:lnTo>
                    <a:pt x="32665" y="3593"/>
                  </a:lnTo>
                  <a:lnTo>
                    <a:pt x="32311" y="3707"/>
                  </a:lnTo>
                  <a:lnTo>
                    <a:pt x="31919" y="3808"/>
                  </a:lnTo>
                  <a:lnTo>
                    <a:pt x="31501" y="3910"/>
                  </a:lnTo>
                  <a:lnTo>
                    <a:pt x="31058" y="3998"/>
                  </a:lnTo>
                  <a:lnTo>
                    <a:pt x="30565" y="4099"/>
                  </a:lnTo>
                  <a:lnTo>
                    <a:pt x="30059" y="4188"/>
                  </a:lnTo>
                  <a:lnTo>
                    <a:pt x="29515" y="4276"/>
                  </a:lnTo>
                  <a:lnTo>
                    <a:pt x="28933" y="4365"/>
                  </a:lnTo>
                  <a:lnTo>
                    <a:pt x="28338" y="4441"/>
                  </a:lnTo>
                  <a:lnTo>
                    <a:pt x="27048" y="4593"/>
                  </a:lnTo>
                  <a:lnTo>
                    <a:pt x="25644" y="4732"/>
                  </a:lnTo>
                  <a:lnTo>
                    <a:pt x="24138" y="4846"/>
                  </a:lnTo>
                  <a:lnTo>
                    <a:pt x="22532" y="4934"/>
                  </a:lnTo>
                  <a:lnTo>
                    <a:pt x="20836" y="4998"/>
                  </a:lnTo>
                  <a:lnTo>
                    <a:pt x="19053" y="5048"/>
                  </a:lnTo>
                  <a:lnTo>
                    <a:pt x="17180" y="5061"/>
                  </a:lnTo>
                  <a:lnTo>
                    <a:pt x="15308" y="5048"/>
                  </a:lnTo>
                  <a:lnTo>
                    <a:pt x="13524" y="4998"/>
                  </a:lnTo>
                  <a:lnTo>
                    <a:pt x="11829" y="4934"/>
                  </a:lnTo>
                  <a:lnTo>
                    <a:pt x="10222" y="4846"/>
                  </a:lnTo>
                  <a:lnTo>
                    <a:pt x="8717" y="4732"/>
                  </a:lnTo>
                  <a:lnTo>
                    <a:pt x="7325" y="4593"/>
                  </a:lnTo>
                  <a:lnTo>
                    <a:pt x="6022" y="4441"/>
                  </a:lnTo>
                  <a:lnTo>
                    <a:pt x="5428" y="4365"/>
                  </a:lnTo>
                  <a:lnTo>
                    <a:pt x="4846" y="4276"/>
                  </a:lnTo>
                  <a:lnTo>
                    <a:pt x="4302" y="4188"/>
                  </a:lnTo>
                  <a:lnTo>
                    <a:pt x="3796" y="4099"/>
                  </a:lnTo>
                  <a:lnTo>
                    <a:pt x="3315" y="3998"/>
                  </a:lnTo>
                  <a:lnTo>
                    <a:pt x="2859" y="3910"/>
                  </a:lnTo>
                  <a:lnTo>
                    <a:pt x="2442" y="3808"/>
                  </a:lnTo>
                  <a:lnTo>
                    <a:pt x="2050" y="3707"/>
                  </a:lnTo>
                  <a:lnTo>
                    <a:pt x="1708" y="3593"/>
                  </a:lnTo>
                  <a:lnTo>
                    <a:pt x="1379" y="3492"/>
                  </a:lnTo>
                  <a:lnTo>
                    <a:pt x="1101" y="3391"/>
                  </a:lnTo>
                  <a:lnTo>
                    <a:pt x="861" y="3277"/>
                  </a:lnTo>
                  <a:lnTo>
                    <a:pt x="646" y="3163"/>
                  </a:lnTo>
                  <a:lnTo>
                    <a:pt x="468" y="3062"/>
                  </a:lnTo>
                  <a:lnTo>
                    <a:pt x="329" y="2948"/>
                  </a:lnTo>
                  <a:lnTo>
                    <a:pt x="241" y="2834"/>
                  </a:lnTo>
                  <a:lnTo>
                    <a:pt x="203" y="2784"/>
                  </a:lnTo>
                  <a:lnTo>
                    <a:pt x="177" y="2720"/>
                  </a:lnTo>
                  <a:lnTo>
                    <a:pt x="165" y="2670"/>
                  </a:lnTo>
                  <a:lnTo>
                    <a:pt x="152" y="2607"/>
                  </a:lnTo>
                  <a:lnTo>
                    <a:pt x="165" y="2556"/>
                  </a:lnTo>
                  <a:lnTo>
                    <a:pt x="177" y="2505"/>
                  </a:lnTo>
                  <a:lnTo>
                    <a:pt x="203" y="2442"/>
                  </a:lnTo>
                  <a:lnTo>
                    <a:pt x="241" y="2391"/>
                  </a:lnTo>
                  <a:lnTo>
                    <a:pt x="329" y="2278"/>
                  </a:lnTo>
                  <a:lnTo>
                    <a:pt x="468" y="2164"/>
                  </a:lnTo>
                  <a:lnTo>
                    <a:pt x="646" y="2063"/>
                  </a:lnTo>
                  <a:lnTo>
                    <a:pt x="861" y="1949"/>
                  </a:lnTo>
                  <a:lnTo>
                    <a:pt x="1101" y="1835"/>
                  </a:lnTo>
                  <a:lnTo>
                    <a:pt x="1379" y="1734"/>
                  </a:lnTo>
                  <a:lnTo>
                    <a:pt x="1708" y="1632"/>
                  </a:lnTo>
                  <a:lnTo>
                    <a:pt x="2050" y="1519"/>
                  </a:lnTo>
                  <a:lnTo>
                    <a:pt x="2442" y="1417"/>
                  </a:lnTo>
                  <a:lnTo>
                    <a:pt x="2859" y="1316"/>
                  </a:lnTo>
                  <a:lnTo>
                    <a:pt x="3315" y="1228"/>
                  </a:lnTo>
                  <a:lnTo>
                    <a:pt x="3796" y="1126"/>
                  </a:lnTo>
                  <a:lnTo>
                    <a:pt x="4302" y="1038"/>
                  </a:lnTo>
                  <a:lnTo>
                    <a:pt x="4846" y="949"/>
                  </a:lnTo>
                  <a:lnTo>
                    <a:pt x="5428" y="861"/>
                  </a:lnTo>
                  <a:lnTo>
                    <a:pt x="6022" y="785"/>
                  </a:lnTo>
                  <a:lnTo>
                    <a:pt x="7325" y="633"/>
                  </a:lnTo>
                  <a:lnTo>
                    <a:pt x="8717" y="494"/>
                  </a:lnTo>
                  <a:lnTo>
                    <a:pt x="10222" y="380"/>
                  </a:lnTo>
                  <a:lnTo>
                    <a:pt x="11829" y="291"/>
                  </a:lnTo>
                  <a:lnTo>
                    <a:pt x="13524" y="228"/>
                  </a:lnTo>
                  <a:lnTo>
                    <a:pt x="15308" y="178"/>
                  </a:lnTo>
                  <a:lnTo>
                    <a:pt x="17180" y="165"/>
                  </a:lnTo>
                  <a:close/>
                  <a:moveTo>
                    <a:pt x="17180" y="0"/>
                  </a:moveTo>
                  <a:lnTo>
                    <a:pt x="15599" y="13"/>
                  </a:lnTo>
                  <a:lnTo>
                    <a:pt x="14018" y="51"/>
                  </a:lnTo>
                  <a:lnTo>
                    <a:pt x="12461" y="102"/>
                  </a:lnTo>
                  <a:lnTo>
                    <a:pt x="10931" y="190"/>
                  </a:lnTo>
                  <a:lnTo>
                    <a:pt x="9451" y="279"/>
                  </a:lnTo>
                  <a:lnTo>
                    <a:pt x="8034" y="405"/>
                  </a:lnTo>
                  <a:lnTo>
                    <a:pt x="6680" y="544"/>
                  </a:lnTo>
                  <a:lnTo>
                    <a:pt x="6035" y="620"/>
                  </a:lnTo>
                  <a:lnTo>
                    <a:pt x="5415" y="696"/>
                  </a:lnTo>
                  <a:lnTo>
                    <a:pt x="4820" y="785"/>
                  </a:lnTo>
                  <a:lnTo>
                    <a:pt x="4251" y="873"/>
                  </a:lnTo>
                  <a:lnTo>
                    <a:pt x="3720" y="975"/>
                  </a:lnTo>
                  <a:lnTo>
                    <a:pt x="3201" y="1076"/>
                  </a:lnTo>
                  <a:lnTo>
                    <a:pt x="2720" y="1177"/>
                  </a:lnTo>
                  <a:lnTo>
                    <a:pt x="2277" y="1291"/>
                  </a:lnTo>
                  <a:lnTo>
                    <a:pt x="1873" y="1405"/>
                  </a:lnTo>
                  <a:lnTo>
                    <a:pt x="1493" y="1519"/>
                  </a:lnTo>
                  <a:lnTo>
                    <a:pt x="1152" y="1645"/>
                  </a:lnTo>
                  <a:lnTo>
                    <a:pt x="861" y="1772"/>
                  </a:lnTo>
                  <a:lnTo>
                    <a:pt x="595" y="1898"/>
                  </a:lnTo>
                  <a:lnTo>
                    <a:pt x="380" y="2037"/>
                  </a:lnTo>
                  <a:lnTo>
                    <a:pt x="291" y="2100"/>
                  </a:lnTo>
                  <a:lnTo>
                    <a:pt x="215" y="2176"/>
                  </a:lnTo>
                  <a:lnTo>
                    <a:pt x="152" y="2240"/>
                  </a:lnTo>
                  <a:lnTo>
                    <a:pt x="89" y="2316"/>
                  </a:lnTo>
                  <a:lnTo>
                    <a:pt x="51" y="2391"/>
                  </a:lnTo>
                  <a:lnTo>
                    <a:pt x="26" y="2467"/>
                  </a:lnTo>
                  <a:lnTo>
                    <a:pt x="0" y="2531"/>
                  </a:lnTo>
                  <a:lnTo>
                    <a:pt x="0" y="2607"/>
                  </a:lnTo>
                  <a:lnTo>
                    <a:pt x="0" y="2695"/>
                  </a:lnTo>
                  <a:lnTo>
                    <a:pt x="26" y="2758"/>
                  </a:lnTo>
                  <a:lnTo>
                    <a:pt x="51" y="2834"/>
                  </a:lnTo>
                  <a:lnTo>
                    <a:pt x="89" y="2910"/>
                  </a:lnTo>
                  <a:lnTo>
                    <a:pt x="152" y="2986"/>
                  </a:lnTo>
                  <a:lnTo>
                    <a:pt x="215" y="3049"/>
                  </a:lnTo>
                  <a:lnTo>
                    <a:pt x="291" y="3125"/>
                  </a:lnTo>
                  <a:lnTo>
                    <a:pt x="380" y="3188"/>
                  </a:lnTo>
                  <a:lnTo>
                    <a:pt x="595" y="3328"/>
                  </a:lnTo>
                  <a:lnTo>
                    <a:pt x="861" y="3454"/>
                  </a:lnTo>
                  <a:lnTo>
                    <a:pt x="1152" y="3581"/>
                  </a:lnTo>
                  <a:lnTo>
                    <a:pt x="1493" y="3707"/>
                  </a:lnTo>
                  <a:lnTo>
                    <a:pt x="1873" y="3821"/>
                  </a:lnTo>
                  <a:lnTo>
                    <a:pt x="2277" y="3935"/>
                  </a:lnTo>
                  <a:lnTo>
                    <a:pt x="2720" y="4049"/>
                  </a:lnTo>
                  <a:lnTo>
                    <a:pt x="3201" y="4150"/>
                  </a:lnTo>
                  <a:lnTo>
                    <a:pt x="3720" y="4251"/>
                  </a:lnTo>
                  <a:lnTo>
                    <a:pt x="4251" y="4352"/>
                  </a:lnTo>
                  <a:lnTo>
                    <a:pt x="4820" y="4441"/>
                  </a:lnTo>
                  <a:lnTo>
                    <a:pt x="5415" y="4529"/>
                  </a:lnTo>
                  <a:lnTo>
                    <a:pt x="6035" y="4605"/>
                  </a:lnTo>
                  <a:lnTo>
                    <a:pt x="6680" y="4681"/>
                  </a:lnTo>
                  <a:lnTo>
                    <a:pt x="8034" y="4820"/>
                  </a:lnTo>
                  <a:lnTo>
                    <a:pt x="9451" y="4947"/>
                  </a:lnTo>
                  <a:lnTo>
                    <a:pt x="10931" y="5035"/>
                  </a:lnTo>
                  <a:lnTo>
                    <a:pt x="12461" y="5124"/>
                  </a:lnTo>
                  <a:lnTo>
                    <a:pt x="14018" y="5175"/>
                  </a:lnTo>
                  <a:lnTo>
                    <a:pt x="15599" y="5213"/>
                  </a:lnTo>
                  <a:lnTo>
                    <a:pt x="17180" y="5225"/>
                  </a:lnTo>
                  <a:lnTo>
                    <a:pt x="18762" y="5213"/>
                  </a:lnTo>
                  <a:lnTo>
                    <a:pt x="20343" y="5175"/>
                  </a:lnTo>
                  <a:lnTo>
                    <a:pt x="21899" y="5124"/>
                  </a:lnTo>
                  <a:lnTo>
                    <a:pt x="23430" y="5035"/>
                  </a:lnTo>
                  <a:lnTo>
                    <a:pt x="24910" y="4947"/>
                  </a:lnTo>
                  <a:lnTo>
                    <a:pt x="26327" y="4820"/>
                  </a:lnTo>
                  <a:lnTo>
                    <a:pt x="27680" y="4681"/>
                  </a:lnTo>
                  <a:lnTo>
                    <a:pt x="28326" y="4605"/>
                  </a:lnTo>
                  <a:lnTo>
                    <a:pt x="28946" y="4529"/>
                  </a:lnTo>
                  <a:lnTo>
                    <a:pt x="29540" y="4441"/>
                  </a:lnTo>
                  <a:lnTo>
                    <a:pt x="30109" y="4352"/>
                  </a:lnTo>
                  <a:lnTo>
                    <a:pt x="30641" y="4251"/>
                  </a:lnTo>
                  <a:lnTo>
                    <a:pt x="31159" y="4150"/>
                  </a:lnTo>
                  <a:lnTo>
                    <a:pt x="31640" y="4049"/>
                  </a:lnTo>
                  <a:lnTo>
                    <a:pt x="32083" y="3935"/>
                  </a:lnTo>
                  <a:lnTo>
                    <a:pt x="32500" y="3821"/>
                  </a:lnTo>
                  <a:lnTo>
                    <a:pt x="32867" y="3707"/>
                  </a:lnTo>
                  <a:lnTo>
                    <a:pt x="33209" y="3581"/>
                  </a:lnTo>
                  <a:lnTo>
                    <a:pt x="33500" y="3454"/>
                  </a:lnTo>
                  <a:lnTo>
                    <a:pt x="33766" y="3328"/>
                  </a:lnTo>
                  <a:lnTo>
                    <a:pt x="33981" y="3188"/>
                  </a:lnTo>
                  <a:lnTo>
                    <a:pt x="34069" y="3125"/>
                  </a:lnTo>
                  <a:lnTo>
                    <a:pt x="34145" y="3049"/>
                  </a:lnTo>
                  <a:lnTo>
                    <a:pt x="34208" y="2986"/>
                  </a:lnTo>
                  <a:lnTo>
                    <a:pt x="34272" y="2910"/>
                  </a:lnTo>
                  <a:lnTo>
                    <a:pt x="34310" y="2834"/>
                  </a:lnTo>
                  <a:lnTo>
                    <a:pt x="34347" y="2758"/>
                  </a:lnTo>
                  <a:lnTo>
                    <a:pt x="34360" y="2695"/>
                  </a:lnTo>
                  <a:lnTo>
                    <a:pt x="34373" y="2607"/>
                  </a:lnTo>
                  <a:lnTo>
                    <a:pt x="34360" y="2531"/>
                  </a:lnTo>
                  <a:lnTo>
                    <a:pt x="34347" y="2467"/>
                  </a:lnTo>
                  <a:lnTo>
                    <a:pt x="34310" y="2391"/>
                  </a:lnTo>
                  <a:lnTo>
                    <a:pt x="34272" y="2316"/>
                  </a:lnTo>
                  <a:lnTo>
                    <a:pt x="34208" y="2240"/>
                  </a:lnTo>
                  <a:lnTo>
                    <a:pt x="34145" y="2176"/>
                  </a:lnTo>
                  <a:lnTo>
                    <a:pt x="34069" y="2100"/>
                  </a:lnTo>
                  <a:lnTo>
                    <a:pt x="33981" y="2037"/>
                  </a:lnTo>
                  <a:lnTo>
                    <a:pt x="33766" y="1898"/>
                  </a:lnTo>
                  <a:lnTo>
                    <a:pt x="33500" y="1772"/>
                  </a:lnTo>
                  <a:lnTo>
                    <a:pt x="33209" y="1645"/>
                  </a:lnTo>
                  <a:lnTo>
                    <a:pt x="32867" y="1519"/>
                  </a:lnTo>
                  <a:lnTo>
                    <a:pt x="32500" y="1405"/>
                  </a:lnTo>
                  <a:lnTo>
                    <a:pt x="32083" y="1291"/>
                  </a:lnTo>
                  <a:lnTo>
                    <a:pt x="31640" y="1177"/>
                  </a:lnTo>
                  <a:lnTo>
                    <a:pt x="31159" y="1076"/>
                  </a:lnTo>
                  <a:lnTo>
                    <a:pt x="30641" y="975"/>
                  </a:lnTo>
                  <a:lnTo>
                    <a:pt x="30109" y="873"/>
                  </a:lnTo>
                  <a:lnTo>
                    <a:pt x="29540" y="785"/>
                  </a:lnTo>
                  <a:lnTo>
                    <a:pt x="28946" y="696"/>
                  </a:lnTo>
                  <a:lnTo>
                    <a:pt x="28326" y="620"/>
                  </a:lnTo>
                  <a:lnTo>
                    <a:pt x="27680" y="544"/>
                  </a:lnTo>
                  <a:lnTo>
                    <a:pt x="26327" y="405"/>
                  </a:lnTo>
                  <a:lnTo>
                    <a:pt x="24910" y="279"/>
                  </a:lnTo>
                  <a:lnTo>
                    <a:pt x="23430" y="190"/>
                  </a:lnTo>
                  <a:lnTo>
                    <a:pt x="21899" y="102"/>
                  </a:lnTo>
                  <a:lnTo>
                    <a:pt x="20343" y="51"/>
                  </a:lnTo>
                  <a:lnTo>
                    <a:pt x="18762" y="13"/>
                  </a:lnTo>
                  <a:lnTo>
                    <a:pt x="17180" y="0"/>
                  </a:lnTo>
                  <a:close/>
                </a:path>
              </a:pathLst>
            </a:custGeom>
            <a:solidFill>
              <a:srgbClr val="94AE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3265500" y="2174025"/>
              <a:ext cx="115800" cy="75925"/>
            </a:xfrm>
            <a:custGeom>
              <a:rect b="b" l="l" r="r" t="t"/>
              <a:pathLst>
                <a:path extrusionOk="0" h="3037" w="4632">
                  <a:moveTo>
                    <a:pt x="798" y="0"/>
                  </a:moveTo>
                  <a:lnTo>
                    <a:pt x="671" y="38"/>
                  </a:lnTo>
                  <a:lnTo>
                    <a:pt x="558" y="89"/>
                  </a:lnTo>
                  <a:lnTo>
                    <a:pt x="469" y="140"/>
                  </a:lnTo>
                  <a:lnTo>
                    <a:pt x="368" y="203"/>
                  </a:lnTo>
                  <a:lnTo>
                    <a:pt x="292" y="266"/>
                  </a:lnTo>
                  <a:lnTo>
                    <a:pt x="229" y="329"/>
                  </a:lnTo>
                  <a:lnTo>
                    <a:pt x="165" y="393"/>
                  </a:lnTo>
                  <a:lnTo>
                    <a:pt x="127" y="468"/>
                  </a:lnTo>
                  <a:lnTo>
                    <a:pt x="77" y="544"/>
                  </a:lnTo>
                  <a:lnTo>
                    <a:pt x="52" y="608"/>
                  </a:lnTo>
                  <a:lnTo>
                    <a:pt x="14" y="772"/>
                  </a:lnTo>
                  <a:lnTo>
                    <a:pt x="1" y="924"/>
                  </a:lnTo>
                  <a:lnTo>
                    <a:pt x="1" y="1076"/>
                  </a:lnTo>
                  <a:lnTo>
                    <a:pt x="26" y="1215"/>
                  </a:lnTo>
                  <a:lnTo>
                    <a:pt x="64" y="1354"/>
                  </a:lnTo>
                  <a:lnTo>
                    <a:pt x="102" y="1481"/>
                  </a:lnTo>
                  <a:lnTo>
                    <a:pt x="140" y="1594"/>
                  </a:lnTo>
                  <a:lnTo>
                    <a:pt x="229" y="1759"/>
                  </a:lnTo>
                  <a:lnTo>
                    <a:pt x="254" y="1822"/>
                  </a:lnTo>
                  <a:lnTo>
                    <a:pt x="444" y="1784"/>
                  </a:lnTo>
                  <a:lnTo>
                    <a:pt x="621" y="1771"/>
                  </a:lnTo>
                  <a:lnTo>
                    <a:pt x="975" y="1746"/>
                  </a:lnTo>
                  <a:lnTo>
                    <a:pt x="1329" y="1759"/>
                  </a:lnTo>
                  <a:lnTo>
                    <a:pt x="1671" y="1784"/>
                  </a:lnTo>
                  <a:lnTo>
                    <a:pt x="2000" y="1835"/>
                  </a:lnTo>
                  <a:lnTo>
                    <a:pt x="2316" y="1911"/>
                  </a:lnTo>
                  <a:lnTo>
                    <a:pt x="2620" y="1999"/>
                  </a:lnTo>
                  <a:lnTo>
                    <a:pt x="2911" y="2100"/>
                  </a:lnTo>
                  <a:lnTo>
                    <a:pt x="3189" y="2202"/>
                  </a:lnTo>
                  <a:lnTo>
                    <a:pt x="3455" y="2328"/>
                  </a:lnTo>
                  <a:lnTo>
                    <a:pt x="3695" y="2442"/>
                  </a:lnTo>
                  <a:lnTo>
                    <a:pt x="3923" y="2568"/>
                  </a:lnTo>
                  <a:lnTo>
                    <a:pt x="4125" y="2695"/>
                  </a:lnTo>
                  <a:lnTo>
                    <a:pt x="4315" y="2809"/>
                  </a:lnTo>
                  <a:lnTo>
                    <a:pt x="4631" y="3037"/>
                  </a:lnTo>
                  <a:lnTo>
                    <a:pt x="4631" y="1038"/>
                  </a:lnTo>
                  <a:lnTo>
                    <a:pt x="4353" y="899"/>
                  </a:lnTo>
                  <a:lnTo>
                    <a:pt x="4049" y="772"/>
                  </a:lnTo>
                  <a:lnTo>
                    <a:pt x="3733" y="646"/>
                  </a:lnTo>
                  <a:lnTo>
                    <a:pt x="3417" y="544"/>
                  </a:lnTo>
                  <a:lnTo>
                    <a:pt x="3100" y="443"/>
                  </a:lnTo>
                  <a:lnTo>
                    <a:pt x="2784" y="367"/>
                  </a:lnTo>
                  <a:lnTo>
                    <a:pt x="2164" y="228"/>
                  </a:lnTo>
                  <a:lnTo>
                    <a:pt x="1633" y="127"/>
                  </a:lnTo>
                  <a:lnTo>
                    <a:pt x="1190" y="51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032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3240850" y="2174025"/>
              <a:ext cx="153400" cy="175225"/>
            </a:xfrm>
            <a:custGeom>
              <a:rect b="b" l="l" r="r" t="t"/>
              <a:pathLst>
                <a:path extrusionOk="0" h="7009" w="6136">
                  <a:moveTo>
                    <a:pt x="1784" y="0"/>
                  </a:moveTo>
                  <a:lnTo>
                    <a:pt x="1683" y="13"/>
                  </a:lnTo>
                  <a:lnTo>
                    <a:pt x="1569" y="26"/>
                  </a:lnTo>
                  <a:lnTo>
                    <a:pt x="1417" y="64"/>
                  </a:lnTo>
                  <a:lnTo>
                    <a:pt x="1253" y="114"/>
                  </a:lnTo>
                  <a:lnTo>
                    <a:pt x="1063" y="177"/>
                  </a:lnTo>
                  <a:lnTo>
                    <a:pt x="873" y="266"/>
                  </a:lnTo>
                  <a:lnTo>
                    <a:pt x="683" y="380"/>
                  </a:lnTo>
                  <a:lnTo>
                    <a:pt x="582" y="456"/>
                  </a:lnTo>
                  <a:lnTo>
                    <a:pt x="494" y="532"/>
                  </a:lnTo>
                  <a:lnTo>
                    <a:pt x="405" y="608"/>
                  </a:lnTo>
                  <a:lnTo>
                    <a:pt x="329" y="696"/>
                  </a:lnTo>
                  <a:lnTo>
                    <a:pt x="253" y="797"/>
                  </a:lnTo>
                  <a:lnTo>
                    <a:pt x="190" y="911"/>
                  </a:lnTo>
                  <a:lnTo>
                    <a:pt x="127" y="1025"/>
                  </a:lnTo>
                  <a:lnTo>
                    <a:pt x="76" y="1152"/>
                  </a:lnTo>
                  <a:lnTo>
                    <a:pt x="38" y="1291"/>
                  </a:lnTo>
                  <a:lnTo>
                    <a:pt x="13" y="1443"/>
                  </a:lnTo>
                  <a:lnTo>
                    <a:pt x="0" y="1607"/>
                  </a:lnTo>
                  <a:lnTo>
                    <a:pt x="0" y="1771"/>
                  </a:lnTo>
                  <a:lnTo>
                    <a:pt x="13" y="1961"/>
                  </a:lnTo>
                  <a:lnTo>
                    <a:pt x="51" y="2151"/>
                  </a:lnTo>
                  <a:lnTo>
                    <a:pt x="89" y="2353"/>
                  </a:lnTo>
                  <a:lnTo>
                    <a:pt x="165" y="2581"/>
                  </a:lnTo>
                  <a:lnTo>
                    <a:pt x="241" y="2796"/>
                  </a:lnTo>
                  <a:lnTo>
                    <a:pt x="342" y="2999"/>
                  </a:lnTo>
                  <a:lnTo>
                    <a:pt x="456" y="3188"/>
                  </a:lnTo>
                  <a:lnTo>
                    <a:pt x="582" y="3365"/>
                  </a:lnTo>
                  <a:lnTo>
                    <a:pt x="721" y="3530"/>
                  </a:lnTo>
                  <a:lnTo>
                    <a:pt x="886" y="3694"/>
                  </a:lnTo>
                  <a:lnTo>
                    <a:pt x="1050" y="3834"/>
                  </a:lnTo>
                  <a:lnTo>
                    <a:pt x="1227" y="3973"/>
                  </a:lnTo>
                  <a:lnTo>
                    <a:pt x="1417" y="4099"/>
                  </a:lnTo>
                  <a:lnTo>
                    <a:pt x="1607" y="4213"/>
                  </a:lnTo>
                  <a:lnTo>
                    <a:pt x="1809" y="4327"/>
                  </a:lnTo>
                  <a:lnTo>
                    <a:pt x="2024" y="4441"/>
                  </a:lnTo>
                  <a:lnTo>
                    <a:pt x="2454" y="4643"/>
                  </a:lnTo>
                  <a:lnTo>
                    <a:pt x="2910" y="4846"/>
                  </a:lnTo>
                  <a:lnTo>
                    <a:pt x="3365" y="5035"/>
                  </a:lnTo>
                  <a:lnTo>
                    <a:pt x="3833" y="5238"/>
                  </a:lnTo>
                  <a:lnTo>
                    <a:pt x="4276" y="5453"/>
                  </a:lnTo>
                  <a:lnTo>
                    <a:pt x="4504" y="5567"/>
                  </a:lnTo>
                  <a:lnTo>
                    <a:pt x="4719" y="5693"/>
                  </a:lnTo>
                  <a:lnTo>
                    <a:pt x="4921" y="5820"/>
                  </a:lnTo>
                  <a:lnTo>
                    <a:pt x="5124" y="5959"/>
                  </a:lnTo>
                  <a:lnTo>
                    <a:pt x="5314" y="6098"/>
                  </a:lnTo>
                  <a:lnTo>
                    <a:pt x="5503" y="6263"/>
                  </a:lnTo>
                  <a:lnTo>
                    <a:pt x="5680" y="6427"/>
                  </a:lnTo>
                  <a:lnTo>
                    <a:pt x="5845" y="6604"/>
                  </a:lnTo>
                  <a:lnTo>
                    <a:pt x="5997" y="6794"/>
                  </a:lnTo>
                  <a:lnTo>
                    <a:pt x="6136" y="7009"/>
                  </a:lnTo>
                  <a:lnTo>
                    <a:pt x="5971" y="4049"/>
                  </a:lnTo>
                  <a:lnTo>
                    <a:pt x="5693" y="3909"/>
                  </a:lnTo>
                  <a:lnTo>
                    <a:pt x="4985" y="3543"/>
                  </a:lnTo>
                  <a:lnTo>
                    <a:pt x="4529" y="3302"/>
                  </a:lnTo>
                  <a:lnTo>
                    <a:pt x="4023" y="3011"/>
                  </a:lnTo>
                  <a:lnTo>
                    <a:pt x="3505" y="2708"/>
                  </a:lnTo>
                  <a:lnTo>
                    <a:pt x="2998" y="2379"/>
                  </a:lnTo>
                  <a:lnTo>
                    <a:pt x="2505" y="2037"/>
                  </a:lnTo>
                  <a:lnTo>
                    <a:pt x="2277" y="1873"/>
                  </a:lnTo>
                  <a:lnTo>
                    <a:pt x="2075" y="1696"/>
                  </a:lnTo>
                  <a:lnTo>
                    <a:pt x="1885" y="1531"/>
                  </a:lnTo>
                  <a:lnTo>
                    <a:pt x="1708" y="1354"/>
                  </a:lnTo>
                  <a:lnTo>
                    <a:pt x="1569" y="1190"/>
                  </a:lnTo>
                  <a:lnTo>
                    <a:pt x="1442" y="1038"/>
                  </a:lnTo>
                  <a:lnTo>
                    <a:pt x="1354" y="873"/>
                  </a:lnTo>
                  <a:lnTo>
                    <a:pt x="1303" y="721"/>
                  </a:lnTo>
                  <a:lnTo>
                    <a:pt x="1278" y="658"/>
                  </a:lnTo>
                  <a:lnTo>
                    <a:pt x="1278" y="582"/>
                  </a:lnTo>
                  <a:lnTo>
                    <a:pt x="1278" y="519"/>
                  </a:lnTo>
                  <a:lnTo>
                    <a:pt x="1291" y="443"/>
                  </a:lnTo>
                  <a:lnTo>
                    <a:pt x="1316" y="380"/>
                  </a:lnTo>
                  <a:lnTo>
                    <a:pt x="1341" y="317"/>
                  </a:lnTo>
                  <a:lnTo>
                    <a:pt x="1392" y="253"/>
                  </a:lnTo>
                  <a:lnTo>
                    <a:pt x="1442" y="203"/>
                  </a:lnTo>
                  <a:lnTo>
                    <a:pt x="1518" y="152"/>
                  </a:lnTo>
                  <a:lnTo>
                    <a:pt x="1594" y="89"/>
                  </a:lnTo>
                  <a:lnTo>
                    <a:pt x="1683" y="51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4236150" y="2174025"/>
              <a:ext cx="116100" cy="75925"/>
            </a:xfrm>
            <a:custGeom>
              <a:rect b="b" l="l" r="r" t="t"/>
              <a:pathLst>
                <a:path extrusionOk="0" h="3037" w="4644">
                  <a:moveTo>
                    <a:pt x="3834" y="0"/>
                  </a:moveTo>
                  <a:lnTo>
                    <a:pt x="3442" y="51"/>
                  </a:lnTo>
                  <a:lnTo>
                    <a:pt x="3012" y="127"/>
                  </a:lnTo>
                  <a:lnTo>
                    <a:pt x="2468" y="228"/>
                  </a:lnTo>
                  <a:lnTo>
                    <a:pt x="1860" y="367"/>
                  </a:lnTo>
                  <a:lnTo>
                    <a:pt x="1544" y="443"/>
                  </a:lnTo>
                  <a:lnTo>
                    <a:pt x="1215" y="544"/>
                  </a:lnTo>
                  <a:lnTo>
                    <a:pt x="899" y="646"/>
                  </a:lnTo>
                  <a:lnTo>
                    <a:pt x="595" y="772"/>
                  </a:lnTo>
                  <a:lnTo>
                    <a:pt x="292" y="899"/>
                  </a:lnTo>
                  <a:lnTo>
                    <a:pt x="1" y="1038"/>
                  </a:lnTo>
                  <a:lnTo>
                    <a:pt x="1" y="3037"/>
                  </a:lnTo>
                  <a:lnTo>
                    <a:pt x="317" y="2809"/>
                  </a:lnTo>
                  <a:lnTo>
                    <a:pt x="507" y="2695"/>
                  </a:lnTo>
                  <a:lnTo>
                    <a:pt x="709" y="2568"/>
                  </a:lnTo>
                  <a:lnTo>
                    <a:pt x="937" y="2442"/>
                  </a:lnTo>
                  <a:lnTo>
                    <a:pt x="1190" y="2328"/>
                  </a:lnTo>
                  <a:lnTo>
                    <a:pt x="1443" y="2202"/>
                  </a:lnTo>
                  <a:lnTo>
                    <a:pt x="1721" y="2100"/>
                  </a:lnTo>
                  <a:lnTo>
                    <a:pt x="2012" y="1999"/>
                  </a:lnTo>
                  <a:lnTo>
                    <a:pt x="2328" y="1911"/>
                  </a:lnTo>
                  <a:lnTo>
                    <a:pt x="2645" y="1835"/>
                  </a:lnTo>
                  <a:lnTo>
                    <a:pt x="2974" y="1784"/>
                  </a:lnTo>
                  <a:lnTo>
                    <a:pt x="3315" y="1759"/>
                  </a:lnTo>
                  <a:lnTo>
                    <a:pt x="3657" y="1746"/>
                  </a:lnTo>
                  <a:lnTo>
                    <a:pt x="4011" y="1771"/>
                  </a:lnTo>
                  <a:lnTo>
                    <a:pt x="4201" y="1784"/>
                  </a:lnTo>
                  <a:lnTo>
                    <a:pt x="4378" y="1822"/>
                  </a:lnTo>
                  <a:lnTo>
                    <a:pt x="4416" y="1759"/>
                  </a:lnTo>
                  <a:lnTo>
                    <a:pt x="4492" y="1594"/>
                  </a:lnTo>
                  <a:lnTo>
                    <a:pt x="4542" y="1481"/>
                  </a:lnTo>
                  <a:lnTo>
                    <a:pt x="4580" y="1354"/>
                  </a:lnTo>
                  <a:lnTo>
                    <a:pt x="4618" y="1215"/>
                  </a:lnTo>
                  <a:lnTo>
                    <a:pt x="4631" y="1076"/>
                  </a:lnTo>
                  <a:lnTo>
                    <a:pt x="4643" y="924"/>
                  </a:lnTo>
                  <a:lnTo>
                    <a:pt x="4631" y="772"/>
                  </a:lnTo>
                  <a:lnTo>
                    <a:pt x="4580" y="608"/>
                  </a:lnTo>
                  <a:lnTo>
                    <a:pt x="4555" y="544"/>
                  </a:lnTo>
                  <a:lnTo>
                    <a:pt x="4517" y="468"/>
                  </a:lnTo>
                  <a:lnTo>
                    <a:pt x="4466" y="393"/>
                  </a:lnTo>
                  <a:lnTo>
                    <a:pt x="4403" y="329"/>
                  </a:lnTo>
                  <a:lnTo>
                    <a:pt x="4340" y="266"/>
                  </a:lnTo>
                  <a:lnTo>
                    <a:pt x="4264" y="203"/>
                  </a:lnTo>
                  <a:lnTo>
                    <a:pt x="4175" y="140"/>
                  </a:lnTo>
                  <a:lnTo>
                    <a:pt x="4074" y="89"/>
                  </a:lnTo>
                  <a:lnTo>
                    <a:pt x="3960" y="38"/>
                  </a:lnTo>
                  <a:lnTo>
                    <a:pt x="3834" y="0"/>
                  </a:lnTo>
                  <a:close/>
                </a:path>
              </a:pathLst>
            </a:custGeom>
            <a:solidFill>
              <a:srgbClr val="032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4223500" y="2174025"/>
              <a:ext cx="153100" cy="175225"/>
            </a:xfrm>
            <a:custGeom>
              <a:rect b="b" l="l" r="r" t="t"/>
              <a:pathLst>
                <a:path extrusionOk="0" h="7009" w="6124">
                  <a:moveTo>
                    <a:pt x="4340" y="0"/>
                  </a:moveTo>
                  <a:lnTo>
                    <a:pt x="4441" y="51"/>
                  </a:lnTo>
                  <a:lnTo>
                    <a:pt x="4542" y="89"/>
                  </a:lnTo>
                  <a:lnTo>
                    <a:pt x="4618" y="152"/>
                  </a:lnTo>
                  <a:lnTo>
                    <a:pt x="4681" y="203"/>
                  </a:lnTo>
                  <a:lnTo>
                    <a:pt x="4745" y="253"/>
                  </a:lnTo>
                  <a:lnTo>
                    <a:pt x="4783" y="317"/>
                  </a:lnTo>
                  <a:lnTo>
                    <a:pt x="4821" y="380"/>
                  </a:lnTo>
                  <a:lnTo>
                    <a:pt x="4833" y="443"/>
                  </a:lnTo>
                  <a:lnTo>
                    <a:pt x="4846" y="519"/>
                  </a:lnTo>
                  <a:lnTo>
                    <a:pt x="4859" y="582"/>
                  </a:lnTo>
                  <a:lnTo>
                    <a:pt x="4846" y="658"/>
                  </a:lnTo>
                  <a:lnTo>
                    <a:pt x="4833" y="721"/>
                  </a:lnTo>
                  <a:lnTo>
                    <a:pt x="4770" y="873"/>
                  </a:lnTo>
                  <a:lnTo>
                    <a:pt x="4681" y="1038"/>
                  </a:lnTo>
                  <a:lnTo>
                    <a:pt x="4568" y="1190"/>
                  </a:lnTo>
                  <a:lnTo>
                    <a:pt x="4416" y="1354"/>
                  </a:lnTo>
                  <a:lnTo>
                    <a:pt x="4251" y="1531"/>
                  </a:lnTo>
                  <a:lnTo>
                    <a:pt x="4061" y="1696"/>
                  </a:lnTo>
                  <a:lnTo>
                    <a:pt x="3846" y="1873"/>
                  </a:lnTo>
                  <a:lnTo>
                    <a:pt x="3619" y="2037"/>
                  </a:lnTo>
                  <a:lnTo>
                    <a:pt x="3138" y="2379"/>
                  </a:lnTo>
                  <a:lnTo>
                    <a:pt x="2619" y="2708"/>
                  </a:lnTo>
                  <a:lnTo>
                    <a:pt x="2101" y="3011"/>
                  </a:lnTo>
                  <a:lnTo>
                    <a:pt x="1607" y="3302"/>
                  </a:lnTo>
                  <a:lnTo>
                    <a:pt x="1139" y="3543"/>
                  </a:lnTo>
                  <a:lnTo>
                    <a:pt x="431" y="3909"/>
                  </a:lnTo>
                  <a:lnTo>
                    <a:pt x="165" y="4049"/>
                  </a:lnTo>
                  <a:lnTo>
                    <a:pt x="1" y="7009"/>
                  </a:lnTo>
                  <a:lnTo>
                    <a:pt x="140" y="6794"/>
                  </a:lnTo>
                  <a:lnTo>
                    <a:pt x="292" y="6604"/>
                  </a:lnTo>
                  <a:lnTo>
                    <a:pt x="456" y="6427"/>
                  </a:lnTo>
                  <a:lnTo>
                    <a:pt x="620" y="6263"/>
                  </a:lnTo>
                  <a:lnTo>
                    <a:pt x="810" y="6098"/>
                  </a:lnTo>
                  <a:lnTo>
                    <a:pt x="1000" y="5959"/>
                  </a:lnTo>
                  <a:lnTo>
                    <a:pt x="1202" y="5820"/>
                  </a:lnTo>
                  <a:lnTo>
                    <a:pt x="1417" y="5693"/>
                  </a:lnTo>
                  <a:lnTo>
                    <a:pt x="1633" y="5567"/>
                  </a:lnTo>
                  <a:lnTo>
                    <a:pt x="1848" y="5453"/>
                  </a:lnTo>
                  <a:lnTo>
                    <a:pt x="2303" y="5238"/>
                  </a:lnTo>
                  <a:lnTo>
                    <a:pt x="2758" y="5035"/>
                  </a:lnTo>
                  <a:lnTo>
                    <a:pt x="3214" y="4846"/>
                  </a:lnTo>
                  <a:lnTo>
                    <a:pt x="3669" y="4643"/>
                  </a:lnTo>
                  <a:lnTo>
                    <a:pt x="4112" y="4441"/>
                  </a:lnTo>
                  <a:lnTo>
                    <a:pt x="4315" y="4327"/>
                  </a:lnTo>
                  <a:lnTo>
                    <a:pt x="4517" y="4213"/>
                  </a:lnTo>
                  <a:lnTo>
                    <a:pt x="4719" y="4099"/>
                  </a:lnTo>
                  <a:lnTo>
                    <a:pt x="4896" y="3973"/>
                  </a:lnTo>
                  <a:lnTo>
                    <a:pt x="5086" y="3834"/>
                  </a:lnTo>
                  <a:lnTo>
                    <a:pt x="5251" y="3694"/>
                  </a:lnTo>
                  <a:lnTo>
                    <a:pt x="5402" y="3530"/>
                  </a:lnTo>
                  <a:lnTo>
                    <a:pt x="5542" y="3365"/>
                  </a:lnTo>
                  <a:lnTo>
                    <a:pt x="5668" y="3188"/>
                  </a:lnTo>
                  <a:lnTo>
                    <a:pt x="5795" y="2999"/>
                  </a:lnTo>
                  <a:lnTo>
                    <a:pt x="5883" y="2796"/>
                  </a:lnTo>
                  <a:lnTo>
                    <a:pt x="5972" y="2581"/>
                  </a:lnTo>
                  <a:lnTo>
                    <a:pt x="6035" y="2353"/>
                  </a:lnTo>
                  <a:lnTo>
                    <a:pt x="6086" y="2151"/>
                  </a:lnTo>
                  <a:lnTo>
                    <a:pt x="6111" y="1961"/>
                  </a:lnTo>
                  <a:lnTo>
                    <a:pt x="6124" y="1771"/>
                  </a:lnTo>
                  <a:lnTo>
                    <a:pt x="6124" y="1607"/>
                  </a:lnTo>
                  <a:lnTo>
                    <a:pt x="6111" y="1443"/>
                  </a:lnTo>
                  <a:lnTo>
                    <a:pt x="6086" y="1291"/>
                  </a:lnTo>
                  <a:lnTo>
                    <a:pt x="6048" y="1152"/>
                  </a:lnTo>
                  <a:lnTo>
                    <a:pt x="5997" y="1025"/>
                  </a:lnTo>
                  <a:lnTo>
                    <a:pt x="5946" y="911"/>
                  </a:lnTo>
                  <a:lnTo>
                    <a:pt x="5871" y="797"/>
                  </a:lnTo>
                  <a:lnTo>
                    <a:pt x="5795" y="696"/>
                  </a:lnTo>
                  <a:lnTo>
                    <a:pt x="5719" y="608"/>
                  </a:lnTo>
                  <a:lnTo>
                    <a:pt x="5630" y="532"/>
                  </a:lnTo>
                  <a:lnTo>
                    <a:pt x="5542" y="456"/>
                  </a:lnTo>
                  <a:lnTo>
                    <a:pt x="5453" y="380"/>
                  </a:lnTo>
                  <a:lnTo>
                    <a:pt x="5263" y="266"/>
                  </a:lnTo>
                  <a:lnTo>
                    <a:pt x="5061" y="177"/>
                  </a:lnTo>
                  <a:lnTo>
                    <a:pt x="4871" y="114"/>
                  </a:lnTo>
                  <a:lnTo>
                    <a:pt x="4707" y="64"/>
                  </a:lnTo>
                  <a:lnTo>
                    <a:pt x="4555" y="26"/>
                  </a:lnTo>
                  <a:lnTo>
                    <a:pt x="4441" y="13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3430925" y="2129750"/>
              <a:ext cx="755925" cy="75600"/>
            </a:xfrm>
            <a:custGeom>
              <a:rect b="b" l="l" r="r" t="t"/>
              <a:pathLst>
                <a:path extrusionOk="0" h="3024" w="30237">
                  <a:moveTo>
                    <a:pt x="15118" y="0"/>
                  </a:moveTo>
                  <a:lnTo>
                    <a:pt x="13790" y="13"/>
                  </a:lnTo>
                  <a:lnTo>
                    <a:pt x="12499" y="38"/>
                  </a:lnTo>
                  <a:lnTo>
                    <a:pt x="11234" y="76"/>
                  </a:lnTo>
                  <a:lnTo>
                    <a:pt x="10007" y="127"/>
                  </a:lnTo>
                  <a:lnTo>
                    <a:pt x="8831" y="190"/>
                  </a:lnTo>
                  <a:lnTo>
                    <a:pt x="7705" y="279"/>
                  </a:lnTo>
                  <a:lnTo>
                    <a:pt x="6617" y="367"/>
                  </a:lnTo>
                  <a:lnTo>
                    <a:pt x="5605" y="468"/>
                  </a:lnTo>
                  <a:lnTo>
                    <a:pt x="4643" y="595"/>
                  </a:lnTo>
                  <a:lnTo>
                    <a:pt x="3745" y="721"/>
                  </a:lnTo>
                  <a:lnTo>
                    <a:pt x="2923" y="848"/>
                  </a:lnTo>
                  <a:lnTo>
                    <a:pt x="2164" y="1000"/>
                  </a:lnTo>
                  <a:lnTo>
                    <a:pt x="1493" y="1151"/>
                  </a:lnTo>
                  <a:lnTo>
                    <a:pt x="911" y="1316"/>
                  </a:lnTo>
                  <a:lnTo>
                    <a:pt x="646" y="1404"/>
                  </a:lnTo>
                  <a:lnTo>
                    <a:pt x="405" y="1493"/>
                  </a:lnTo>
                  <a:lnTo>
                    <a:pt x="190" y="1582"/>
                  </a:lnTo>
                  <a:lnTo>
                    <a:pt x="0" y="1670"/>
                  </a:lnTo>
                  <a:lnTo>
                    <a:pt x="544" y="1809"/>
                  </a:lnTo>
                  <a:lnTo>
                    <a:pt x="1139" y="1948"/>
                  </a:lnTo>
                  <a:lnTo>
                    <a:pt x="1797" y="2075"/>
                  </a:lnTo>
                  <a:lnTo>
                    <a:pt x="2518" y="2201"/>
                  </a:lnTo>
                  <a:lnTo>
                    <a:pt x="3302" y="2315"/>
                  </a:lnTo>
                  <a:lnTo>
                    <a:pt x="4125" y="2429"/>
                  </a:lnTo>
                  <a:lnTo>
                    <a:pt x="5010" y="2530"/>
                  </a:lnTo>
                  <a:lnTo>
                    <a:pt x="5946" y="2632"/>
                  </a:lnTo>
                  <a:lnTo>
                    <a:pt x="6933" y="2708"/>
                  </a:lnTo>
                  <a:lnTo>
                    <a:pt x="7970" y="2796"/>
                  </a:lnTo>
                  <a:lnTo>
                    <a:pt x="9058" y="2859"/>
                  </a:lnTo>
                  <a:lnTo>
                    <a:pt x="10184" y="2910"/>
                  </a:lnTo>
                  <a:lnTo>
                    <a:pt x="11361" y="2961"/>
                  </a:lnTo>
                  <a:lnTo>
                    <a:pt x="12575" y="2998"/>
                  </a:lnTo>
                  <a:lnTo>
                    <a:pt x="13828" y="3011"/>
                  </a:lnTo>
                  <a:lnTo>
                    <a:pt x="15118" y="3024"/>
                  </a:lnTo>
                  <a:lnTo>
                    <a:pt x="16409" y="3011"/>
                  </a:lnTo>
                  <a:lnTo>
                    <a:pt x="17661" y="2998"/>
                  </a:lnTo>
                  <a:lnTo>
                    <a:pt x="18876" y="2961"/>
                  </a:lnTo>
                  <a:lnTo>
                    <a:pt x="20052" y="2910"/>
                  </a:lnTo>
                  <a:lnTo>
                    <a:pt x="21178" y="2859"/>
                  </a:lnTo>
                  <a:lnTo>
                    <a:pt x="22266" y="2796"/>
                  </a:lnTo>
                  <a:lnTo>
                    <a:pt x="23303" y="2708"/>
                  </a:lnTo>
                  <a:lnTo>
                    <a:pt x="24290" y="2632"/>
                  </a:lnTo>
                  <a:lnTo>
                    <a:pt x="25226" y="2530"/>
                  </a:lnTo>
                  <a:lnTo>
                    <a:pt x="26112" y="2429"/>
                  </a:lnTo>
                  <a:lnTo>
                    <a:pt x="26947" y="2315"/>
                  </a:lnTo>
                  <a:lnTo>
                    <a:pt x="27719" y="2201"/>
                  </a:lnTo>
                  <a:lnTo>
                    <a:pt x="28440" y="2075"/>
                  </a:lnTo>
                  <a:lnTo>
                    <a:pt x="29097" y="1948"/>
                  </a:lnTo>
                  <a:lnTo>
                    <a:pt x="29705" y="1809"/>
                  </a:lnTo>
                  <a:lnTo>
                    <a:pt x="30236" y="1670"/>
                  </a:lnTo>
                  <a:lnTo>
                    <a:pt x="30046" y="1582"/>
                  </a:lnTo>
                  <a:lnTo>
                    <a:pt x="29831" y="1493"/>
                  </a:lnTo>
                  <a:lnTo>
                    <a:pt x="29591" y="1404"/>
                  </a:lnTo>
                  <a:lnTo>
                    <a:pt x="29325" y="1316"/>
                  </a:lnTo>
                  <a:lnTo>
                    <a:pt x="28743" y="1151"/>
                  </a:lnTo>
                  <a:lnTo>
                    <a:pt x="28073" y="1000"/>
                  </a:lnTo>
                  <a:lnTo>
                    <a:pt x="27314" y="848"/>
                  </a:lnTo>
                  <a:lnTo>
                    <a:pt x="26491" y="721"/>
                  </a:lnTo>
                  <a:lnTo>
                    <a:pt x="25593" y="595"/>
                  </a:lnTo>
                  <a:lnTo>
                    <a:pt x="24632" y="468"/>
                  </a:lnTo>
                  <a:lnTo>
                    <a:pt x="23620" y="367"/>
                  </a:lnTo>
                  <a:lnTo>
                    <a:pt x="22532" y="279"/>
                  </a:lnTo>
                  <a:lnTo>
                    <a:pt x="21406" y="190"/>
                  </a:lnTo>
                  <a:lnTo>
                    <a:pt x="20229" y="127"/>
                  </a:lnTo>
                  <a:lnTo>
                    <a:pt x="19002" y="76"/>
                  </a:lnTo>
                  <a:lnTo>
                    <a:pt x="17737" y="38"/>
                  </a:lnTo>
                  <a:lnTo>
                    <a:pt x="16447" y="13"/>
                  </a:lnTo>
                  <a:lnTo>
                    <a:pt x="151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406250" y="2700925"/>
              <a:ext cx="794200" cy="120525"/>
            </a:xfrm>
            <a:custGeom>
              <a:rect b="b" l="l" r="r" t="t"/>
              <a:pathLst>
                <a:path extrusionOk="0" h="4821" w="31768">
                  <a:moveTo>
                    <a:pt x="1" y="1"/>
                  </a:moveTo>
                  <a:lnTo>
                    <a:pt x="431" y="292"/>
                  </a:lnTo>
                  <a:lnTo>
                    <a:pt x="886" y="570"/>
                  </a:lnTo>
                  <a:lnTo>
                    <a:pt x="1329" y="836"/>
                  </a:lnTo>
                  <a:lnTo>
                    <a:pt x="1784" y="1089"/>
                  </a:lnTo>
                  <a:lnTo>
                    <a:pt x="2252" y="1342"/>
                  </a:lnTo>
                  <a:lnTo>
                    <a:pt x="2721" y="1570"/>
                  </a:lnTo>
                  <a:lnTo>
                    <a:pt x="3189" y="1810"/>
                  </a:lnTo>
                  <a:lnTo>
                    <a:pt x="3669" y="2025"/>
                  </a:lnTo>
                  <a:lnTo>
                    <a:pt x="4150" y="2240"/>
                  </a:lnTo>
                  <a:lnTo>
                    <a:pt x="4631" y="2442"/>
                  </a:lnTo>
                  <a:lnTo>
                    <a:pt x="5124" y="2632"/>
                  </a:lnTo>
                  <a:lnTo>
                    <a:pt x="5605" y="2822"/>
                  </a:lnTo>
                  <a:lnTo>
                    <a:pt x="6111" y="2999"/>
                  </a:lnTo>
                  <a:lnTo>
                    <a:pt x="6604" y="3176"/>
                  </a:lnTo>
                  <a:lnTo>
                    <a:pt x="7604" y="3505"/>
                  </a:lnTo>
                  <a:lnTo>
                    <a:pt x="8110" y="3657"/>
                  </a:lnTo>
                  <a:lnTo>
                    <a:pt x="8616" y="3796"/>
                  </a:lnTo>
                  <a:lnTo>
                    <a:pt x="9122" y="3923"/>
                  </a:lnTo>
                  <a:lnTo>
                    <a:pt x="9641" y="4049"/>
                  </a:lnTo>
                  <a:lnTo>
                    <a:pt x="10147" y="4150"/>
                  </a:lnTo>
                  <a:lnTo>
                    <a:pt x="10665" y="4264"/>
                  </a:lnTo>
                  <a:lnTo>
                    <a:pt x="11184" y="4353"/>
                  </a:lnTo>
                  <a:lnTo>
                    <a:pt x="11703" y="4441"/>
                  </a:lnTo>
                  <a:lnTo>
                    <a:pt x="12221" y="4517"/>
                  </a:lnTo>
                  <a:lnTo>
                    <a:pt x="12753" y="4593"/>
                  </a:lnTo>
                  <a:lnTo>
                    <a:pt x="13271" y="4644"/>
                  </a:lnTo>
                  <a:lnTo>
                    <a:pt x="13803" y="4707"/>
                  </a:lnTo>
                  <a:lnTo>
                    <a:pt x="14321" y="4745"/>
                  </a:lnTo>
                  <a:lnTo>
                    <a:pt x="14853" y="4783"/>
                  </a:lnTo>
                  <a:lnTo>
                    <a:pt x="15371" y="4808"/>
                  </a:lnTo>
                  <a:lnTo>
                    <a:pt x="15903" y="4821"/>
                  </a:lnTo>
                  <a:lnTo>
                    <a:pt x="16434" y="4821"/>
                  </a:lnTo>
                  <a:lnTo>
                    <a:pt x="16953" y="4808"/>
                  </a:lnTo>
                  <a:lnTo>
                    <a:pt x="17484" y="4795"/>
                  </a:lnTo>
                  <a:lnTo>
                    <a:pt x="18016" y="4758"/>
                  </a:lnTo>
                  <a:lnTo>
                    <a:pt x="18534" y="4720"/>
                  </a:lnTo>
                  <a:lnTo>
                    <a:pt x="19066" y="4669"/>
                  </a:lnTo>
                  <a:lnTo>
                    <a:pt x="19584" y="4618"/>
                  </a:lnTo>
                  <a:lnTo>
                    <a:pt x="20116" y="4555"/>
                  </a:lnTo>
                  <a:lnTo>
                    <a:pt x="20634" y="4479"/>
                  </a:lnTo>
                  <a:lnTo>
                    <a:pt x="21153" y="4391"/>
                  </a:lnTo>
                  <a:lnTo>
                    <a:pt x="21672" y="4289"/>
                  </a:lnTo>
                  <a:lnTo>
                    <a:pt x="22190" y="4188"/>
                  </a:lnTo>
                  <a:lnTo>
                    <a:pt x="22696" y="4062"/>
                  </a:lnTo>
                  <a:lnTo>
                    <a:pt x="23215" y="3935"/>
                  </a:lnTo>
                  <a:lnTo>
                    <a:pt x="23721" y="3796"/>
                  </a:lnTo>
                  <a:lnTo>
                    <a:pt x="24227" y="3657"/>
                  </a:lnTo>
                  <a:lnTo>
                    <a:pt x="24733" y="3492"/>
                  </a:lnTo>
                  <a:lnTo>
                    <a:pt x="25227" y="3328"/>
                  </a:lnTo>
                  <a:lnTo>
                    <a:pt x="25720" y="3138"/>
                  </a:lnTo>
                  <a:lnTo>
                    <a:pt x="26213" y="2948"/>
                  </a:lnTo>
                  <a:lnTo>
                    <a:pt x="26707" y="2759"/>
                  </a:lnTo>
                  <a:lnTo>
                    <a:pt x="27187" y="2544"/>
                  </a:lnTo>
                  <a:lnTo>
                    <a:pt x="27668" y="2329"/>
                  </a:lnTo>
                  <a:lnTo>
                    <a:pt x="28136" y="2113"/>
                  </a:lnTo>
                  <a:lnTo>
                    <a:pt x="28604" y="1873"/>
                  </a:lnTo>
                  <a:lnTo>
                    <a:pt x="29072" y="1633"/>
                  </a:lnTo>
                  <a:lnTo>
                    <a:pt x="29540" y="1380"/>
                  </a:lnTo>
                  <a:lnTo>
                    <a:pt x="29996" y="1127"/>
                  </a:lnTo>
                  <a:lnTo>
                    <a:pt x="30439" y="861"/>
                  </a:lnTo>
                  <a:lnTo>
                    <a:pt x="30894" y="583"/>
                  </a:lnTo>
                  <a:lnTo>
                    <a:pt x="31324" y="292"/>
                  </a:lnTo>
                  <a:lnTo>
                    <a:pt x="31767" y="1"/>
                  </a:lnTo>
                  <a:lnTo>
                    <a:pt x="30844" y="507"/>
                  </a:lnTo>
                  <a:lnTo>
                    <a:pt x="29920" y="1000"/>
                  </a:lnTo>
                  <a:lnTo>
                    <a:pt x="29452" y="1228"/>
                  </a:lnTo>
                  <a:lnTo>
                    <a:pt x="28984" y="1456"/>
                  </a:lnTo>
                  <a:lnTo>
                    <a:pt x="28516" y="1671"/>
                  </a:lnTo>
                  <a:lnTo>
                    <a:pt x="28035" y="1873"/>
                  </a:lnTo>
                  <a:lnTo>
                    <a:pt x="27554" y="2088"/>
                  </a:lnTo>
                  <a:lnTo>
                    <a:pt x="27074" y="2291"/>
                  </a:lnTo>
                  <a:lnTo>
                    <a:pt x="26593" y="2468"/>
                  </a:lnTo>
                  <a:lnTo>
                    <a:pt x="26099" y="2645"/>
                  </a:lnTo>
                  <a:lnTo>
                    <a:pt x="25606" y="2809"/>
                  </a:lnTo>
                  <a:lnTo>
                    <a:pt x="25113" y="2974"/>
                  </a:lnTo>
                  <a:lnTo>
                    <a:pt x="24113" y="3265"/>
                  </a:lnTo>
                  <a:lnTo>
                    <a:pt x="23114" y="3518"/>
                  </a:lnTo>
                  <a:lnTo>
                    <a:pt x="22089" y="3745"/>
                  </a:lnTo>
                  <a:lnTo>
                    <a:pt x="21583" y="3847"/>
                  </a:lnTo>
                  <a:lnTo>
                    <a:pt x="21077" y="3935"/>
                  </a:lnTo>
                  <a:lnTo>
                    <a:pt x="20558" y="4011"/>
                  </a:lnTo>
                  <a:lnTo>
                    <a:pt x="20052" y="4087"/>
                  </a:lnTo>
                  <a:lnTo>
                    <a:pt x="19534" y="4138"/>
                  </a:lnTo>
                  <a:lnTo>
                    <a:pt x="19015" y="4188"/>
                  </a:lnTo>
                  <a:lnTo>
                    <a:pt x="18496" y="4239"/>
                  </a:lnTo>
                  <a:lnTo>
                    <a:pt x="17978" y="4264"/>
                  </a:lnTo>
                  <a:lnTo>
                    <a:pt x="17472" y="4289"/>
                  </a:lnTo>
                  <a:lnTo>
                    <a:pt x="16953" y="4302"/>
                  </a:lnTo>
                  <a:lnTo>
                    <a:pt x="16434" y="4315"/>
                  </a:lnTo>
                  <a:lnTo>
                    <a:pt x="15915" y="4302"/>
                  </a:lnTo>
                  <a:lnTo>
                    <a:pt x="15397" y="4289"/>
                  </a:lnTo>
                  <a:lnTo>
                    <a:pt x="14878" y="4277"/>
                  </a:lnTo>
                  <a:lnTo>
                    <a:pt x="14359" y="4252"/>
                  </a:lnTo>
                  <a:lnTo>
                    <a:pt x="13841" y="4214"/>
                  </a:lnTo>
                  <a:lnTo>
                    <a:pt x="13322" y="4163"/>
                  </a:lnTo>
                  <a:lnTo>
                    <a:pt x="12803" y="4112"/>
                  </a:lnTo>
                  <a:lnTo>
                    <a:pt x="12297" y="4049"/>
                  </a:lnTo>
                  <a:lnTo>
                    <a:pt x="11779" y="3973"/>
                  </a:lnTo>
                  <a:lnTo>
                    <a:pt x="11260" y="3897"/>
                  </a:lnTo>
                  <a:lnTo>
                    <a:pt x="10754" y="3809"/>
                  </a:lnTo>
                  <a:lnTo>
                    <a:pt x="10248" y="3708"/>
                  </a:lnTo>
                  <a:lnTo>
                    <a:pt x="9729" y="3606"/>
                  </a:lnTo>
                  <a:lnTo>
                    <a:pt x="9223" y="3492"/>
                  </a:lnTo>
                  <a:lnTo>
                    <a:pt x="8717" y="3379"/>
                  </a:lnTo>
                  <a:lnTo>
                    <a:pt x="7718" y="3126"/>
                  </a:lnTo>
                  <a:lnTo>
                    <a:pt x="7212" y="2986"/>
                  </a:lnTo>
                  <a:lnTo>
                    <a:pt x="6706" y="2835"/>
                  </a:lnTo>
                  <a:lnTo>
                    <a:pt x="6212" y="2683"/>
                  </a:lnTo>
                  <a:lnTo>
                    <a:pt x="5719" y="2518"/>
                  </a:lnTo>
                  <a:lnTo>
                    <a:pt x="5225" y="2341"/>
                  </a:lnTo>
                  <a:lnTo>
                    <a:pt x="4745" y="2164"/>
                  </a:lnTo>
                  <a:lnTo>
                    <a:pt x="3771" y="1797"/>
                  </a:lnTo>
                  <a:lnTo>
                    <a:pt x="3277" y="1595"/>
                  </a:lnTo>
                  <a:lnTo>
                    <a:pt x="2796" y="1392"/>
                  </a:lnTo>
                  <a:lnTo>
                    <a:pt x="2328" y="1190"/>
                  </a:lnTo>
                  <a:lnTo>
                    <a:pt x="1848" y="962"/>
                  </a:lnTo>
                  <a:lnTo>
                    <a:pt x="1380" y="735"/>
                  </a:lnTo>
                  <a:lnTo>
                    <a:pt x="912" y="507"/>
                  </a:lnTo>
                  <a:lnTo>
                    <a:pt x="456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29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3414150" y="2667100"/>
              <a:ext cx="21225" cy="12975"/>
            </a:xfrm>
            <a:custGeom>
              <a:rect b="b" l="l" r="r" t="t"/>
              <a:pathLst>
                <a:path extrusionOk="0" h="519" w="849">
                  <a:moveTo>
                    <a:pt x="431" y="0"/>
                  </a:moveTo>
                  <a:lnTo>
                    <a:pt x="317" y="13"/>
                  </a:lnTo>
                  <a:lnTo>
                    <a:pt x="267" y="25"/>
                  </a:lnTo>
                  <a:lnTo>
                    <a:pt x="216" y="51"/>
                  </a:lnTo>
                  <a:lnTo>
                    <a:pt x="165" y="89"/>
                  </a:lnTo>
                  <a:lnTo>
                    <a:pt x="115" y="127"/>
                  </a:lnTo>
                  <a:lnTo>
                    <a:pt x="52" y="190"/>
                  </a:lnTo>
                  <a:lnTo>
                    <a:pt x="1" y="253"/>
                  </a:lnTo>
                  <a:lnTo>
                    <a:pt x="52" y="329"/>
                  </a:lnTo>
                  <a:lnTo>
                    <a:pt x="115" y="380"/>
                  </a:lnTo>
                  <a:lnTo>
                    <a:pt x="165" y="430"/>
                  </a:lnTo>
                  <a:lnTo>
                    <a:pt x="216" y="456"/>
                  </a:lnTo>
                  <a:lnTo>
                    <a:pt x="267" y="481"/>
                  </a:lnTo>
                  <a:lnTo>
                    <a:pt x="317" y="494"/>
                  </a:lnTo>
                  <a:lnTo>
                    <a:pt x="431" y="519"/>
                  </a:lnTo>
                  <a:lnTo>
                    <a:pt x="532" y="494"/>
                  </a:lnTo>
                  <a:lnTo>
                    <a:pt x="583" y="481"/>
                  </a:lnTo>
                  <a:lnTo>
                    <a:pt x="633" y="456"/>
                  </a:lnTo>
                  <a:lnTo>
                    <a:pt x="697" y="430"/>
                  </a:lnTo>
                  <a:lnTo>
                    <a:pt x="747" y="380"/>
                  </a:lnTo>
                  <a:lnTo>
                    <a:pt x="798" y="329"/>
                  </a:lnTo>
                  <a:lnTo>
                    <a:pt x="849" y="253"/>
                  </a:lnTo>
                  <a:lnTo>
                    <a:pt x="798" y="190"/>
                  </a:lnTo>
                  <a:lnTo>
                    <a:pt x="747" y="127"/>
                  </a:lnTo>
                  <a:lnTo>
                    <a:pt x="697" y="89"/>
                  </a:lnTo>
                  <a:lnTo>
                    <a:pt x="633" y="51"/>
                  </a:lnTo>
                  <a:lnTo>
                    <a:pt x="583" y="25"/>
                  </a:lnTo>
                  <a:lnTo>
                    <a:pt x="532" y="13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0029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3414150" y="2640850"/>
              <a:ext cx="27875" cy="12975"/>
            </a:xfrm>
            <a:custGeom>
              <a:rect b="b" l="l" r="r" t="t"/>
              <a:pathLst>
                <a:path extrusionOk="0" h="519" w="1115">
                  <a:moveTo>
                    <a:pt x="558" y="0"/>
                  </a:moveTo>
                  <a:lnTo>
                    <a:pt x="418" y="25"/>
                  </a:lnTo>
                  <a:lnTo>
                    <a:pt x="355" y="38"/>
                  </a:lnTo>
                  <a:lnTo>
                    <a:pt x="279" y="63"/>
                  </a:lnTo>
                  <a:lnTo>
                    <a:pt x="216" y="101"/>
                  </a:lnTo>
                  <a:lnTo>
                    <a:pt x="140" y="139"/>
                  </a:lnTo>
                  <a:lnTo>
                    <a:pt x="77" y="190"/>
                  </a:lnTo>
                  <a:lnTo>
                    <a:pt x="1" y="266"/>
                  </a:lnTo>
                  <a:lnTo>
                    <a:pt x="77" y="329"/>
                  </a:lnTo>
                  <a:lnTo>
                    <a:pt x="140" y="392"/>
                  </a:lnTo>
                  <a:lnTo>
                    <a:pt x="216" y="430"/>
                  </a:lnTo>
                  <a:lnTo>
                    <a:pt x="279" y="468"/>
                  </a:lnTo>
                  <a:lnTo>
                    <a:pt x="355" y="494"/>
                  </a:lnTo>
                  <a:lnTo>
                    <a:pt x="418" y="506"/>
                  </a:lnTo>
                  <a:lnTo>
                    <a:pt x="558" y="519"/>
                  </a:lnTo>
                  <a:lnTo>
                    <a:pt x="697" y="506"/>
                  </a:lnTo>
                  <a:lnTo>
                    <a:pt x="773" y="494"/>
                  </a:lnTo>
                  <a:lnTo>
                    <a:pt x="836" y="468"/>
                  </a:lnTo>
                  <a:lnTo>
                    <a:pt x="912" y="430"/>
                  </a:lnTo>
                  <a:lnTo>
                    <a:pt x="975" y="392"/>
                  </a:lnTo>
                  <a:lnTo>
                    <a:pt x="1051" y="329"/>
                  </a:lnTo>
                  <a:lnTo>
                    <a:pt x="1114" y="266"/>
                  </a:lnTo>
                  <a:lnTo>
                    <a:pt x="1051" y="190"/>
                  </a:lnTo>
                  <a:lnTo>
                    <a:pt x="975" y="139"/>
                  </a:lnTo>
                  <a:lnTo>
                    <a:pt x="912" y="89"/>
                  </a:lnTo>
                  <a:lnTo>
                    <a:pt x="836" y="63"/>
                  </a:lnTo>
                  <a:lnTo>
                    <a:pt x="773" y="38"/>
                  </a:lnTo>
                  <a:lnTo>
                    <a:pt x="697" y="25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0029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2937550" y="1849525"/>
              <a:ext cx="431400" cy="595250"/>
            </a:xfrm>
            <a:custGeom>
              <a:rect b="b" l="l" r="r" t="t"/>
              <a:pathLst>
                <a:path extrusionOk="0" h="23810" w="17256">
                  <a:moveTo>
                    <a:pt x="557" y="0"/>
                  </a:moveTo>
                  <a:lnTo>
                    <a:pt x="278" y="646"/>
                  </a:lnTo>
                  <a:lnTo>
                    <a:pt x="202" y="861"/>
                  </a:lnTo>
                  <a:lnTo>
                    <a:pt x="139" y="1076"/>
                  </a:lnTo>
                  <a:lnTo>
                    <a:pt x="89" y="1291"/>
                  </a:lnTo>
                  <a:lnTo>
                    <a:pt x="51" y="1519"/>
                  </a:lnTo>
                  <a:lnTo>
                    <a:pt x="13" y="1759"/>
                  </a:lnTo>
                  <a:lnTo>
                    <a:pt x="0" y="1999"/>
                  </a:lnTo>
                  <a:lnTo>
                    <a:pt x="0" y="2240"/>
                  </a:lnTo>
                  <a:lnTo>
                    <a:pt x="0" y="2493"/>
                  </a:lnTo>
                  <a:lnTo>
                    <a:pt x="25" y="2758"/>
                  </a:lnTo>
                  <a:lnTo>
                    <a:pt x="51" y="3024"/>
                  </a:lnTo>
                  <a:lnTo>
                    <a:pt x="76" y="3290"/>
                  </a:lnTo>
                  <a:lnTo>
                    <a:pt x="127" y="3568"/>
                  </a:lnTo>
                  <a:lnTo>
                    <a:pt x="177" y="3834"/>
                  </a:lnTo>
                  <a:lnTo>
                    <a:pt x="240" y="4125"/>
                  </a:lnTo>
                  <a:lnTo>
                    <a:pt x="392" y="4694"/>
                  </a:lnTo>
                  <a:lnTo>
                    <a:pt x="582" y="5289"/>
                  </a:lnTo>
                  <a:lnTo>
                    <a:pt x="784" y="5883"/>
                  </a:lnTo>
                  <a:lnTo>
                    <a:pt x="1025" y="6478"/>
                  </a:lnTo>
                  <a:lnTo>
                    <a:pt x="1278" y="7098"/>
                  </a:lnTo>
                  <a:lnTo>
                    <a:pt x="1556" y="7705"/>
                  </a:lnTo>
                  <a:lnTo>
                    <a:pt x="1860" y="8325"/>
                  </a:lnTo>
                  <a:lnTo>
                    <a:pt x="2176" y="8932"/>
                  </a:lnTo>
                  <a:lnTo>
                    <a:pt x="2492" y="9539"/>
                  </a:lnTo>
                  <a:lnTo>
                    <a:pt x="2834" y="10134"/>
                  </a:lnTo>
                  <a:lnTo>
                    <a:pt x="3175" y="10728"/>
                  </a:lnTo>
                  <a:lnTo>
                    <a:pt x="3517" y="11310"/>
                  </a:lnTo>
                  <a:lnTo>
                    <a:pt x="3871" y="11880"/>
                  </a:lnTo>
                  <a:lnTo>
                    <a:pt x="4554" y="12955"/>
                  </a:lnTo>
                  <a:lnTo>
                    <a:pt x="5225" y="13954"/>
                  </a:lnTo>
                  <a:lnTo>
                    <a:pt x="5845" y="14853"/>
                  </a:lnTo>
                  <a:lnTo>
                    <a:pt x="6401" y="15624"/>
                  </a:lnTo>
                  <a:lnTo>
                    <a:pt x="6857" y="16244"/>
                  </a:lnTo>
                  <a:lnTo>
                    <a:pt x="7211" y="16725"/>
                  </a:lnTo>
                  <a:lnTo>
                    <a:pt x="7186" y="16738"/>
                  </a:lnTo>
                  <a:lnTo>
                    <a:pt x="7312" y="17307"/>
                  </a:lnTo>
                  <a:lnTo>
                    <a:pt x="7439" y="17838"/>
                  </a:lnTo>
                  <a:lnTo>
                    <a:pt x="7591" y="18344"/>
                  </a:lnTo>
                  <a:lnTo>
                    <a:pt x="7742" y="18812"/>
                  </a:lnTo>
                  <a:lnTo>
                    <a:pt x="7907" y="19268"/>
                  </a:lnTo>
                  <a:lnTo>
                    <a:pt x="8084" y="19685"/>
                  </a:lnTo>
                  <a:lnTo>
                    <a:pt x="8261" y="20078"/>
                  </a:lnTo>
                  <a:lnTo>
                    <a:pt x="8451" y="20444"/>
                  </a:lnTo>
                  <a:lnTo>
                    <a:pt x="8641" y="20799"/>
                  </a:lnTo>
                  <a:lnTo>
                    <a:pt x="8830" y="21115"/>
                  </a:lnTo>
                  <a:lnTo>
                    <a:pt x="9033" y="21419"/>
                  </a:lnTo>
                  <a:lnTo>
                    <a:pt x="9235" y="21684"/>
                  </a:lnTo>
                  <a:lnTo>
                    <a:pt x="9425" y="21950"/>
                  </a:lnTo>
                  <a:lnTo>
                    <a:pt x="9627" y="22178"/>
                  </a:lnTo>
                  <a:lnTo>
                    <a:pt x="9830" y="22393"/>
                  </a:lnTo>
                  <a:lnTo>
                    <a:pt x="10020" y="22595"/>
                  </a:lnTo>
                  <a:lnTo>
                    <a:pt x="10222" y="22772"/>
                  </a:lnTo>
                  <a:lnTo>
                    <a:pt x="10399" y="22924"/>
                  </a:lnTo>
                  <a:lnTo>
                    <a:pt x="10589" y="23076"/>
                  </a:lnTo>
                  <a:lnTo>
                    <a:pt x="10766" y="23202"/>
                  </a:lnTo>
                  <a:lnTo>
                    <a:pt x="11082" y="23417"/>
                  </a:lnTo>
                  <a:lnTo>
                    <a:pt x="11373" y="23582"/>
                  </a:lnTo>
                  <a:lnTo>
                    <a:pt x="11601" y="23696"/>
                  </a:lnTo>
                  <a:lnTo>
                    <a:pt x="11791" y="23759"/>
                  </a:lnTo>
                  <a:lnTo>
                    <a:pt x="11942" y="23810"/>
                  </a:lnTo>
                  <a:lnTo>
                    <a:pt x="12018" y="23810"/>
                  </a:lnTo>
                  <a:lnTo>
                    <a:pt x="12094" y="23797"/>
                  </a:lnTo>
                  <a:lnTo>
                    <a:pt x="12170" y="23759"/>
                  </a:lnTo>
                  <a:lnTo>
                    <a:pt x="12246" y="23721"/>
                  </a:lnTo>
                  <a:lnTo>
                    <a:pt x="12322" y="23670"/>
                  </a:lnTo>
                  <a:lnTo>
                    <a:pt x="12385" y="23620"/>
                  </a:lnTo>
                  <a:lnTo>
                    <a:pt x="12524" y="23481"/>
                  </a:lnTo>
                  <a:lnTo>
                    <a:pt x="12638" y="23316"/>
                  </a:lnTo>
                  <a:lnTo>
                    <a:pt x="12752" y="23139"/>
                  </a:lnTo>
                  <a:lnTo>
                    <a:pt x="12866" y="22949"/>
                  </a:lnTo>
                  <a:lnTo>
                    <a:pt x="12955" y="22747"/>
                  </a:lnTo>
                  <a:lnTo>
                    <a:pt x="13043" y="22544"/>
                  </a:lnTo>
                  <a:lnTo>
                    <a:pt x="13119" y="22355"/>
                  </a:lnTo>
                  <a:lnTo>
                    <a:pt x="13233" y="22013"/>
                  </a:lnTo>
                  <a:lnTo>
                    <a:pt x="13309" y="21773"/>
                  </a:lnTo>
                  <a:lnTo>
                    <a:pt x="13321" y="21684"/>
                  </a:lnTo>
                  <a:lnTo>
                    <a:pt x="13499" y="21672"/>
                  </a:lnTo>
                  <a:lnTo>
                    <a:pt x="13663" y="21646"/>
                  </a:lnTo>
                  <a:lnTo>
                    <a:pt x="13815" y="21596"/>
                  </a:lnTo>
                  <a:lnTo>
                    <a:pt x="13967" y="21532"/>
                  </a:lnTo>
                  <a:lnTo>
                    <a:pt x="14106" y="21456"/>
                  </a:lnTo>
                  <a:lnTo>
                    <a:pt x="14232" y="21368"/>
                  </a:lnTo>
                  <a:lnTo>
                    <a:pt x="14359" y="21279"/>
                  </a:lnTo>
                  <a:lnTo>
                    <a:pt x="14460" y="21178"/>
                  </a:lnTo>
                  <a:lnTo>
                    <a:pt x="14650" y="20988"/>
                  </a:lnTo>
                  <a:lnTo>
                    <a:pt x="14802" y="20824"/>
                  </a:lnTo>
                  <a:lnTo>
                    <a:pt x="14915" y="20672"/>
                  </a:lnTo>
                  <a:lnTo>
                    <a:pt x="14979" y="20659"/>
                  </a:lnTo>
                  <a:lnTo>
                    <a:pt x="15042" y="20647"/>
                  </a:lnTo>
                  <a:lnTo>
                    <a:pt x="15093" y="20609"/>
                  </a:lnTo>
                  <a:lnTo>
                    <a:pt x="15156" y="20571"/>
                  </a:lnTo>
                  <a:lnTo>
                    <a:pt x="15206" y="20508"/>
                  </a:lnTo>
                  <a:lnTo>
                    <a:pt x="15257" y="20444"/>
                  </a:lnTo>
                  <a:lnTo>
                    <a:pt x="15371" y="20293"/>
                  </a:lnTo>
                  <a:lnTo>
                    <a:pt x="15459" y="20115"/>
                  </a:lnTo>
                  <a:lnTo>
                    <a:pt x="15561" y="19913"/>
                  </a:lnTo>
                  <a:lnTo>
                    <a:pt x="15649" y="19698"/>
                  </a:lnTo>
                  <a:lnTo>
                    <a:pt x="15725" y="19483"/>
                  </a:lnTo>
                  <a:lnTo>
                    <a:pt x="15864" y="19040"/>
                  </a:lnTo>
                  <a:lnTo>
                    <a:pt x="15965" y="18661"/>
                  </a:lnTo>
                  <a:lnTo>
                    <a:pt x="16054" y="18281"/>
                  </a:lnTo>
                  <a:lnTo>
                    <a:pt x="15788" y="18079"/>
                  </a:lnTo>
                  <a:lnTo>
                    <a:pt x="15510" y="17864"/>
                  </a:lnTo>
                  <a:lnTo>
                    <a:pt x="15181" y="17585"/>
                  </a:lnTo>
                  <a:lnTo>
                    <a:pt x="14827" y="17282"/>
                  </a:lnTo>
                  <a:lnTo>
                    <a:pt x="14662" y="17117"/>
                  </a:lnTo>
                  <a:lnTo>
                    <a:pt x="14511" y="16965"/>
                  </a:lnTo>
                  <a:lnTo>
                    <a:pt x="14371" y="16801"/>
                  </a:lnTo>
                  <a:lnTo>
                    <a:pt x="14258" y="16662"/>
                  </a:lnTo>
                  <a:lnTo>
                    <a:pt x="14156" y="16523"/>
                  </a:lnTo>
                  <a:lnTo>
                    <a:pt x="14093" y="16383"/>
                  </a:lnTo>
                  <a:lnTo>
                    <a:pt x="14080" y="16333"/>
                  </a:lnTo>
                  <a:lnTo>
                    <a:pt x="14080" y="16282"/>
                  </a:lnTo>
                  <a:lnTo>
                    <a:pt x="14093" y="16232"/>
                  </a:lnTo>
                  <a:lnTo>
                    <a:pt x="14131" y="16194"/>
                  </a:lnTo>
                  <a:lnTo>
                    <a:pt x="14169" y="16156"/>
                  </a:lnTo>
                  <a:lnTo>
                    <a:pt x="14220" y="16130"/>
                  </a:lnTo>
                  <a:lnTo>
                    <a:pt x="14371" y="16080"/>
                  </a:lnTo>
                  <a:lnTo>
                    <a:pt x="14549" y="16042"/>
                  </a:lnTo>
                  <a:lnTo>
                    <a:pt x="14751" y="16029"/>
                  </a:lnTo>
                  <a:lnTo>
                    <a:pt x="15219" y="16029"/>
                  </a:lnTo>
                  <a:lnTo>
                    <a:pt x="15700" y="16067"/>
                  </a:lnTo>
                  <a:lnTo>
                    <a:pt x="16130" y="16118"/>
                  </a:lnTo>
                  <a:lnTo>
                    <a:pt x="16547" y="16168"/>
                  </a:lnTo>
                  <a:lnTo>
                    <a:pt x="16724" y="16029"/>
                  </a:lnTo>
                  <a:lnTo>
                    <a:pt x="16876" y="15890"/>
                  </a:lnTo>
                  <a:lnTo>
                    <a:pt x="16990" y="15751"/>
                  </a:lnTo>
                  <a:lnTo>
                    <a:pt x="17079" y="15612"/>
                  </a:lnTo>
                  <a:lnTo>
                    <a:pt x="17155" y="15473"/>
                  </a:lnTo>
                  <a:lnTo>
                    <a:pt x="17205" y="15333"/>
                  </a:lnTo>
                  <a:lnTo>
                    <a:pt x="17231" y="15194"/>
                  </a:lnTo>
                  <a:lnTo>
                    <a:pt x="17256" y="15055"/>
                  </a:lnTo>
                  <a:lnTo>
                    <a:pt x="17256" y="14967"/>
                  </a:lnTo>
                  <a:lnTo>
                    <a:pt x="17243" y="14865"/>
                  </a:lnTo>
                  <a:lnTo>
                    <a:pt x="17231" y="14789"/>
                  </a:lnTo>
                  <a:lnTo>
                    <a:pt x="17193" y="14701"/>
                  </a:lnTo>
                  <a:lnTo>
                    <a:pt x="17155" y="14625"/>
                  </a:lnTo>
                  <a:lnTo>
                    <a:pt x="17117" y="14562"/>
                  </a:lnTo>
                  <a:lnTo>
                    <a:pt x="17053" y="14498"/>
                  </a:lnTo>
                  <a:lnTo>
                    <a:pt x="16990" y="14435"/>
                  </a:lnTo>
                  <a:lnTo>
                    <a:pt x="16927" y="14385"/>
                  </a:lnTo>
                  <a:lnTo>
                    <a:pt x="16851" y="14334"/>
                  </a:lnTo>
                  <a:lnTo>
                    <a:pt x="16775" y="14309"/>
                  </a:lnTo>
                  <a:lnTo>
                    <a:pt x="16699" y="14283"/>
                  </a:lnTo>
                  <a:lnTo>
                    <a:pt x="16611" y="14258"/>
                  </a:lnTo>
                  <a:lnTo>
                    <a:pt x="16434" y="14258"/>
                  </a:lnTo>
                  <a:lnTo>
                    <a:pt x="16345" y="14271"/>
                  </a:lnTo>
                  <a:lnTo>
                    <a:pt x="16117" y="14321"/>
                  </a:lnTo>
                  <a:lnTo>
                    <a:pt x="15877" y="14359"/>
                  </a:lnTo>
                  <a:lnTo>
                    <a:pt x="15624" y="14372"/>
                  </a:lnTo>
                  <a:lnTo>
                    <a:pt x="15358" y="14385"/>
                  </a:lnTo>
                  <a:lnTo>
                    <a:pt x="15093" y="14372"/>
                  </a:lnTo>
                  <a:lnTo>
                    <a:pt x="14827" y="14334"/>
                  </a:lnTo>
                  <a:lnTo>
                    <a:pt x="14700" y="14296"/>
                  </a:lnTo>
                  <a:lnTo>
                    <a:pt x="14574" y="14258"/>
                  </a:lnTo>
                  <a:lnTo>
                    <a:pt x="14447" y="14207"/>
                  </a:lnTo>
                  <a:lnTo>
                    <a:pt x="14321" y="14157"/>
                  </a:lnTo>
                  <a:lnTo>
                    <a:pt x="14131" y="14068"/>
                  </a:lnTo>
                  <a:lnTo>
                    <a:pt x="13941" y="14005"/>
                  </a:lnTo>
                  <a:lnTo>
                    <a:pt x="13739" y="13967"/>
                  </a:lnTo>
                  <a:lnTo>
                    <a:pt x="13524" y="13929"/>
                  </a:lnTo>
                  <a:lnTo>
                    <a:pt x="13296" y="13917"/>
                  </a:lnTo>
                  <a:lnTo>
                    <a:pt x="13068" y="13904"/>
                  </a:lnTo>
                  <a:lnTo>
                    <a:pt x="12853" y="13904"/>
                  </a:lnTo>
                  <a:lnTo>
                    <a:pt x="12626" y="13917"/>
                  </a:lnTo>
                  <a:lnTo>
                    <a:pt x="11449" y="1139"/>
                  </a:lnTo>
                  <a:lnTo>
                    <a:pt x="11525" y="1051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3243700" y="2371700"/>
              <a:ext cx="20575" cy="14875"/>
            </a:xfrm>
            <a:custGeom>
              <a:rect b="b" l="l" r="r" t="t"/>
              <a:pathLst>
                <a:path extrusionOk="0" h="595" w="823">
                  <a:moveTo>
                    <a:pt x="165" y="0"/>
                  </a:moveTo>
                  <a:lnTo>
                    <a:pt x="89" y="25"/>
                  </a:lnTo>
                  <a:lnTo>
                    <a:pt x="0" y="51"/>
                  </a:lnTo>
                  <a:lnTo>
                    <a:pt x="13" y="139"/>
                  </a:lnTo>
                  <a:lnTo>
                    <a:pt x="38" y="215"/>
                  </a:lnTo>
                  <a:lnTo>
                    <a:pt x="63" y="291"/>
                  </a:lnTo>
                  <a:lnTo>
                    <a:pt x="101" y="354"/>
                  </a:lnTo>
                  <a:lnTo>
                    <a:pt x="139" y="405"/>
                  </a:lnTo>
                  <a:lnTo>
                    <a:pt x="177" y="443"/>
                  </a:lnTo>
                  <a:lnTo>
                    <a:pt x="278" y="519"/>
                  </a:lnTo>
                  <a:lnTo>
                    <a:pt x="392" y="569"/>
                  </a:lnTo>
                  <a:lnTo>
                    <a:pt x="443" y="582"/>
                  </a:lnTo>
                  <a:lnTo>
                    <a:pt x="506" y="595"/>
                  </a:lnTo>
                  <a:lnTo>
                    <a:pt x="658" y="595"/>
                  </a:lnTo>
                  <a:lnTo>
                    <a:pt x="734" y="569"/>
                  </a:lnTo>
                  <a:lnTo>
                    <a:pt x="822" y="544"/>
                  </a:lnTo>
                  <a:lnTo>
                    <a:pt x="810" y="456"/>
                  </a:lnTo>
                  <a:lnTo>
                    <a:pt x="784" y="380"/>
                  </a:lnTo>
                  <a:lnTo>
                    <a:pt x="759" y="304"/>
                  </a:lnTo>
                  <a:lnTo>
                    <a:pt x="721" y="253"/>
                  </a:lnTo>
                  <a:lnTo>
                    <a:pt x="683" y="190"/>
                  </a:lnTo>
                  <a:lnTo>
                    <a:pt x="645" y="152"/>
                  </a:lnTo>
                  <a:lnTo>
                    <a:pt x="544" y="76"/>
                  </a:lnTo>
                  <a:lnTo>
                    <a:pt x="430" y="25"/>
                  </a:lnTo>
                  <a:lnTo>
                    <a:pt x="380" y="13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287650" y="2350500"/>
              <a:ext cx="17725" cy="13000"/>
            </a:xfrm>
            <a:custGeom>
              <a:rect b="b" l="l" r="r" t="t"/>
              <a:pathLst>
                <a:path extrusionOk="0" h="520" w="709">
                  <a:moveTo>
                    <a:pt x="317" y="1"/>
                  </a:moveTo>
                  <a:lnTo>
                    <a:pt x="216" y="26"/>
                  </a:lnTo>
                  <a:lnTo>
                    <a:pt x="165" y="51"/>
                  </a:lnTo>
                  <a:lnTo>
                    <a:pt x="114" y="76"/>
                  </a:lnTo>
                  <a:lnTo>
                    <a:pt x="51" y="127"/>
                  </a:lnTo>
                  <a:lnTo>
                    <a:pt x="1" y="190"/>
                  </a:lnTo>
                  <a:lnTo>
                    <a:pt x="26" y="266"/>
                  </a:lnTo>
                  <a:lnTo>
                    <a:pt x="64" y="329"/>
                  </a:lnTo>
                  <a:lnTo>
                    <a:pt x="102" y="380"/>
                  </a:lnTo>
                  <a:lnTo>
                    <a:pt x="127" y="418"/>
                  </a:lnTo>
                  <a:lnTo>
                    <a:pt x="216" y="481"/>
                  </a:lnTo>
                  <a:lnTo>
                    <a:pt x="304" y="519"/>
                  </a:lnTo>
                  <a:lnTo>
                    <a:pt x="393" y="519"/>
                  </a:lnTo>
                  <a:lnTo>
                    <a:pt x="443" y="507"/>
                  </a:lnTo>
                  <a:lnTo>
                    <a:pt x="494" y="494"/>
                  </a:lnTo>
                  <a:lnTo>
                    <a:pt x="545" y="469"/>
                  </a:lnTo>
                  <a:lnTo>
                    <a:pt x="595" y="443"/>
                  </a:lnTo>
                  <a:lnTo>
                    <a:pt x="646" y="393"/>
                  </a:lnTo>
                  <a:lnTo>
                    <a:pt x="709" y="329"/>
                  </a:lnTo>
                  <a:lnTo>
                    <a:pt x="671" y="254"/>
                  </a:lnTo>
                  <a:lnTo>
                    <a:pt x="646" y="190"/>
                  </a:lnTo>
                  <a:lnTo>
                    <a:pt x="608" y="140"/>
                  </a:lnTo>
                  <a:lnTo>
                    <a:pt x="570" y="89"/>
                  </a:lnTo>
                  <a:lnTo>
                    <a:pt x="532" y="64"/>
                  </a:lnTo>
                  <a:lnTo>
                    <a:pt x="494" y="39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3122875" y="2241700"/>
              <a:ext cx="18675" cy="18700"/>
            </a:xfrm>
            <a:custGeom>
              <a:rect b="b" l="l" r="r" t="t"/>
              <a:pathLst>
                <a:path extrusionOk="0" h="748" w="747">
                  <a:moveTo>
                    <a:pt x="51" y="1"/>
                  </a:moveTo>
                  <a:lnTo>
                    <a:pt x="26" y="89"/>
                  </a:lnTo>
                  <a:lnTo>
                    <a:pt x="0" y="178"/>
                  </a:lnTo>
                  <a:lnTo>
                    <a:pt x="0" y="254"/>
                  </a:lnTo>
                  <a:lnTo>
                    <a:pt x="13" y="342"/>
                  </a:lnTo>
                  <a:lnTo>
                    <a:pt x="38" y="405"/>
                  </a:lnTo>
                  <a:lnTo>
                    <a:pt x="64" y="481"/>
                  </a:lnTo>
                  <a:lnTo>
                    <a:pt x="102" y="545"/>
                  </a:lnTo>
                  <a:lnTo>
                    <a:pt x="152" y="595"/>
                  </a:lnTo>
                  <a:lnTo>
                    <a:pt x="215" y="646"/>
                  </a:lnTo>
                  <a:lnTo>
                    <a:pt x="266" y="684"/>
                  </a:lnTo>
                  <a:lnTo>
                    <a:pt x="342" y="722"/>
                  </a:lnTo>
                  <a:lnTo>
                    <a:pt x="418" y="734"/>
                  </a:lnTo>
                  <a:lnTo>
                    <a:pt x="494" y="747"/>
                  </a:lnTo>
                  <a:lnTo>
                    <a:pt x="570" y="747"/>
                  </a:lnTo>
                  <a:lnTo>
                    <a:pt x="658" y="734"/>
                  </a:lnTo>
                  <a:lnTo>
                    <a:pt x="747" y="696"/>
                  </a:lnTo>
                  <a:lnTo>
                    <a:pt x="696" y="532"/>
                  </a:lnTo>
                  <a:lnTo>
                    <a:pt x="646" y="405"/>
                  </a:lnTo>
                  <a:lnTo>
                    <a:pt x="582" y="304"/>
                  </a:lnTo>
                  <a:lnTo>
                    <a:pt x="519" y="228"/>
                  </a:lnTo>
                  <a:lnTo>
                    <a:pt x="443" y="165"/>
                  </a:lnTo>
                  <a:lnTo>
                    <a:pt x="342" y="102"/>
                  </a:lnTo>
                  <a:lnTo>
                    <a:pt x="215" y="51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4250375" y="1849850"/>
              <a:ext cx="431125" cy="594925"/>
            </a:xfrm>
            <a:custGeom>
              <a:rect b="b" l="l" r="r" t="t"/>
              <a:pathLst>
                <a:path extrusionOk="0" h="23797" w="17245">
                  <a:moveTo>
                    <a:pt x="16687" y="0"/>
                  </a:moveTo>
                  <a:lnTo>
                    <a:pt x="5719" y="1050"/>
                  </a:lnTo>
                  <a:lnTo>
                    <a:pt x="5795" y="1126"/>
                  </a:lnTo>
                  <a:lnTo>
                    <a:pt x="4618" y="13904"/>
                  </a:lnTo>
                  <a:lnTo>
                    <a:pt x="4403" y="13891"/>
                  </a:lnTo>
                  <a:lnTo>
                    <a:pt x="4176" y="13891"/>
                  </a:lnTo>
                  <a:lnTo>
                    <a:pt x="3948" y="13904"/>
                  </a:lnTo>
                  <a:lnTo>
                    <a:pt x="3733" y="13916"/>
                  </a:lnTo>
                  <a:lnTo>
                    <a:pt x="3518" y="13954"/>
                  </a:lnTo>
                  <a:lnTo>
                    <a:pt x="3303" y="13992"/>
                  </a:lnTo>
                  <a:lnTo>
                    <a:pt x="3113" y="14055"/>
                  </a:lnTo>
                  <a:lnTo>
                    <a:pt x="2923" y="14144"/>
                  </a:lnTo>
                  <a:lnTo>
                    <a:pt x="2797" y="14194"/>
                  </a:lnTo>
                  <a:lnTo>
                    <a:pt x="2670" y="14245"/>
                  </a:lnTo>
                  <a:lnTo>
                    <a:pt x="2544" y="14283"/>
                  </a:lnTo>
                  <a:lnTo>
                    <a:pt x="2417" y="14321"/>
                  </a:lnTo>
                  <a:lnTo>
                    <a:pt x="2152" y="14359"/>
                  </a:lnTo>
                  <a:lnTo>
                    <a:pt x="1886" y="14372"/>
                  </a:lnTo>
                  <a:lnTo>
                    <a:pt x="1620" y="14359"/>
                  </a:lnTo>
                  <a:lnTo>
                    <a:pt x="1367" y="14346"/>
                  </a:lnTo>
                  <a:lnTo>
                    <a:pt x="1127" y="14308"/>
                  </a:lnTo>
                  <a:lnTo>
                    <a:pt x="899" y="14258"/>
                  </a:lnTo>
                  <a:lnTo>
                    <a:pt x="811" y="14245"/>
                  </a:lnTo>
                  <a:lnTo>
                    <a:pt x="633" y="14245"/>
                  </a:lnTo>
                  <a:lnTo>
                    <a:pt x="545" y="14270"/>
                  </a:lnTo>
                  <a:lnTo>
                    <a:pt x="469" y="14296"/>
                  </a:lnTo>
                  <a:lnTo>
                    <a:pt x="393" y="14321"/>
                  </a:lnTo>
                  <a:lnTo>
                    <a:pt x="317" y="14372"/>
                  </a:lnTo>
                  <a:lnTo>
                    <a:pt x="254" y="14422"/>
                  </a:lnTo>
                  <a:lnTo>
                    <a:pt x="191" y="14485"/>
                  </a:lnTo>
                  <a:lnTo>
                    <a:pt x="140" y="14549"/>
                  </a:lnTo>
                  <a:lnTo>
                    <a:pt x="89" y="14612"/>
                  </a:lnTo>
                  <a:lnTo>
                    <a:pt x="51" y="14688"/>
                  </a:lnTo>
                  <a:lnTo>
                    <a:pt x="26" y="14776"/>
                  </a:lnTo>
                  <a:lnTo>
                    <a:pt x="1" y="14852"/>
                  </a:lnTo>
                  <a:lnTo>
                    <a:pt x="1" y="14954"/>
                  </a:lnTo>
                  <a:lnTo>
                    <a:pt x="1" y="15042"/>
                  </a:lnTo>
                  <a:lnTo>
                    <a:pt x="14" y="15181"/>
                  </a:lnTo>
                  <a:lnTo>
                    <a:pt x="51" y="15320"/>
                  </a:lnTo>
                  <a:lnTo>
                    <a:pt x="89" y="15460"/>
                  </a:lnTo>
                  <a:lnTo>
                    <a:pt x="165" y="15599"/>
                  </a:lnTo>
                  <a:lnTo>
                    <a:pt x="254" y="15738"/>
                  </a:lnTo>
                  <a:lnTo>
                    <a:pt x="380" y="15877"/>
                  </a:lnTo>
                  <a:lnTo>
                    <a:pt x="520" y="16016"/>
                  </a:lnTo>
                  <a:lnTo>
                    <a:pt x="709" y="16155"/>
                  </a:lnTo>
                  <a:lnTo>
                    <a:pt x="1127" y="16105"/>
                  </a:lnTo>
                  <a:lnTo>
                    <a:pt x="1544" y="16054"/>
                  </a:lnTo>
                  <a:lnTo>
                    <a:pt x="2025" y="16016"/>
                  </a:lnTo>
                  <a:lnTo>
                    <a:pt x="2493" y="16016"/>
                  </a:lnTo>
                  <a:lnTo>
                    <a:pt x="2696" y="16029"/>
                  </a:lnTo>
                  <a:lnTo>
                    <a:pt x="2873" y="16067"/>
                  </a:lnTo>
                  <a:lnTo>
                    <a:pt x="3024" y="16117"/>
                  </a:lnTo>
                  <a:lnTo>
                    <a:pt x="3075" y="16143"/>
                  </a:lnTo>
                  <a:lnTo>
                    <a:pt x="3113" y="16181"/>
                  </a:lnTo>
                  <a:lnTo>
                    <a:pt x="3151" y="16219"/>
                  </a:lnTo>
                  <a:lnTo>
                    <a:pt x="3164" y="16269"/>
                  </a:lnTo>
                  <a:lnTo>
                    <a:pt x="3164" y="16320"/>
                  </a:lnTo>
                  <a:lnTo>
                    <a:pt x="3151" y="16370"/>
                  </a:lnTo>
                  <a:lnTo>
                    <a:pt x="3075" y="16510"/>
                  </a:lnTo>
                  <a:lnTo>
                    <a:pt x="2986" y="16649"/>
                  </a:lnTo>
                  <a:lnTo>
                    <a:pt x="2860" y="16788"/>
                  </a:lnTo>
                  <a:lnTo>
                    <a:pt x="2721" y="16940"/>
                  </a:lnTo>
                  <a:lnTo>
                    <a:pt x="2556" y="17104"/>
                  </a:lnTo>
                  <a:lnTo>
                    <a:pt x="2392" y="17256"/>
                  </a:lnTo>
                  <a:lnTo>
                    <a:pt x="2038" y="17560"/>
                  </a:lnTo>
                  <a:lnTo>
                    <a:pt x="1696" y="17825"/>
                  </a:lnTo>
                  <a:lnTo>
                    <a:pt x="1405" y="18040"/>
                  </a:lnTo>
                  <a:lnTo>
                    <a:pt x="1127" y="18243"/>
                  </a:lnTo>
                  <a:lnTo>
                    <a:pt x="1228" y="18622"/>
                  </a:lnTo>
                  <a:lnTo>
                    <a:pt x="1342" y="19014"/>
                  </a:lnTo>
                  <a:lnTo>
                    <a:pt x="1494" y="19457"/>
                  </a:lnTo>
                  <a:lnTo>
                    <a:pt x="1570" y="19672"/>
                  </a:lnTo>
                  <a:lnTo>
                    <a:pt x="1671" y="19900"/>
                  </a:lnTo>
                  <a:lnTo>
                    <a:pt x="1772" y="20102"/>
                  </a:lnTo>
                  <a:lnTo>
                    <a:pt x="1873" y="20280"/>
                  </a:lnTo>
                  <a:lnTo>
                    <a:pt x="1974" y="20431"/>
                  </a:lnTo>
                  <a:lnTo>
                    <a:pt x="2088" y="20558"/>
                  </a:lnTo>
                  <a:lnTo>
                    <a:pt x="2152" y="20596"/>
                  </a:lnTo>
                  <a:lnTo>
                    <a:pt x="2202" y="20634"/>
                  </a:lnTo>
                  <a:lnTo>
                    <a:pt x="2265" y="20646"/>
                  </a:lnTo>
                  <a:lnTo>
                    <a:pt x="2329" y="20659"/>
                  </a:lnTo>
                  <a:lnTo>
                    <a:pt x="2443" y="20811"/>
                  </a:lnTo>
                  <a:lnTo>
                    <a:pt x="2594" y="20975"/>
                  </a:lnTo>
                  <a:lnTo>
                    <a:pt x="2784" y="21165"/>
                  </a:lnTo>
                  <a:lnTo>
                    <a:pt x="2898" y="21266"/>
                  </a:lnTo>
                  <a:lnTo>
                    <a:pt x="3012" y="21355"/>
                  </a:lnTo>
                  <a:lnTo>
                    <a:pt x="3151" y="21443"/>
                  </a:lnTo>
                  <a:lnTo>
                    <a:pt x="3290" y="21519"/>
                  </a:lnTo>
                  <a:lnTo>
                    <a:pt x="3429" y="21583"/>
                  </a:lnTo>
                  <a:lnTo>
                    <a:pt x="3594" y="21633"/>
                  </a:lnTo>
                  <a:lnTo>
                    <a:pt x="3758" y="21659"/>
                  </a:lnTo>
                  <a:lnTo>
                    <a:pt x="3923" y="21671"/>
                  </a:lnTo>
                  <a:lnTo>
                    <a:pt x="3948" y="21760"/>
                  </a:lnTo>
                  <a:lnTo>
                    <a:pt x="4011" y="22000"/>
                  </a:lnTo>
                  <a:lnTo>
                    <a:pt x="4138" y="22342"/>
                  </a:lnTo>
                  <a:lnTo>
                    <a:pt x="4201" y="22531"/>
                  </a:lnTo>
                  <a:lnTo>
                    <a:pt x="4290" y="22734"/>
                  </a:lnTo>
                  <a:lnTo>
                    <a:pt x="4378" y="22936"/>
                  </a:lnTo>
                  <a:lnTo>
                    <a:pt x="4492" y="23126"/>
                  </a:lnTo>
                  <a:lnTo>
                    <a:pt x="4606" y="23303"/>
                  </a:lnTo>
                  <a:lnTo>
                    <a:pt x="4720" y="23468"/>
                  </a:lnTo>
                  <a:lnTo>
                    <a:pt x="4859" y="23607"/>
                  </a:lnTo>
                  <a:lnTo>
                    <a:pt x="4922" y="23657"/>
                  </a:lnTo>
                  <a:lnTo>
                    <a:pt x="4998" y="23708"/>
                  </a:lnTo>
                  <a:lnTo>
                    <a:pt x="5074" y="23746"/>
                  </a:lnTo>
                  <a:lnTo>
                    <a:pt x="5150" y="23784"/>
                  </a:lnTo>
                  <a:lnTo>
                    <a:pt x="5226" y="23797"/>
                  </a:lnTo>
                  <a:lnTo>
                    <a:pt x="5302" y="23797"/>
                  </a:lnTo>
                  <a:lnTo>
                    <a:pt x="5453" y="23746"/>
                  </a:lnTo>
                  <a:lnTo>
                    <a:pt x="5643" y="23683"/>
                  </a:lnTo>
                  <a:lnTo>
                    <a:pt x="5871" y="23569"/>
                  </a:lnTo>
                  <a:lnTo>
                    <a:pt x="6162" y="23404"/>
                  </a:lnTo>
                  <a:lnTo>
                    <a:pt x="6478" y="23189"/>
                  </a:lnTo>
                  <a:lnTo>
                    <a:pt x="6655" y="23063"/>
                  </a:lnTo>
                  <a:lnTo>
                    <a:pt x="6845" y="22911"/>
                  </a:lnTo>
                  <a:lnTo>
                    <a:pt x="7022" y="22759"/>
                  </a:lnTo>
                  <a:lnTo>
                    <a:pt x="7225" y="22582"/>
                  </a:lnTo>
                  <a:lnTo>
                    <a:pt x="7414" y="22380"/>
                  </a:lnTo>
                  <a:lnTo>
                    <a:pt x="7617" y="22165"/>
                  </a:lnTo>
                  <a:lnTo>
                    <a:pt x="7819" y="21937"/>
                  </a:lnTo>
                  <a:lnTo>
                    <a:pt x="8009" y="21671"/>
                  </a:lnTo>
                  <a:lnTo>
                    <a:pt x="8211" y="21406"/>
                  </a:lnTo>
                  <a:lnTo>
                    <a:pt x="8414" y="21102"/>
                  </a:lnTo>
                  <a:lnTo>
                    <a:pt x="8603" y="20786"/>
                  </a:lnTo>
                  <a:lnTo>
                    <a:pt x="8793" y="20431"/>
                  </a:lnTo>
                  <a:lnTo>
                    <a:pt x="8983" y="20065"/>
                  </a:lnTo>
                  <a:lnTo>
                    <a:pt x="9160" y="19672"/>
                  </a:lnTo>
                  <a:lnTo>
                    <a:pt x="9337" y="19255"/>
                  </a:lnTo>
                  <a:lnTo>
                    <a:pt x="9502" y="18799"/>
                  </a:lnTo>
                  <a:lnTo>
                    <a:pt x="9654" y="18331"/>
                  </a:lnTo>
                  <a:lnTo>
                    <a:pt x="9805" y="17825"/>
                  </a:lnTo>
                  <a:lnTo>
                    <a:pt x="9932" y="17294"/>
                  </a:lnTo>
                  <a:lnTo>
                    <a:pt x="10058" y="16725"/>
                  </a:lnTo>
                  <a:lnTo>
                    <a:pt x="10033" y="16712"/>
                  </a:lnTo>
                  <a:lnTo>
                    <a:pt x="10387" y="16231"/>
                  </a:lnTo>
                  <a:lnTo>
                    <a:pt x="10843" y="15611"/>
                  </a:lnTo>
                  <a:lnTo>
                    <a:pt x="11399" y="14840"/>
                  </a:lnTo>
                  <a:lnTo>
                    <a:pt x="12019" y="13941"/>
                  </a:lnTo>
                  <a:lnTo>
                    <a:pt x="12690" y="12942"/>
                  </a:lnTo>
                  <a:lnTo>
                    <a:pt x="13373" y="11867"/>
                  </a:lnTo>
                  <a:lnTo>
                    <a:pt x="13727" y="11297"/>
                  </a:lnTo>
                  <a:lnTo>
                    <a:pt x="14069" y="10715"/>
                  </a:lnTo>
                  <a:lnTo>
                    <a:pt x="14410" y="10121"/>
                  </a:lnTo>
                  <a:lnTo>
                    <a:pt x="14752" y="9526"/>
                  </a:lnTo>
                  <a:lnTo>
                    <a:pt x="15068" y="8919"/>
                  </a:lnTo>
                  <a:lnTo>
                    <a:pt x="15384" y="8312"/>
                  </a:lnTo>
                  <a:lnTo>
                    <a:pt x="15688" y="7692"/>
                  </a:lnTo>
                  <a:lnTo>
                    <a:pt x="15966" y="7085"/>
                  </a:lnTo>
                  <a:lnTo>
                    <a:pt x="16219" y="6465"/>
                  </a:lnTo>
                  <a:lnTo>
                    <a:pt x="16460" y="5870"/>
                  </a:lnTo>
                  <a:lnTo>
                    <a:pt x="16675" y="5276"/>
                  </a:lnTo>
                  <a:lnTo>
                    <a:pt x="16852" y="4681"/>
                  </a:lnTo>
                  <a:lnTo>
                    <a:pt x="17004" y="4112"/>
                  </a:lnTo>
                  <a:lnTo>
                    <a:pt x="17067" y="3821"/>
                  </a:lnTo>
                  <a:lnTo>
                    <a:pt x="17118" y="3555"/>
                  </a:lnTo>
                  <a:lnTo>
                    <a:pt x="17168" y="3277"/>
                  </a:lnTo>
                  <a:lnTo>
                    <a:pt x="17206" y="3011"/>
                  </a:lnTo>
                  <a:lnTo>
                    <a:pt x="17231" y="2745"/>
                  </a:lnTo>
                  <a:lnTo>
                    <a:pt x="17244" y="2480"/>
                  </a:lnTo>
                  <a:lnTo>
                    <a:pt x="17244" y="2227"/>
                  </a:lnTo>
                  <a:lnTo>
                    <a:pt x="17244" y="1986"/>
                  </a:lnTo>
                  <a:lnTo>
                    <a:pt x="17231" y="1746"/>
                  </a:lnTo>
                  <a:lnTo>
                    <a:pt x="17193" y="1506"/>
                  </a:lnTo>
                  <a:lnTo>
                    <a:pt x="17155" y="1278"/>
                  </a:lnTo>
                  <a:lnTo>
                    <a:pt x="17105" y="1063"/>
                  </a:lnTo>
                  <a:lnTo>
                    <a:pt x="17042" y="848"/>
                  </a:lnTo>
                  <a:lnTo>
                    <a:pt x="16966" y="633"/>
                  </a:lnTo>
                  <a:lnTo>
                    <a:pt x="16687" y="0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4462600" y="2267325"/>
              <a:ext cx="16475" cy="15525"/>
            </a:xfrm>
            <a:custGeom>
              <a:rect b="b" l="l" r="r" t="t"/>
              <a:pathLst>
                <a:path extrusionOk="0" h="621" w="659">
                  <a:moveTo>
                    <a:pt x="595" y="0"/>
                  </a:moveTo>
                  <a:lnTo>
                    <a:pt x="443" y="38"/>
                  </a:lnTo>
                  <a:lnTo>
                    <a:pt x="342" y="76"/>
                  </a:lnTo>
                  <a:lnTo>
                    <a:pt x="254" y="102"/>
                  </a:lnTo>
                  <a:lnTo>
                    <a:pt x="190" y="152"/>
                  </a:lnTo>
                  <a:lnTo>
                    <a:pt x="140" y="203"/>
                  </a:lnTo>
                  <a:lnTo>
                    <a:pt x="102" y="279"/>
                  </a:lnTo>
                  <a:lnTo>
                    <a:pt x="51" y="380"/>
                  </a:lnTo>
                  <a:lnTo>
                    <a:pt x="1" y="519"/>
                  </a:lnTo>
                  <a:lnTo>
                    <a:pt x="64" y="570"/>
                  </a:lnTo>
                  <a:lnTo>
                    <a:pt x="140" y="608"/>
                  </a:lnTo>
                  <a:lnTo>
                    <a:pt x="216" y="620"/>
                  </a:lnTo>
                  <a:lnTo>
                    <a:pt x="279" y="620"/>
                  </a:lnTo>
                  <a:lnTo>
                    <a:pt x="342" y="608"/>
                  </a:lnTo>
                  <a:lnTo>
                    <a:pt x="405" y="582"/>
                  </a:lnTo>
                  <a:lnTo>
                    <a:pt x="469" y="557"/>
                  </a:lnTo>
                  <a:lnTo>
                    <a:pt x="519" y="519"/>
                  </a:lnTo>
                  <a:lnTo>
                    <a:pt x="557" y="468"/>
                  </a:lnTo>
                  <a:lnTo>
                    <a:pt x="595" y="418"/>
                  </a:lnTo>
                  <a:lnTo>
                    <a:pt x="633" y="355"/>
                  </a:lnTo>
                  <a:lnTo>
                    <a:pt x="646" y="291"/>
                  </a:lnTo>
                  <a:lnTo>
                    <a:pt x="658" y="228"/>
                  </a:lnTo>
                  <a:lnTo>
                    <a:pt x="658" y="152"/>
                  </a:lnTo>
                  <a:lnTo>
                    <a:pt x="633" y="76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4364550" y="2368225"/>
              <a:ext cx="12050" cy="11725"/>
            </a:xfrm>
            <a:custGeom>
              <a:rect b="b" l="l" r="r" t="t"/>
              <a:pathLst>
                <a:path extrusionOk="0" h="469" w="482">
                  <a:moveTo>
                    <a:pt x="203" y="0"/>
                  </a:moveTo>
                  <a:lnTo>
                    <a:pt x="153" y="13"/>
                  </a:lnTo>
                  <a:lnTo>
                    <a:pt x="77" y="63"/>
                  </a:lnTo>
                  <a:lnTo>
                    <a:pt x="26" y="127"/>
                  </a:lnTo>
                  <a:lnTo>
                    <a:pt x="14" y="164"/>
                  </a:lnTo>
                  <a:lnTo>
                    <a:pt x="1" y="215"/>
                  </a:lnTo>
                  <a:lnTo>
                    <a:pt x="1" y="266"/>
                  </a:lnTo>
                  <a:lnTo>
                    <a:pt x="1" y="316"/>
                  </a:lnTo>
                  <a:lnTo>
                    <a:pt x="26" y="380"/>
                  </a:lnTo>
                  <a:lnTo>
                    <a:pt x="51" y="455"/>
                  </a:lnTo>
                  <a:lnTo>
                    <a:pt x="191" y="468"/>
                  </a:lnTo>
                  <a:lnTo>
                    <a:pt x="279" y="468"/>
                  </a:lnTo>
                  <a:lnTo>
                    <a:pt x="355" y="455"/>
                  </a:lnTo>
                  <a:lnTo>
                    <a:pt x="406" y="430"/>
                  </a:lnTo>
                  <a:lnTo>
                    <a:pt x="444" y="380"/>
                  </a:lnTo>
                  <a:lnTo>
                    <a:pt x="469" y="316"/>
                  </a:lnTo>
                  <a:lnTo>
                    <a:pt x="482" y="215"/>
                  </a:lnTo>
                  <a:lnTo>
                    <a:pt x="482" y="76"/>
                  </a:lnTo>
                  <a:lnTo>
                    <a:pt x="406" y="38"/>
                  </a:lnTo>
                  <a:lnTo>
                    <a:pt x="355" y="13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316800" y="2342600"/>
              <a:ext cx="18675" cy="12975"/>
            </a:xfrm>
            <a:custGeom>
              <a:rect b="b" l="l" r="r" t="t"/>
              <a:pathLst>
                <a:path extrusionOk="0" h="519" w="747">
                  <a:moveTo>
                    <a:pt x="481" y="0"/>
                  </a:moveTo>
                  <a:lnTo>
                    <a:pt x="380" y="13"/>
                  </a:lnTo>
                  <a:lnTo>
                    <a:pt x="292" y="38"/>
                  </a:lnTo>
                  <a:lnTo>
                    <a:pt x="216" y="76"/>
                  </a:lnTo>
                  <a:lnTo>
                    <a:pt x="140" y="139"/>
                  </a:lnTo>
                  <a:lnTo>
                    <a:pt x="64" y="241"/>
                  </a:lnTo>
                  <a:lnTo>
                    <a:pt x="1" y="380"/>
                  </a:lnTo>
                  <a:lnTo>
                    <a:pt x="64" y="430"/>
                  </a:lnTo>
                  <a:lnTo>
                    <a:pt x="127" y="468"/>
                  </a:lnTo>
                  <a:lnTo>
                    <a:pt x="190" y="494"/>
                  </a:lnTo>
                  <a:lnTo>
                    <a:pt x="254" y="506"/>
                  </a:lnTo>
                  <a:lnTo>
                    <a:pt x="304" y="519"/>
                  </a:lnTo>
                  <a:lnTo>
                    <a:pt x="367" y="519"/>
                  </a:lnTo>
                  <a:lnTo>
                    <a:pt x="469" y="494"/>
                  </a:lnTo>
                  <a:lnTo>
                    <a:pt x="570" y="430"/>
                  </a:lnTo>
                  <a:lnTo>
                    <a:pt x="608" y="392"/>
                  </a:lnTo>
                  <a:lnTo>
                    <a:pt x="646" y="355"/>
                  </a:lnTo>
                  <a:lnTo>
                    <a:pt x="684" y="304"/>
                  </a:lnTo>
                  <a:lnTo>
                    <a:pt x="709" y="241"/>
                  </a:lnTo>
                  <a:lnTo>
                    <a:pt x="734" y="165"/>
                  </a:lnTo>
                  <a:lnTo>
                    <a:pt x="747" y="76"/>
                  </a:lnTo>
                  <a:lnTo>
                    <a:pt x="595" y="2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3525175" y="492700"/>
              <a:ext cx="585125" cy="564900"/>
            </a:xfrm>
            <a:custGeom>
              <a:rect b="b" l="l" r="r" t="t"/>
              <a:pathLst>
                <a:path extrusionOk="0" h="22596" w="23405">
                  <a:moveTo>
                    <a:pt x="11247" y="1"/>
                  </a:moveTo>
                  <a:lnTo>
                    <a:pt x="10867" y="26"/>
                  </a:lnTo>
                  <a:lnTo>
                    <a:pt x="10475" y="52"/>
                  </a:lnTo>
                  <a:lnTo>
                    <a:pt x="10096" y="90"/>
                  </a:lnTo>
                  <a:lnTo>
                    <a:pt x="9729" y="140"/>
                  </a:lnTo>
                  <a:lnTo>
                    <a:pt x="9349" y="203"/>
                  </a:lnTo>
                  <a:lnTo>
                    <a:pt x="8983" y="267"/>
                  </a:lnTo>
                  <a:lnTo>
                    <a:pt x="8628" y="343"/>
                  </a:lnTo>
                  <a:lnTo>
                    <a:pt x="8274" y="431"/>
                  </a:lnTo>
                  <a:lnTo>
                    <a:pt x="7920" y="532"/>
                  </a:lnTo>
                  <a:lnTo>
                    <a:pt x="7578" y="634"/>
                  </a:lnTo>
                  <a:lnTo>
                    <a:pt x="7249" y="747"/>
                  </a:lnTo>
                  <a:lnTo>
                    <a:pt x="6933" y="861"/>
                  </a:lnTo>
                  <a:lnTo>
                    <a:pt x="6617" y="988"/>
                  </a:lnTo>
                  <a:lnTo>
                    <a:pt x="6313" y="1114"/>
                  </a:lnTo>
                  <a:lnTo>
                    <a:pt x="6010" y="1241"/>
                  </a:lnTo>
                  <a:lnTo>
                    <a:pt x="5731" y="1380"/>
                  </a:lnTo>
                  <a:lnTo>
                    <a:pt x="5466" y="1532"/>
                  </a:lnTo>
                  <a:lnTo>
                    <a:pt x="5200" y="1671"/>
                  </a:lnTo>
                  <a:lnTo>
                    <a:pt x="4947" y="1823"/>
                  </a:lnTo>
                  <a:lnTo>
                    <a:pt x="4719" y="1975"/>
                  </a:lnTo>
                  <a:lnTo>
                    <a:pt x="4491" y="2139"/>
                  </a:lnTo>
                  <a:lnTo>
                    <a:pt x="4289" y="2291"/>
                  </a:lnTo>
                  <a:lnTo>
                    <a:pt x="4099" y="2455"/>
                  </a:lnTo>
                  <a:lnTo>
                    <a:pt x="3922" y="2620"/>
                  </a:lnTo>
                  <a:lnTo>
                    <a:pt x="3758" y="2772"/>
                  </a:lnTo>
                  <a:lnTo>
                    <a:pt x="3606" y="2936"/>
                  </a:lnTo>
                  <a:lnTo>
                    <a:pt x="3479" y="3100"/>
                  </a:lnTo>
                  <a:lnTo>
                    <a:pt x="3378" y="3265"/>
                  </a:lnTo>
                  <a:lnTo>
                    <a:pt x="3277" y="3417"/>
                  </a:lnTo>
                  <a:lnTo>
                    <a:pt x="3201" y="3581"/>
                  </a:lnTo>
                  <a:lnTo>
                    <a:pt x="3150" y="3733"/>
                  </a:lnTo>
                  <a:lnTo>
                    <a:pt x="3100" y="3910"/>
                  </a:lnTo>
                  <a:lnTo>
                    <a:pt x="3062" y="4138"/>
                  </a:lnTo>
                  <a:lnTo>
                    <a:pt x="3011" y="4404"/>
                  </a:lnTo>
                  <a:lnTo>
                    <a:pt x="2973" y="4694"/>
                  </a:lnTo>
                  <a:lnTo>
                    <a:pt x="2897" y="5378"/>
                  </a:lnTo>
                  <a:lnTo>
                    <a:pt x="2847" y="6175"/>
                  </a:lnTo>
                  <a:lnTo>
                    <a:pt x="2809" y="7060"/>
                  </a:lnTo>
                  <a:lnTo>
                    <a:pt x="2796" y="8034"/>
                  </a:lnTo>
                  <a:lnTo>
                    <a:pt x="2809" y="9059"/>
                  </a:lnTo>
                  <a:lnTo>
                    <a:pt x="2822" y="9590"/>
                  </a:lnTo>
                  <a:lnTo>
                    <a:pt x="2847" y="10134"/>
                  </a:lnTo>
                  <a:lnTo>
                    <a:pt x="2720" y="10046"/>
                  </a:lnTo>
                  <a:lnTo>
                    <a:pt x="2556" y="9957"/>
                  </a:lnTo>
                  <a:lnTo>
                    <a:pt x="2379" y="9894"/>
                  </a:lnTo>
                  <a:lnTo>
                    <a:pt x="2176" y="9831"/>
                  </a:lnTo>
                  <a:lnTo>
                    <a:pt x="1936" y="9780"/>
                  </a:lnTo>
                  <a:lnTo>
                    <a:pt x="1683" y="9755"/>
                  </a:lnTo>
                  <a:lnTo>
                    <a:pt x="1405" y="9730"/>
                  </a:lnTo>
                  <a:lnTo>
                    <a:pt x="1088" y="9742"/>
                  </a:lnTo>
                  <a:lnTo>
                    <a:pt x="987" y="9742"/>
                  </a:lnTo>
                  <a:lnTo>
                    <a:pt x="886" y="9768"/>
                  </a:lnTo>
                  <a:lnTo>
                    <a:pt x="797" y="9805"/>
                  </a:lnTo>
                  <a:lnTo>
                    <a:pt x="709" y="9843"/>
                  </a:lnTo>
                  <a:lnTo>
                    <a:pt x="620" y="9894"/>
                  </a:lnTo>
                  <a:lnTo>
                    <a:pt x="544" y="9945"/>
                  </a:lnTo>
                  <a:lnTo>
                    <a:pt x="481" y="10021"/>
                  </a:lnTo>
                  <a:lnTo>
                    <a:pt x="418" y="10096"/>
                  </a:lnTo>
                  <a:lnTo>
                    <a:pt x="355" y="10172"/>
                  </a:lnTo>
                  <a:lnTo>
                    <a:pt x="291" y="10274"/>
                  </a:lnTo>
                  <a:lnTo>
                    <a:pt x="203" y="10476"/>
                  </a:lnTo>
                  <a:lnTo>
                    <a:pt x="127" y="10704"/>
                  </a:lnTo>
                  <a:lnTo>
                    <a:pt x="64" y="10944"/>
                  </a:lnTo>
                  <a:lnTo>
                    <a:pt x="26" y="11210"/>
                  </a:lnTo>
                  <a:lnTo>
                    <a:pt x="13" y="11501"/>
                  </a:lnTo>
                  <a:lnTo>
                    <a:pt x="0" y="11792"/>
                  </a:lnTo>
                  <a:lnTo>
                    <a:pt x="26" y="12095"/>
                  </a:lnTo>
                  <a:lnTo>
                    <a:pt x="51" y="12399"/>
                  </a:lnTo>
                  <a:lnTo>
                    <a:pt x="102" y="12715"/>
                  </a:lnTo>
                  <a:lnTo>
                    <a:pt x="177" y="13031"/>
                  </a:lnTo>
                  <a:lnTo>
                    <a:pt x="253" y="13335"/>
                  </a:lnTo>
                  <a:lnTo>
                    <a:pt x="355" y="13626"/>
                  </a:lnTo>
                  <a:lnTo>
                    <a:pt x="468" y="13917"/>
                  </a:lnTo>
                  <a:lnTo>
                    <a:pt x="595" y="14195"/>
                  </a:lnTo>
                  <a:lnTo>
                    <a:pt x="747" y="14448"/>
                  </a:lnTo>
                  <a:lnTo>
                    <a:pt x="899" y="14689"/>
                  </a:lnTo>
                  <a:lnTo>
                    <a:pt x="1076" y="14904"/>
                  </a:lnTo>
                  <a:lnTo>
                    <a:pt x="1265" y="15094"/>
                  </a:lnTo>
                  <a:lnTo>
                    <a:pt x="1367" y="15169"/>
                  </a:lnTo>
                  <a:lnTo>
                    <a:pt x="1468" y="15245"/>
                  </a:lnTo>
                  <a:lnTo>
                    <a:pt x="1569" y="15321"/>
                  </a:lnTo>
                  <a:lnTo>
                    <a:pt x="1670" y="15372"/>
                  </a:lnTo>
                  <a:lnTo>
                    <a:pt x="1784" y="15422"/>
                  </a:lnTo>
                  <a:lnTo>
                    <a:pt x="1898" y="15460"/>
                  </a:lnTo>
                  <a:lnTo>
                    <a:pt x="2025" y="15498"/>
                  </a:lnTo>
                  <a:lnTo>
                    <a:pt x="2138" y="15511"/>
                  </a:lnTo>
                  <a:lnTo>
                    <a:pt x="2265" y="15524"/>
                  </a:lnTo>
                  <a:lnTo>
                    <a:pt x="2391" y="15524"/>
                  </a:lnTo>
                  <a:lnTo>
                    <a:pt x="2518" y="15511"/>
                  </a:lnTo>
                  <a:lnTo>
                    <a:pt x="2657" y="15486"/>
                  </a:lnTo>
                  <a:lnTo>
                    <a:pt x="2784" y="15448"/>
                  </a:lnTo>
                  <a:lnTo>
                    <a:pt x="2923" y="15397"/>
                  </a:lnTo>
                  <a:lnTo>
                    <a:pt x="3062" y="15334"/>
                  </a:lnTo>
                  <a:lnTo>
                    <a:pt x="3214" y="15258"/>
                  </a:lnTo>
                  <a:lnTo>
                    <a:pt x="3353" y="15157"/>
                  </a:lnTo>
                  <a:lnTo>
                    <a:pt x="3505" y="15056"/>
                  </a:lnTo>
                  <a:lnTo>
                    <a:pt x="3568" y="15334"/>
                  </a:lnTo>
                  <a:lnTo>
                    <a:pt x="3707" y="15853"/>
                  </a:lnTo>
                  <a:lnTo>
                    <a:pt x="3859" y="16371"/>
                  </a:lnTo>
                  <a:lnTo>
                    <a:pt x="4023" y="16865"/>
                  </a:lnTo>
                  <a:lnTo>
                    <a:pt x="4200" y="17333"/>
                  </a:lnTo>
                  <a:lnTo>
                    <a:pt x="4390" y="17788"/>
                  </a:lnTo>
                  <a:lnTo>
                    <a:pt x="4605" y="18218"/>
                  </a:lnTo>
                  <a:lnTo>
                    <a:pt x="4820" y="18611"/>
                  </a:lnTo>
                  <a:lnTo>
                    <a:pt x="5061" y="18990"/>
                  </a:lnTo>
                  <a:lnTo>
                    <a:pt x="5238" y="19230"/>
                  </a:lnTo>
                  <a:lnTo>
                    <a:pt x="5415" y="19471"/>
                  </a:lnTo>
                  <a:lnTo>
                    <a:pt x="5592" y="19686"/>
                  </a:lnTo>
                  <a:lnTo>
                    <a:pt x="5782" y="19901"/>
                  </a:lnTo>
                  <a:lnTo>
                    <a:pt x="5959" y="20103"/>
                  </a:lnTo>
                  <a:lnTo>
                    <a:pt x="6136" y="20293"/>
                  </a:lnTo>
                  <a:lnTo>
                    <a:pt x="6503" y="20647"/>
                  </a:lnTo>
                  <a:lnTo>
                    <a:pt x="6870" y="20964"/>
                  </a:lnTo>
                  <a:lnTo>
                    <a:pt x="7237" y="21255"/>
                  </a:lnTo>
                  <a:lnTo>
                    <a:pt x="7591" y="21495"/>
                  </a:lnTo>
                  <a:lnTo>
                    <a:pt x="7945" y="21710"/>
                  </a:lnTo>
                  <a:lnTo>
                    <a:pt x="8287" y="21887"/>
                  </a:lnTo>
                  <a:lnTo>
                    <a:pt x="8603" y="22039"/>
                  </a:lnTo>
                  <a:lnTo>
                    <a:pt x="8919" y="22178"/>
                  </a:lnTo>
                  <a:lnTo>
                    <a:pt x="9223" y="22279"/>
                  </a:lnTo>
                  <a:lnTo>
                    <a:pt x="9514" y="22368"/>
                  </a:lnTo>
                  <a:lnTo>
                    <a:pt x="9780" y="22444"/>
                  </a:lnTo>
                  <a:lnTo>
                    <a:pt x="10033" y="22494"/>
                  </a:lnTo>
                  <a:lnTo>
                    <a:pt x="10273" y="22532"/>
                  </a:lnTo>
                  <a:lnTo>
                    <a:pt x="10488" y="22570"/>
                  </a:lnTo>
                  <a:lnTo>
                    <a:pt x="10678" y="22583"/>
                  </a:lnTo>
                  <a:lnTo>
                    <a:pt x="10981" y="22596"/>
                  </a:lnTo>
                  <a:lnTo>
                    <a:pt x="12335" y="22596"/>
                  </a:lnTo>
                  <a:lnTo>
                    <a:pt x="12689" y="22570"/>
                  </a:lnTo>
                  <a:lnTo>
                    <a:pt x="12904" y="22545"/>
                  </a:lnTo>
                  <a:lnTo>
                    <a:pt x="13157" y="22507"/>
                  </a:lnTo>
                  <a:lnTo>
                    <a:pt x="13423" y="22456"/>
                  </a:lnTo>
                  <a:lnTo>
                    <a:pt x="13714" y="22380"/>
                  </a:lnTo>
                  <a:lnTo>
                    <a:pt x="14018" y="22292"/>
                  </a:lnTo>
                  <a:lnTo>
                    <a:pt x="14346" y="22178"/>
                  </a:lnTo>
                  <a:lnTo>
                    <a:pt x="14675" y="22039"/>
                  </a:lnTo>
                  <a:lnTo>
                    <a:pt x="15030" y="21874"/>
                  </a:lnTo>
                  <a:lnTo>
                    <a:pt x="15397" y="21672"/>
                  </a:lnTo>
                  <a:lnTo>
                    <a:pt x="15763" y="21444"/>
                  </a:lnTo>
                  <a:lnTo>
                    <a:pt x="16067" y="21229"/>
                  </a:lnTo>
                  <a:lnTo>
                    <a:pt x="16371" y="21002"/>
                  </a:lnTo>
                  <a:lnTo>
                    <a:pt x="16687" y="20736"/>
                  </a:lnTo>
                  <a:lnTo>
                    <a:pt x="16991" y="20445"/>
                  </a:lnTo>
                  <a:lnTo>
                    <a:pt x="17307" y="20129"/>
                  </a:lnTo>
                  <a:lnTo>
                    <a:pt x="17610" y="19774"/>
                  </a:lnTo>
                  <a:lnTo>
                    <a:pt x="17914" y="19395"/>
                  </a:lnTo>
                  <a:lnTo>
                    <a:pt x="18218" y="18990"/>
                  </a:lnTo>
                  <a:lnTo>
                    <a:pt x="18458" y="18611"/>
                  </a:lnTo>
                  <a:lnTo>
                    <a:pt x="18686" y="18206"/>
                  </a:lnTo>
                  <a:lnTo>
                    <a:pt x="18901" y="17776"/>
                  </a:lnTo>
                  <a:lnTo>
                    <a:pt x="19091" y="17307"/>
                  </a:lnTo>
                  <a:lnTo>
                    <a:pt x="19268" y="16839"/>
                  </a:lnTo>
                  <a:lnTo>
                    <a:pt x="19432" y="16333"/>
                  </a:lnTo>
                  <a:lnTo>
                    <a:pt x="19584" y="15815"/>
                  </a:lnTo>
                  <a:lnTo>
                    <a:pt x="19723" y="15283"/>
                  </a:lnTo>
                  <a:lnTo>
                    <a:pt x="19799" y="14967"/>
                  </a:lnTo>
                  <a:lnTo>
                    <a:pt x="19951" y="15081"/>
                  </a:lnTo>
                  <a:lnTo>
                    <a:pt x="20103" y="15195"/>
                  </a:lnTo>
                  <a:lnTo>
                    <a:pt x="20242" y="15271"/>
                  </a:lnTo>
                  <a:lnTo>
                    <a:pt x="20394" y="15347"/>
                  </a:lnTo>
                  <a:lnTo>
                    <a:pt x="20533" y="15410"/>
                  </a:lnTo>
                  <a:lnTo>
                    <a:pt x="20672" y="15460"/>
                  </a:lnTo>
                  <a:lnTo>
                    <a:pt x="20798" y="15486"/>
                  </a:lnTo>
                  <a:lnTo>
                    <a:pt x="20938" y="15511"/>
                  </a:lnTo>
                  <a:lnTo>
                    <a:pt x="21064" y="15524"/>
                  </a:lnTo>
                  <a:lnTo>
                    <a:pt x="21191" y="15524"/>
                  </a:lnTo>
                  <a:lnTo>
                    <a:pt x="21317" y="15511"/>
                  </a:lnTo>
                  <a:lnTo>
                    <a:pt x="21444" y="15486"/>
                  </a:lnTo>
                  <a:lnTo>
                    <a:pt x="21558" y="15448"/>
                  </a:lnTo>
                  <a:lnTo>
                    <a:pt x="21671" y="15410"/>
                  </a:lnTo>
                  <a:lnTo>
                    <a:pt x="21785" y="15347"/>
                  </a:lnTo>
                  <a:lnTo>
                    <a:pt x="21886" y="15283"/>
                  </a:lnTo>
                  <a:lnTo>
                    <a:pt x="21988" y="15220"/>
                  </a:lnTo>
                  <a:lnTo>
                    <a:pt x="22101" y="15132"/>
                  </a:lnTo>
                  <a:lnTo>
                    <a:pt x="22190" y="15043"/>
                  </a:lnTo>
                  <a:lnTo>
                    <a:pt x="22291" y="14954"/>
                  </a:lnTo>
                  <a:lnTo>
                    <a:pt x="22468" y="14739"/>
                  </a:lnTo>
                  <a:lnTo>
                    <a:pt x="22633" y="14512"/>
                  </a:lnTo>
                  <a:lnTo>
                    <a:pt x="22785" y="14246"/>
                  </a:lnTo>
                  <a:lnTo>
                    <a:pt x="22911" y="13980"/>
                  </a:lnTo>
                  <a:lnTo>
                    <a:pt x="23038" y="13689"/>
                  </a:lnTo>
                  <a:lnTo>
                    <a:pt x="23139" y="13386"/>
                  </a:lnTo>
                  <a:lnTo>
                    <a:pt x="23227" y="13082"/>
                  </a:lnTo>
                  <a:lnTo>
                    <a:pt x="23291" y="12766"/>
                  </a:lnTo>
                  <a:lnTo>
                    <a:pt x="23354" y="12450"/>
                  </a:lnTo>
                  <a:lnTo>
                    <a:pt x="23379" y="12133"/>
                  </a:lnTo>
                  <a:lnTo>
                    <a:pt x="23405" y="11830"/>
                  </a:lnTo>
                  <a:lnTo>
                    <a:pt x="23405" y="11526"/>
                  </a:lnTo>
                  <a:lnTo>
                    <a:pt x="23379" y="11248"/>
                  </a:lnTo>
                  <a:lnTo>
                    <a:pt x="23341" y="10969"/>
                  </a:lnTo>
                  <a:lnTo>
                    <a:pt x="23291" y="10716"/>
                  </a:lnTo>
                  <a:lnTo>
                    <a:pt x="23215" y="10489"/>
                  </a:lnTo>
                  <a:lnTo>
                    <a:pt x="23114" y="10274"/>
                  </a:lnTo>
                  <a:lnTo>
                    <a:pt x="23063" y="10185"/>
                  </a:lnTo>
                  <a:lnTo>
                    <a:pt x="23000" y="10096"/>
                  </a:lnTo>
                  <a:lnTo>
                    <a:pt x="22936" y="10021"/>
                  </a:lnTo>
                  <a:lnTo>
                    <a:pt x="22861" y="9957"/>
                  </a:lnTo>
                  <a:lnTo>
                    <a:pt x="22785" y="9894"/>
                  </a:lnTo>
                  <a:lnTo>
                    <a:pt x="22709" y="9843"/>
                  </a:lnTo>
                  <a:lnTo>
                    <a:pt x="22620" y="9805"/>
                  </a:lnTo>
                  <a:lnTo>
                    <a:pt x="22532" y="9768"/>
                  </a:lnTo>
                  <a:lnTo>
                    <a:pt x="22430" y="9742"/>
                  </a:lnTo>
                  <a:lnTo>
                    <a:pt x="22329" y="9742"/>
                  </a:lnTo>
                  <a:lnTo>
                    <a:pt x="21962" y="9730"/>
                  </a:lnTo>
                  <a:lnTo>
                    <a:pt x="21646" y="9755"/>
                  </a:lnTo>
                  <a:lnTo>
                    <a:pt x="21368" y="9805"/>
                  </a:lnTo>
                  <a:lnTo>
                    <a:pt x="21115" y="9856"/>
                  </a:lnTo>
                  <a:lnTo>
                    <a:pt x="20900" y="9945"/>
                  </a:lnTo>
                  <a:lnTo>
                    <a:pt x="20710" y="10033"/>
                  </a:lnTo>
                  <a:lnTo>
                    <a:pt x="20558" y="10134"/>
                  </a:lnTo>
                  <a:lnTo>
                    <a:pt x="20419" y="10248"/>
                  </a:lnTo>
                  <a:lnTo>
                    <a:pt x="20444" y="9692"/>
                  </a:lnTo>
                  <a:lnTo>
                    <a:pt x="20470" y="9148"/>
                  </a:lnTo>
                  <a:lnTo>
                    <a:pt x="20482" y="8110"/>
                  </a:lnTo>
                  <a:lnTo>
                    <a:pt x="20470" y="7123"/>
                  </a:lnTo>
                  <a:lnTo>
                    <a:pt x="20432" y="6213"/>
                  </a:lnTo>
                  <a:lnTo>
                    <a:pt x="20381" y="5403"/>
                  </a:lnTo>
                  <a:lnTo>
                    <a:pt x="20305" y="4707"/>
                  </a:lnTo>
                  <a:lnTo>
                    <a:pt x="20267" y="4416"/>
                  </a:lnTo>
                  <a:lnTo>
                    <a:pt x="20217" y="4151"/>
                  </a:lnTo>
                  <a:lnTo>
                    <a:pt x="20179" y="3923"/>
                  </a:lnTo>
                  <a:lnTo>
                    <a:pt x="20128" y="3733"/>
                  </a:lnTo>
                  <a:lnTo>
                    <a:pt x="20077" y="3581"/>
                  </a:lnTo>
                  <a:lnTo>
                    <a:pt x="20001" y="3417"/>
                  </a:lnTo>
                  <a:lnTo>
                    <a:pt x="19900" y="3265"/>
                  </a:lnTo>
                  <a:lnTo>
                    <a:pt x="19799" y="3100"/>
                  </a:lnTo>
                  <a:lnTo>
                    <a:pt x="19673" y="2936"/>
                  </a:lnTo>
                  <a:lnTo>
                    <a:pt x="19521" y="2772"/>
                  </a:lnTo>
                  <a:lnTo>
                    <a:pt x="19356" y="2620"/>
                  </a:lnTo>
                  <a:lnTo>
                    <a:pt x="19179" y="2455"/>
                  </a:lnTo>
                  <a:lnTo>
                    <a:pt x="18989" y="2291"/>
                  </a:lnTo>
                  <a:lnTo>
                    <a:pt x="18787" y="2139"/>
                  </a:lnTo>
                  <a:lnTo>
                    <a:pt x="18559" y="1975"/>
                  </a:lnTo>
                  <a:lnTo>
                    <a:pt x="18332" y="1823"/>
                  </a:lnTo>
                  <a:lnTo>
                    <a:pt x="18079" y="1671"/>
                  </a:lnTo>
                  <a:lnTo>
                    <a:pt x="17825" y="1532"/>
                  </a:lnTo>
                  <a:lnTo>
                    <a:pt x="17547" y="1380"/>
                  </a:lnTo>
                  <a:lnTo>
                    <a:pt x="17269" y="1241"/>
                  </a:lnTo>
                  <a:lnTo>
                    <a:pt x="16978" y="1114"/>
                  </a:lnTo>
                  <a:lnTo>
                    <a:pt x="16662" y="988"/>
                  </a:lnTo>
                  <a:lnTo>
                    <a:pt x="16358" y="861"/>
                  </a:lnTo>
                  <a:lnTo>
                    <a:pt x="16029" y="747"/>
                  </a:lnTo>
                  <a:lnTo>
                    <a:pt x="15700" y="634"/>
                  </a:lnTo>
                  <a:lnTo>
                    <a:pt x="15359" y="532"/>
                  </a:lnTo>
                  <a:lnTo>
                    <a:pt x="15017" y="431"/>
                  </a:lnTo>
                  <a:lnTo>
                    <a:pt x="14663" y="343"/>
                  </a:lnTo>
                  <a:lnTo>
                    <a:pt x="14296" y="267"/>
                  </a:lnTo>
                  <a:lnTo>
                    <a:pt x="13929" y="203"/>
                  </a:lnTo>
                  <a:lnTo>
                    <a:pt x="13562" y="140"/>
                  </a:lnTo>
                  <a:lnTo>
                    <a:pt x="13183" y="90"/>
                  </a:lnTo>
                  <a:lnTo>
                    <a:pt x="12803" y="52"/>
                  </a:lnTo>
                  <a:lnTo>
                    <a:pt x="12424" y="26"/>
                  </a:lnTo>
                  <a:lnTo>
                    <a:pt x="12031" y="1"/>
                  </a:lnTo>
                  <a:close/>
                </a:path>
              </a:pathLst>
            </a:custGeom>
            <a:solidFill>
              <a:srgbClr val="DB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525175" y="492700"/>
              <a:ext cx="585125" cy="564900"/>
            </a:xfrm>
            <a:custGeom>
              <a:rect b="b" l="l" r="r" t="t"/>
              <a:pathLst>
                <a:path extrusionOk="0" fill="none" h="22596" w="23405">
                  <a:moveTo>
                    <a:pt x="22329" y="9742"/>
                  </a:moveTo>
                  <a:lnTo>
                    <a:pt x="22329" y="9742"/>
                  </a:lnTo>
                  <a:lnTo>
                    <a:pt x="21962" y="9730"/>
                  </a:lnTo>
                  <a:lnTo>
                    <a:pt x="21646" y="9755"/>
                  </a:lnTo>
                  <a:lnTo>
                    <a:pt x="21368" y="9805"/>
                  </a:lnTo>
                  <a:lnTo>
                    <a:pt x="21115" y="9856"/>
                  </a:lnTo>
                  <a:lnTo>
                    <a:pt x="20900" y="9945"/>
                  </a:lnTo>
                  <a:lnTo>
                    <a:pt x="20710" y="10033"/>
                  </a:lnTo>
                  <a:lnTo>
                    <a:pt x="20558" y="10134"/>
                  </a:lnTo>
                  <a:lnTo>
                    <a:pt x="20419" y="10248"/>
                  </a:lnTo>
                  <a:lnTo>
                    <a:pt x="20419" y="10248"/>
                  </a:lnTo>
                  <a:lnTo>
                    <a:pt x="20444" y="9692"/>
                  </a:lnTo>
                  <a:lnTo>
                    <a:pt x="20470" y="9148"/>
                  </a:lnTo>
                  <a:lnTo>
                    <a:pt x="20482" y="8110"/>
                  </a:lnTo>
                  <a:lnTo>
                    <a:pt x="20470" y="7123"/>
                  </a:lnTo>
                  <a:lnTo>
                    <a:pt x="20432" y="6213"/>
                  </a:lnTo>
                  <a:lnTo>
                    <a:pt x="20381" y="5403"/>
                  </a:lnTo>
                  <a:lnTo>
                    <a:pt x="20305" y="4707"/>
                  </a:lnTo>
                  <a:lnTo>
                    <a:pt x="20267" y="4416"/>
                  </a:lnTo>
                  <a:lnTo>
                    <a:pt x="20217" y="4151"/>
                  </a:lnTo>
                  <a:lnTo>
                    <a:pt x="20179" y="3923"/>
                  </a:lnTo>
                  <a:lnTo>
                    <a:pt x="20128" y="3733"/>
                  </a:lnTo>
                  <a:lnTo>
                    <a:pt x="20128" y="3733"/>
                  </a:lnTo>
                  <a:lnTo>
                    <a:pt x="20077" y="3581"/>
                  </a:lnTo>
                  <a:lnTo>
                    <a:pt x="20001" y="3417"/>
                  </a:lnTo>
                  <a:lnTo>
                    <a:pt x="19900" y="3265"/>
                  </a:lnTo>
                  <a:lnTo>
                    <a:pt x="19799" y="3100"/>
                  </a:lnTo>
                  <a:lnTo>
                    <a:pt x="19673" y="2936"/>
                  </a:lnTo>
                  <a:lnTo>
                    <a:pt x="19521" y="2772"/>
                  </a:lnTo>
                  <a:lnTo>
                    <a:pt x="19356" y="2620"/>
                  </a:lnTo>
                  <a:lnTo>
                    <a:pt x="19179" y="2455"/>
                  </a:lnTo>
                  <a:lnTo>
                    <a:pt x="18989" y="2291"/>
                  </a:lnTo>
                  <a:lnTo>
                    <a:pt x="18787" y="2139"/>
                  </a:lnTo>
                  <a:lnTo>
                    <a:pt x="18559" y="1975"/>
                  </a:lnTo>
                  <a:lnTo>
                    <a:pt x="18332" y="1823"/>
                  </a:lnTo>
                  <a:lnTo>
                    <a:pt x="18079" y="1671"/>
                  </a:lnTo>
                  <a:lnTo>
                    <a:pt x="17825" y="1532"/>
                  </a:lnTo>
                  <a:lnTo>
                    <a:pt x="17547" y="1380"/>
                  </a:lnTo>
                  <a:lnTo>
                    <a:pt x="17269" y="1241"/>
                  </a:lnTo>
                  <a:lnTo>
                    <a:pt x="16978" y="1114"/>
                  </a:lnTo>
                  <a:lnTo>
                    <a:pt x="16662" y="988"/>
                  </a:lnTo>
                  <a:lnTo>
                    <a:pt x="16358" y="861"/>
                  </a:lnTo>
                  <a:lnTo>
                    <a:pt x="16029" y="747"/>
                  </a:lnTo>
                  <a:lnTo>
                    <a:pt x="15700" y="634"/>
                  </a:lnTo>
                  <a:lnTo>
                    <a:pt x="15359" y="532"/>
                  </a:lnTo>
                  <a:lnTo>
                    <a:pt x="15017" y="431"/>
                  </a:lnTo>
                  <a:lnTo>
                    <a:pt x="14663" y="343"/>
                  </a:lnTo>
                  <a:lnTo>
                    <a:pt x="14296" y="267"/>
                  </a:lnTo>
                  <a:lnTo>
                    <a:pt x="13929" y="203"/>
                  </a:lnTo>
                  <a:lnTo>
                    <a:pt x="13562" y="140"/>
                  </a:lnTo>
                  <a:lnTo>
                    <a:pt x="13183" y="90"/>
                  </a:lnTo>
                  <a:lnTo>
                    <a:pt x="12803" y="52"/>
                  </a:lnTo>
                  <a:lnTo>
                    <a:pt x="12424" y="26"/>
                  </a:lnTo>
                  <a:lnTo>
                    <a:pt x="12031" y="1"/>
                  </a:lnTo>
                  <a:lnTo>
                    <a:pt x="11639" y="1"/>
                  </a:lnTo>
                  <a:lnTo>
                    <a:pt x="11639" y="1"/>
                  </a:lnTo>
                  <a:lnTo>
                    <a:pt x="11247" y="1"/>
                  </a:lnTo>
                  <a:lnTo>
                    <a:pt x="10867" y="26"/>
                  </a:lnTo>
                  <a:lnTo>
                    <a:pt x="10475" y="52"/>
                  </a:lnTo>
                  <a:lnTo>
                    <a:pt x="10096" y="90"/>
                  </a:lnTo>
                  <a:lnTo>
                    <a:pt x="9729" y="140"/>
                  </a:lnTo>
                  <a:lnTo>
                    <a:pt x="9349" y="203"/>
                  </a:lnTo>
                  <a:lnTo>
                    <a:pt x="8983" y="267"/>
                  </a:lnTo>
                  <a:lnTo>
                    <a:pt x="8628" y="343"/>
                  </a:lnTo>
                  <a:lnTo>
                    <a:pt x="8274" y="431"/>
                  </a:lnTo>
                  <a:lnTo>
                    <a:pt x="7920" y="532"/>
                  </a:lnTo>
                  <a:lnTo>
                    <a:pt x="7578" y="634"/>
                  </a:lnTo>
                  <a:lnTo>
                    <a:pt x="7249" y="747"/>
                  </a:lnTo>
                  <a:lnTo>
                    <a:pt x="6933" y="861"/>
                  </a:lnTo>
                  <a:lnTo>
                    <a:pt x="6617" y="988"/>
                  </a:lnTo>
                  <a:lnTo>
                    <a:pt x="6313" y="1114"/>
                  </a:lnTo>
                  <a:lnTo>
                    <a:pt x="6010" y="1241"/>
                  </a:lnTo>
                  <a:lnTo>
                    <a:pt x="5731" y="1380"/>
                  </a:lnTo>
                  <a:lnTo>
                    <a:pt x="5466" y="1532"/>
                  </a:lnTo>
                  <a:lnTo>
                    <a:pt x="5200" y="1671"/>
                  </a:lnTo>
                  <a:lnTo>
                    <a:pt x="4947" y="1823"/>
                  </a:lnTo>
                  <a:lnTo>
                    <a:pt x="4719" y="1975"/>
                  </a:lnTo>
                  <a:lnTo>
                    <a:pt x="4491" y="2139"/>
                  </a:lnTo>
                  <a:lnTo>
                    <a:pt x="4289" y="2291"/>
                  </a:lnTo>
                  <a:lnTo>
                    <a:pt x="4099" y="2455"/>
                  </a:lnTo>
                  <a:lnTo>
                    <a:pt x="3922" y="2620"/>
                  </a:lnTo>
                  <a:lnTo>
                    <a:pt x="3758" y="2772"/>
                  </a:lnTo>
                  <a:lnTo>
                    <a:pt x="3606" y="2936"/>
                  </a:lnTo>
                  <a:lnTo>
                    <a:pt x="3479" y="3100"/>
                  </a:lnTo>
                  <a:lnTo>
                    <a:pt x="3378" y="3265"/>
                  </a:lnTo>
                  <a:lnTo>
                    <a:pt x="3277" y="3417"/>
                  </a:lnTo>
                  <a:lnTo>
                    <a:pt x="3201" y="3581"/>
                  </a:lnTo>
                  <a:lnTo>
                    <a:pt x="3150" y="3733"/>
                  </a:lnTo>
                  <a:lnTo>
                    <a:pt x="3150" y="3733"/>
                  </a:lnTo>
                  <a:lnTo>
                    <a:pt x="3100" y="3910"/>
                  </a:lnTo>
                  <a:lnTo>
                    <a:pt x="3062" y="4138"/>
                  </a:lnTo>
                  <a:lnTo>
                    <a:pt x="3011" y="4404"/>
                  </a:lnTo>
                  <a:lnTo>
                    <a:pt x="2973" y="4694"/>
                  </a:lnTo>
                  <a:lnTo>
                    <a:pt x="2897" y="5378"/>
                  </a:lnTo>
                  <a:lnTo>
                    <a:pt x="2847" y="6175"/>
                  </a:lnTo>
                  <a:lnTo>
                    <a:pt x="2809" y="7060"/>
                  </a:lnTo>
                  <a:lnTo>
                    <a:pt x="2796" y="8034"/>
                  </a:lnTo>
                  <a:lnTo>
                    <a:pt x="2809" y="9059"/>
                  </a:lnTo>
                  <a:lnTo>
                    <a:pt x="2822" y="9590"/>
                  </a:lnTo>
                  <a:lnTo>
                    <a:pt x="2847" y="10134"/>
                  </a:lnTo>
                  <a:lnTo>
                    <a:pt x="2847" y="10134"/>
                  </a:lnTo>
                  <a:lnTo>
                    <a:pt x="2720" y="10046"/>
                  </a:lnTo>
                  <a:lnTo>
                    <a:pt x="2556" y="9957"/>
                  </a:lnTo>
                  <a:lnTo>
                    <a:pt x="2379" y="9894"/>
                  </a:lnTo>
                  <a:lnTo>
                    <a:pt x="2176" y="9831"/>
                  </a:lnTo>
                  <a:lnTo>
                    <a:pt x="1936" y="9780"/>
                  </a:lnTo>
                  <a:lnTo>
                    <a:pt x="1683" y="9755"/>
                  </a:lnTo>
                  <a:lnTo>
                    <a:pt x="1405" y="9730"/>
                  </a:lnTo>
                  <a:lnTo>
                    <a:pt x="1088" y="9742"/>
                  </a:lnTo>
                  <a:lnTo>
                    <a:pt x="1088" y="9742"/>
                  </a:lnTo>
                  <a:lnTo>
                    <a:pt x="987" y="9742"/>
                  </a:lnTo>
                  <a:lnTo>
                    <a:pt x="886" y="9768"/>
                  </a:lnTo>
                  <a:lnTo>
                    <a:pt x="797" y="9805"/>
                  </a:lnTo>
                  <a:lnTo>
                    <a:pt x="709" y="9843"/>
                  </a:lnTo>
                  <a:lnTo>
                    <a:pt x="620" y="9894"/>
                  </a:lnTo>
                  <a:lnTo>
                    <a:pt x="544" y="9945"/>
                  </a:lnTo>
                  <a:lnTo>
                    <a:pt x="481" y="10021"/>
                  </a:lnTo>
                  <a:lnTo>
                    <a:pt x="418" y="10096"/>
                  </a:lnTo>
                  <a:lnTo>
                    <a:pt x="355" y="10172"/>
                  </a:lnTo>
                  <a:lnTo>
                    <a:pt x="291" y="10274"/>
                  </a:lnTo>
                  <a:lnTo>
                    <a:pt x="203" y="10476"/>
                  </a:lnTo>
                  <a:lnTo>
                    <a:pt x="127" y="10704"/>
                  </a:lnTo>
                  <a:lnTo>
                    <a:pt x="64" y="10944"/>
                  </a:lnTo>
                  <a:lnTo>
                    <a:pt x="26" y="11210"/>
                  </a:lnTo>
                  <a:lnTo>
                    <a:pt x="13" y="11501"/>
                  </a:lnTo>
                  <a:lnTo>
                    <a:pt x="0" y="11792"/>
                  </a:lnTo>
                  <a:lnTo>
                    <a:pt x="26" y="12095"/>
                  </a:lnTo>
                  <a:lnTo>
                    <a:pt x="51" y="12399"/>
                  </a:lnTo>
                  <a:lnTo>
                    <a:pt x="102" y="12715"/>
                  </a:lnTo>
                  <a:lnTo>
                    <a:pt x="177" y="13031"/>
                  </a:lnTo>
                  <a:lnTo>
                    <a:pt x="253" y="13335"/>
                  </a:lnTo>
                  <a:lnTo>
                    <a:pt x="355" y="13626"/>
                  </a:lnTo>
                  <a:lnTo>
                    <a:pt x="468" y="13917"/>
                  </a:lnTo>
                  <a:lnTo>
                    <a:pt x="595" y="14195"/>
                  </a:lnTo>
                  <a:lnTo>
                    <a:pt x="747" y="14448"/>
                  </a:lnTo>
                  <a:lnTo>
                    <a:pt x="899" y="14689"/>
                  </a:lnTo>
                  <a:lnTo>
                    <a:pt x="1076" y="14904"/>
                  </a:lnTo>
                  <a:lnTo>
                    <a:pt x="1265" y="15094"/>
                  </a:lnTo>
                  <a:lnTo>
                    <a:pt x="1367" y="15169"/>
                  </a:lnTo>
                  <a:lnTo>
                    <a:pt x="1468" y="15245"/>
                  </a:lnTo>
                  <a:lnTo>
                    <a:pt x="1569" y="15321"/>
                  </a:lnTo>
                  <a:lnTo>
                    <a:pt x="1670" y="15372"/>
                  </a:lnTo>
                  <a:lnTo>
                    <a:pt x="1784" y="15422"/>
                  </a:lnTo>
                  <a:lnTo>
                    <a:pt x="1898" y="15460"/>
                  </a:lnTo>
                  <a:lnTo>
                    <a:pt x="2025" y="15498"/>
                  </a:lnTo>
                  <a:lnTo>
                    <a:pt x="2138" y="15511"/>
                  </a:lnTo>
                  <a:lnTo>
                    <a:pt x="2265" y="15524"/>
                  </a:lnTo>
                  <a:lnTo>
                    <a:pt x="2391" y="15524"/>
                  </a:lnTo>
                  <a:lnTo>
                    <a:pt x="2518" y="15511"/>
                  </a:lnTo>
                  <a:lnTo>
                    <a:pt x="2657" y="15486"/>
                  </a:lnTo>
                  <a:lnTo>
                    <a:pt x="2784" y="15448"/>
                  </a:lnTo>
                  <a:lnTo>
                    <a:pt x="2923" y="15397"/>
                  </a:lnTo>
                  <a:lnTo>
                    <a:pt x="3062" y="15334"/>
                  </a:lnTo>
                  <a:lnTo>
                    <a:pt x="3214" y="15258"/>
                  </a:lnTo>
                  <a:lnTo>
                    <a:pt x="3353" y="15157"/>
                  </a:lnTo>
                  <a:lnTo>
                    <a:pt x="3505" y="15056"/>
                  </a:lnTo>
                  <a:lnTo>
                    <a:pt x="3505" y="15056"/>
                  </a:lnTo>
                  <a:lnTo>
                    <a:pt x="3568" y="15334"/>
                  </a:lnTo>
                  <a:lnTo>
                    <a:pt x="3568" y="15334"/>
                  </a:lnTo>
                  <a:lnTo>
                    <a:pt x="3707" y="15853"/>
                  </a:lnTo>
                  <a:lnTo>
                    <a:pt x="3859" y="16371"/>
                  </a:lnTo>
                  <a:lnTo>
                    <a:pt x="4023" y="16865"/>
                  </a:lnTo>
                  <a:lnTo>
                    <a:pt x="4200" y="17333"/>
                  </a:lnTo>
                  <a:lnTo>
                    <a:pt x="4390" y="17788"/>
                  </a:lnTo>
                  <a:lnTo>
                    <a:pt x="4605" y="18218"/>
                  </a:lnTo>
                  <a:lnTo>
                    <a:pt x="4820" y="18611"/>
                  </a:lnTo>
                  <a:lnTo>
                    <a:pt x="5061" y="18990"/>
                  </a:lnTo>
                  <a:lnTo>
                    <a:pt x="5061" y="18990"/>
                  </a:lnTo>
                  <a:lnTo>
                    <a:pt x="5238" y="19230"/>
                  </a:lnTo>
                  <a:lnTo>
                    <a:pt x="5415" y="19471"/>
                  </a:lnTo>
                  <a:lnTo>
                    <a:pt x="5592" y="19686"/>
                  </a:lnTo>
                  <a:lnTo>
                    <a:pt x="5782" y="19901"/>
                  </a:lnTo>
                  <a:lnTo>
                    <a:pt x="5959" y="20103"/>
                  </a:lnTo>
                  <a:lnTo>
                    <a:pt x="6136" y="20293"/>
                  </a:lnTo>
                  <a:lnTo>
                    <a:pt x="6503" y="20647"/>
                  </a:lnTo>
                  <a:lnTo>
                    <a:pt x="6870" y="20964"/>
                  </a:lnTo>
                  <a:lnTo>
                    <a:pt x="7237" y="21255"/>
                  </a:lnTo>
                  <a:lnTo>
                    <a:pt x="7591" y="21495"/>
                  </a:lnTo>
                  <a:lnTo>
                    <a:pt x="7945" y="21710"/>
                  </a:lnTo>
                  <a:lnTo>
                    <a:pt x="7945" y="21710"/>
                  </a:lnTo>
                  <a:lnTo>
                    <a:pt x="8287" y="21887"/>
                  </a:lnTo>
                  <a:lnTo>
                    <a:pt x="8603" y="22039"/>
                  </a:lnTo>
                  <a:lnTo>
                    <a:pt x="8919" y="22178"/>
                  </a:lnTo>
                  <a:lnTo>
                    <a:pt x="9223" y="22279"/>
                  </a:lnTo>
                  <a:lnTo>
                    <a:pt x="9514" y="22368"/>
                  </a:lnTo>
                  <a:lnTo>
                    <a:pt x="9780" y="22444"/>
                  </a:lnTo>
                  <a:lnTo>
                    <a:pt x="10033" y="22494"/>
                  </a:lnTo>
                  <a:lnTo>
                    <a:pt x="10273" y="22532"/>
                  </a:lnTo>
                  <a:lnTo>
                    <a:pt x="10488" y="22570"/>
                  </a:lnTo>
                  <a:lnTo>
                    <a:pt x="10678" y="22583"/>
                  </a:lnTo>
                  <a:lnTo>
                    <a:pt x="10981" y="22596"/>
                  </a:lnTo>
                  <a:lnTo>
                    <a:pt x="11171" y="22596"/>
                  </a:lnTo>
                  <a:lnTo>
                    <a:pt x="11247" y="22596"/>
                  </a:lnTo>
                  <a:lnTo>
                    <a:pt x="12031" y="22596"/>
                  </a:lnTo>
                  <a:lnTo>
                    <a:pt x="12031" y="22596"/>
                  </a:lnTo>
                  <a:lnTo>
                    <a:pt x="12120" y="22596"/>
                  </a:lnTo>
                  <a:lnTo>
                    <a:pt x="12335" y="22596"/>
                  </a:lnTo>
                  <a:lnTo>
                    <a:pt x="12689" y="22570"/>
                  </a:lnTo>
                  <a:lnTo>
                    <a:pt x="12904" y="22545"/>
                  </a:lnTo>
                  <a:lnTo>
                    <a:pt x="13157" y="22507"/>
                  </a:lnTo>
                  <a:lnTo>
                    <a:pt x="13423" y="22456"/>
                  </a:lnTo>
                  <a:lnTo>
                    <a:pt x="13714" y="22380"/>
                  </a:lnTo>
                  <a:lnTo>
                    <a:pt x="14018" y="22292"/>
                  </a:lnTo>
                  <a:lnTo>
                    <a:pt x="14346" y="22178"/>
                  </a:lnTo>
                  <a:lnTo>
                    <a:pt x="14675" y="22039"/>
                  </a:lnTo>
                  <a:lnTo>
                    <a:pt x="15030" y="21874"/>
                  </a:lnTo>
                  <a:lnTo>
                    <a:pt x="15397" y="21672"/>
                  </a:lnTo>
                  <a:lnTo>
                    <a:pt x="15763" y="21444"/>
                  </a:lnTo>
                  <a:lnTo>
                    <a:pt x="15763" y="21444"/>
                  </a:lnTo>
                  <a:lnTo>
                    <a:pt x="16067" y="21229"/>
                  </a:lnTo>
                  <a:lnTo>
                    <a:pt x="16371" y="21002"/>
                  </a:lnTo>
                  <a:lnTo>
                    <a:pt x="16687" y="20736"/>
                  </a:lnTo>
                  <a:lnTo>
                    <a:pt x="16991" y="20445"/>
                  </a:lnTo>
                  <a:lnTo>
                    <a:pt x="17307" y="20129"/>
                  </a:lnTo>
                  <a:lnTo>
                    <a:pt x="17610" y="19774"/>
                  </a:lnTo>
                  <a:lnTo>
                    <a:pt x="17914" y="19395"/>
                  </a:lnTo>
                  <a:lnTo>
                    <a:pt x="18218" y="18990"/>
                  </a:lnTo>
                  <a:lnTo>
                    <a:pt x="18218" y="18990"/>
                  </a:lnTo>
                  <a:lnTo>
                    <a:pt x="18458" y="18611"/>
                  </a:lnTo>
                  <a:lnTo>
                    <a:pt x="18686" y="18206"/>
                  </a:lnTo>
                  <a:lnTo>
                    <a:pt x="18901" y="17776"/>
                  </a:lnTo>
                  <a:lnTo>
                    <a:pt x="19091" y="17307"/>
                  </a:lnTo>
                  <a:lnTo>
                    <a:pt x="19268" y="16839"/>
                  </a:lnTo>
                  <a:lnTo>
                    <a:pt x="19432" y="16333"/>
                  </a:lnTo>
                  <a:lnTo>
                    <a:pt x="19584" y="15815"/>
                  </a:lnTo>
                  <a:lnTo>
                    <a:pt x="19723" y="15283"/>
                  </a:lnTo>
                  <a:lnTo>
                    <a:pt x="19723" y="15283"/>
                  </a:lnTo>
                  <a:lnTo>
                    <a:pt x="19799" y="14967"/>
                  </a:lnTo>
                  <a:lnTo>
                    <a:pt x="19799" y="14967"/>
                  </a:lnTo>
                  <a:lnTo>
                    <a:pt x="19951" y="15081"/>
                  </a:lnTo>
                  <a:lnTo>
                    <a:pt x="20103" y="15195"/>
                  </a:lnTo>
                  <a:lnTo>
                    <a:pt x="20242" y="15271"/>
                  </a:lnTo>
                  <a:lnTo>
                    <a:pt x="20394" y="15347"/>
                  </a:lnTo>
                  <a:lnTo>
                    <a:pt x="20533" y="15410"/>
                  </a:lnTo>
                  <a:lnTo>
                    <a:pt x="20672" y="15460"/>
                  </a:lnTo>
                  <a:lnTo>
                    <a:pt x="20798" y="15486"/>
                  </a:lnTo>
                  <a:lnTo>
                    <a:pt x="20938" y="15511"/>
                  </a:lnTo>
                  <a:lnTo>
                    <a:pt x="21064" y="15524"/>
                  </a:lnTo>
                  <a:lnTo>
                    <a:pt x="21191" y="15524"/>
                  </a:lnTo>
                  <a:lnTo>
                    <a:pt x="21317" y="15511"/>
                  </a:lnTo>
                  <a:lnTo>
                    <a:pt x="21444" y="15486"/>
                  </a:lnTo>
                  <a:lnTo>
                    <a:pt x="21558" y="15448"/>
                  </a:lnTo>
                  <a:lnTo>
                    <a:pt x="21671" y="15410"/>
                  </a:lnTo>
                  <a:lnTo>
                    <a:pt x="21785" y="15347"/>
                  </a:lnTo>
                  <a:lnTo>
                    <a:pt x="21886" y="15283"/>
                  </a:lnTo>
                  <a:lnTo>
                    <a:pt x="21988" y="15220"/>
                  </a:lnTo>
                  <a:lnTo>
                    <a:pt x="22101" y="15132"/>
                  </a:lnTo>
                  <a:lnTo>
                    <a:pt x="22190" y="15043"/>
                  </a:lnTo>
                  <a:lnTo>
                    <a:pt x="22291" y="14954"/>
                  </a:lnTo>
                  <a:lnTo>
                    <a:pt x="22468" y="14739"/>
                  </a:lnTo>
                  <a:lnTo>
                    <a:pt x="22633" y="14512"/>
                  </a:lnTo>
                  <a:lnTo>
                    <a:pt x="22785" y="14246"/>
                  </a:lnTo>
                  <a:lnTo>
                    <a:pt x="22911" y="13980"/>
                  </a:lnTo>
                  <a:lnTo>
                    <a:pt x="23038" y="13689"/>
                  </a:lnTo>
                  <a:lnTo>
                    <a:pt x="23139" y="13386"/>
                  </a:lnTo>
                  <a:lnTo>
                    <a:pt x="23227" y="13082"/>
                  </a:lnTo>
                  <a:lnTo>
                    <a:pt x="23291" y="12766"/>
                  </a:lnTo>
                  <a:lnTo>
                    <a:pt x="23354" y="12450"/>
                  </a:lnTo>
                  <a:lnTo>
                    <a:pt x="23379" y="12133"/>
                  </a:lnTo>
                  <a:lnTo>
                    <a:pt x="23405" y="11830"/>
                  </a:lnTo>
                  <a:lnTo>
                    <a:pt x="23405" y="11526"/>
                  </a:lnTo>
                  <a:lnTo>
                    <a:pt x="23379" y="11248"/>
                  </a:lnTo>
                  <a:lnTo>
                    <a:pt x="23341" y="10969"/>
                  </a:lnTo>
                  <a:lnTo>
                    <a:pt x="23291" y="10716"/>
                  </a:lnTo>
                  <a:lnTo>
                    <a:pt x="23215" y="10489"/>
                  </a:lnTo>
                  <a:lnTo>
                    <a:pt x="23114" y="10274"/>
                  </a:lnTo>
                  <a:lnTo>
                    <a:pt x="23063" y="10185"/>
                  </a:lnTo>
                  <a:lnTo>
                    <a:pt x="23000" y="10096"/>
                  </a:lnTo>
                  <a:lnTo>
                    <a:pt x="22936" y="10021"/>
                  </a:lnTo>
                  <a:lnTo>
                    <a:pt x="22861" y="9957"/>
                  </a:lnTo>
                  <a:lnTo>
                    <a:pt x="22785" y="9894"/>
                  </a:lnTo>
                  <a:lnTo>
                    <a:pt x="22709" y="9843"/>
                  </a:lnTo>
                  <a:lnTo>
                    <a:pt x="22620" y="9805"/>
                  </a:lnTo>
                  <a:lnTo>
                    <a:pt x="22532" y="9768"/>
                  </a:lnTo>
                  <a:lnTo>
                    <a:pt x="22430" y="9742"/>
                  </a:lnTo>
                  <a:lnTo>
                    <a:pt x="22329" y="974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3545100" y="774500"/>
              <a:ext cx="62000" cy="69625"/>
            </a:xfrm>
            <a:custGeom>
              <a:rect b="b" l="l" r="r" t="t"/>
              <a:pathLst>
                <a:path extrusionOk="0" h="2785" w="2480">
                  <a:moveTo>
                    <a:pt x="759" y="1"/>
                  </a:moveTo>
                  <a:lnTo>
                    <a:pt x="646" y="14"/>
                  </a:lnTo>
                  <a:lnTo>
                    <a:pt x="544" y="52"/>
                  </a:lnTo>
                  <a:lnTo>
                    <a:pt x="443" y="90"/>
                  </a:lnTo>
                  <a:lnTo>
                    <a:pt x="355" y="140"/>
                  </a:lnTo>
                  <a:lnTo>
                    <a:pt x="266" y="216"/>
                  </a:lnTo>
                  <a:lnTo>
                    <a:pt x="190" y="292"/>
                  </a:lnTo>
                  <a:lnTo>
                    <a:pt x="127" y="381"/>
                  </a:lnTo>
                  <a:lnTo>
                    <a:pt x="76" y="482"/>
                  </a:lnTo>
                  <a:lnTo>
                    <a:pt x="38" y="570"/>
                  </a:lnTo>
                  <a:lnTo>
                    <a:pt x="13" y="671"/>
                  </a:lnTo>
                  <a:lnTo>
                    <a:pt x="0" y="773"/>
                  </a:lnTo>
                  <a:lnTo>
                    <a:pt x="0" y="962"/>
                  </a:lnTo>
                  <a:lnTo>
                    <a:pt x="26" y="1152"/>
                  </a:lnTo>
                  <a:lnTo>
                    <a:pt x="51" y="1329"/>
                  </a:lnTo>
                  <a:lnTo>
                    <a:pt x="102" y="1506"/>
                  </a:lnTo>
                  <a:lnTo>
                    <a:pt x="165" y="1684"/>
                  </a:lnTo>
                  <a:lnTo>
                    <a:pt x="241" y="1848"/>
                  </a:lnTo>
                  <a:lnTo>
                    <a:pt x="279" y="1924"/>
                  </a:lnTo>
                  <a:lnTo>
                    <a:pt x="342" y="1987"/>
                  </a:lnTo>
                  <a:lnTo>
                    <a:pt x="291" y="1823"/>
                  </a:lnTo>
                  <a:lnTo>
                    <a:pt x="253" y="1658"/>
                  </a:lnTo>
                  <a:lnTo>
                    <a:pt x="228" y="1481"/>
                  </a:lnTo>
                  <a:lnTo>
                    <a:pt x="215" y="1304"/>
                  </a:lnTo>
                  <a:lnTo>
                    <a:pt x="215" y="1140"/>
                  </a:lnTo>
                  <a:lnTo>
                    <a:pt x="228" y="962"/>
                  </a:lnTo>
                  <a:lnTo>
                    <a:pt x="253" y="811"/>
                  </a:lnTo>
                  <a:lnTo>
                    <a:pt x="291" y="659"/>
                  </a:lnTo>
                  <a:lnTo>
                    <a:pt x="329" y="596"/>
                  </a:lnTo>
                  <a:lnTo>
                    <a:pt x="367" y="532"/>
                  </a:lnTo>
                  <a:lnTo>
                    <a:pt x="405" y="482"/>
                  </a:lnTo>
                  <a:lnTo>
                    <a:pt x="456" y="444"/>
                  </a:lnTo>
                  <a:lnTo>
                    <a:pt x="519" y="406"/>
                  </a:lnTo>
                  <a:lnTo>
                    <a:pt x="582" y="381"/>
                  </a:lnTo>
                  <a:lnTo>
                    <a:pt x="646" y="355"/>
                  </a:lnTo>
                  <a:lnTo>
                    <a:pt x="709" y="343"/>
                  </a:lnTo>
                  <a:lnTo>
                    <a:pt x="848" y="330"/>
                  </a:lnTo>
                  <a:lnTo>
                    <a:pt x="987" y="355"/>
                  </a:lnTo>
                  <a:lnTo>
                    <a:pt x="1126" y="406"/>
                  </a:lnTo>
                  <a:lnTo>
                    <a:pt x="1265" y="469"/>
                  </a:lnTo>
                  <a:lnTo>
                    <a:pt x="1392" y="570"/>
                  </a:lnTo>
                  <a:lnTo>
                    <a:pt x="1518" y="671"/>
                  </a:lnTo>
                  <a:lnTo>
                    <a:pt x="1645" y="773"/>
                  </a:lnTo>
                  <a:lnTo>
                    <a:pt x="1759" y="899"/>
                  </a:lnTo>
                  <a:lnTo>
                    <a:pt x="1860" y="1026"/>
                  </a:lnTo>
                  <a:lnTo>
                    <a:pt x="1961" y="1152"/>
                  </a:lnTo>
                  <a:lnTo>
                    <a:pt x="2050" y="1291"/>
                  </a:lnTo>
                  <a:lnTo>
                    <a:pt x="2126" y="1443"/>
                  </a:lnTo>
                  <a:lnTo>
                    <a:pt x="2189" y="1595"/>
                  </a:lnTo>
                  <a:lnTo>
                    <a:pt x="2240" y="1747"/>
                  </a:lnTo>
                  <a:lnTo>
                    <a:pt x="2278" y="1911"/>
                  </a:lnTo>
                  <a:lnTo>
                    <a:pt x="2303" y="2088"/>
                  </a:lnTo>
                  <a:lnTo>
                    <a:pt x="2353" y="2430"/>
                  </a:lnTo>
                  <a:lnTo>
                    <a:pt x="2404" y="2784"/>
                  </a:lnTo>
                  <a:lnTo>
                    <a:pt x="2455" y="2430"/>
                  </a:lnTo>
                  <a:lnTo>
                    <a:pt x="2467" y="2253"/>
                  </a:lnTo>
                  <a:lnTo>
                    <a:pt x="2480" y="2076"/>
                  </a:lnTo>
                  <a:lnTo>
                    <a:pt x="2480" y="1886"/>
                  </a:lnTo>
                  <a:lnTo>
                    <a:pt x="2455" y="1709"/>
                  </a:lnTo>
                  <a:lnTo>
                    <a:pt x="2429" y="1532"/>
                  </a:lnTo>
                  <a:lnTo>
                    <a:pt x="2379" y="1342"/>
                  </a:lnTo>
                  <a:lnTo>
                    <a:pt x="2303" y="1165"/>
                  </a:lnTo>
                  <a:lnTo>
                    <a:pt x="2214" y="1000"/>
                  </a:lnTo>
                  <a:lnTo>
                    <a:pt x="2126" y="836"/>
                  </a:lnTo>
                  <a:lnTo>
                    <a:pt x="2012" y="684"/>
                  </a:lnTo>
                  <a:lnTo>
                    <a:pt x="1885" y="545"/>
                  </a:lnTo>
                  <a:lnTo>
                    <a:pt x="1746" y="418"/>
                  </a:lnTo>
                  <a:lnTo>
                    <a:pt x="1594" y="292"/>
                  </a:lnTo>
                  <a:lnTo>
                    <a:pt x="1443" y="178"/>
                  </a:lnTo>
                  <a:lnTo>
                    <a:pt x="1354" y="127"/>
                  </a:lnTo>
                  <a:lnTo>
                    <a:pt x="1265" y="90"/>
                  </a:lnTo>
                  <a:lnTo>
                    <a:pt x="1164" y="52"/>
                  </a:lnTo>
                  <a:lnTo>
                    <a:pt x="1063" y="26"/>
                  </a:lnTo>
                  <a:lnTo>
                    <a:pt x="962" y="14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3569450" y="796650"/>
              <a:ext cx="24375" cy="50950"/>
            </a:xfrm>
            <a:custGeom>
              <a:rect b="b" l="l" r="r" t="t"/>
              <a:pathLst>
                <a:path extrusionOk="0" h="2038" w="975">
                  <a:moveTo>
                    <a:pt x="646" y="1"/>
                  </a:moveTo>
                  <a:lnTo>
                    <a:pt x="544" y="26"/>
                  </a:lnTo>
                  <a:lnTo>
                    <a:pt x="456" y="64"/>
                  </a:lnTo>
                  <a:lnTo>
                    <a:pt x="380" y="102"/>
                  </a:lnTo>
                  <a:lnTo>
                    <a:pt x="304" y="165"/>
                  </a:lnTo>
                  <a:lnTo>
                    <a:pt x="228" y="241"/>
                  </a:lnTo>
                  <a:lnTo>
                    <a:pt x="178" y="317"/>
                  </a:lnTo>
                  <a:lnTo>
                    <a:pt x="127" y="393"/>
                  </a:lnTo>
                  <a:lnTo>
                    <a:pt x="89" y="481"/>
                  </a:lnTo>
                  <a:lnTo>
                    <a:pt x="51" y="570"/>
                  </a:lnTo>
                  <a:lnTo>
                    <a:pt x="26" y="658"/>
                  </a:lnTo>
                  <a:lnTo>
                    <a:pt x="1" y="836"/>
                  </a:lnTo>
                  <a:lnTo>
                    <a:pt x="1" y="1013"/>
                  </a:lnTo>
                  <a:lnTo>
                    <a:pt x="13" y="1177"/>
                  </a:lnTo>
                  <a:lnTo>
                    <a:pt x="51" y="1354"/>
                  </a:lnTo>
                  <a:lnTo>
                    <a:pt x="102" y="1519"/>
                  </a:lnTo>
                  <a:lnTo>
                    <a:pt x="178" y="1670"/>
                  </a:lnTo>
                  <a:lnTo>
                    <a:pt x="228" y="1746"/>
                  </a:lnTo>
                  <a:lnTo>
                    <a:pt x="279" y="1822"/>
                  </a:lnTo>
                  <a:lnTo>
                    <a:pt x="342" y="1886"/>
                  </a:lnTo>
                  <a:lnTo>
                    <a:pt x="405" y="1949"/>
                  </a:lnTo>
                  <a:lnTo>
                    <a:pt x="469" y="1999"/>
                  </a:lnTo>
                  <a:lnTo>
                    <a:pt x="544" y="2037"/>
                  </a:lnTo>
                  <a:lnTo>
                    <a:pt x="481" y="1886"/>
                  </a:lnTo>
                  <a:lnTo>
                    <a:pt x="431" y="1746"/>
                  </a:lnTo>
                  <a:lnTo>
                    <a:pt x="393" y="1595"/>
                  </a:lnTo>
                  <a:lnTo>
                    <a:pt x="367" y="1443"/>
                  </a:lnTo>
                  <a:lnTo>
                    <a:pt x="342" y="1152"/>
                  </a:lnTo>
                  <a:lnTo>
                    <a:pt x="342" y="1000"/>
                  </a:lnTo>
                  <a:lnTo>
                    <a:pt x="342" y="861"/>
                  </a:lnTo>
                  <a:lnTo>
                    <a:pt x="367" y="722"/>
                  </a:lnTo>
                  <a:lnTo>
                    <a:pt x="393" y="582"/>
                  </a:lnTo>
                  <a:lnTo>
                    <a:pt x="431" y="469"/>
                  </a:lnTo>
                  <a:lnTo>
                    <a:pt x="494" y="355"/>
                  </a:lnTo>
                  <a:lnTo>
                    <a:pt x="582" y="254"/>
                  </a:lnTo>
                  <a:lnTo>
                    <a:pt x="633" y="203"/>
                  </a:lnTo>
                  <a:lnTo>
                    <a:pt x="696" y="165"/>
                  </a:lnTo>
                  <a:lnTo>
                    <a:pt x="760" y="127"/>
                  </a:lnTo>
                  <a:lnTo>
                    <a:pt x="823" y="102"/>
                  </a:lnTo>
                  <a:lnTo>
                    <a:pt x="899" y="89"/>
                  </a:lnTo>
                  <a:lnTo>
                    <a:pt x="975" y="76"/>
                  </a:lnTo>
                  <a:lnTo>
                    <a:pt x="899" y="38"/>
                  </a:lnTo>
                  <a:lnTo>
                    <a:pt x="823" y="13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4028675" y="774500"/>
              <a:ext cx="61700" cy="69625"/>
            </a:xfrm>
            <a:custGeom>
              <a:rect b="b" l="l" r="r" t="t"/>
              <a:pathLst>
                <a:path extrusionOk="0" h="2785" w="2468">
                  <a:moveTo>
                    <a:pt x="1607" y="1"/>
                  </a:moveTo>
                  <a:lnTo>
                    <a:pt x="1506" y="14"/>
                  </a:lnTo>
                  <a:lnTo>
                    <a:pt x="1405" y="26"/>
                  </a:lnTo>
                  <a:lnTo>
                    <a:pt x="1304" y="52"/>
                  </a:lnTo>
                  <a:lnTo>
                    <a:pt x="1215" y="90"/>
                  </a:lnTo>
                  <a:lnTo>
                    <a:pt x="1114" y="127"/>
                  </a:lnTo>
                  <a:lnTo>
                    <a:pt x="1025" y="178"/>
                  </a:lnTo>
                  <a:lnTo>
                    <a:pt x="874" y="292"/>
                  </a:lnTo>
                  <a:lnTo>
                    <a:pt x="722" y="418"/>
                  </a:lnTo>
                  <a:lnTo>
                    <a:pt x="595" y="545"/>
                  </a:lnTo>
                  <a:lnTo>
                    <a:pt x="469" y="684"/>
                  </a:lnTo>
                  <a:lnTo>
                    <a:pt x="355" y="836"/>
                  </a:lnTo>
                  <a:lnTo>
                    <a:pt x="254" y="1000"/>
                  </a:lnTo>
                  <a:lnTo>
                    <a:pt x="165" y="1165"/>
                  </a:lnTo>
                  <a:lnTo>
                    <a:pt x="102" y="1342"/>
                  </a:lnTo>
                  <a:lnTo>
                    <a:pt x="51" y="1532"/>
                  </a:lnTo>
                  <a:lnTo>
                    <a:pt x="13" y="1709"/>
                  </a:lnTo>
                  <a:lnTo>
                    <a:pt x="1" y="1886"/>
                  </a:lnTo>
                  <a:lnTo>
                    <a:pt x="1" y="2076"/>
                  </a:lnTo>
                  <a:lnTo>
                    <a:pt x="1" y="2253"/>
                  </a:lnTo>
                  <a:lnTo>
                    <a:pt x="26" y="2430"/>
                  </a:lnTo>
                  <a:lnTo>
                    <a:pt x="77" y="2784"/>
                  </a:lnTo>
                  <a:lnTo>
                    <a:pt x="114" y="2430"/>
                  </a:lnTo>
                  <a:lnTo>
                    <a:pt x="165" y="2088"/>
                  </a:lnTo>
                  <a:lnTo>
                    <a:pt x="203" y="1911"/>
                  </a:lnTo>
                  <a:lnTo>
                    <a:pt x="241" y="1747"/>
                  </a:lnTo>
                  <a:lnTo>
                    <a:pt x="292" y="1595"/>
                  </a:lnTo>
                  <a:lnTo>
                    <a:pt x="342" y="1443"/>
                  </a:lnTo>
                  <a:lnTo>
                    <a:pt x="418" y="1291"/>
                  </a:lnTo>
                  <a:lnTo>
                    <a:pt x="507" y="1152"/>
                  </a:lnTo>
                  <a:lnTo>
                    <a:pt x="608" y="1026"/>
                  </a:lnTo>
                  <a:lnTo>
                    <a:pt x="709" y="899"/>
                  </a:lnTo>
                  <a:lnTo>
                    <a:pt x="823" y="773"/>
                  </a:lnTo>
                  <a:lnTo>
                    <a:pt x="949" y="671"/>
                  </a:lnTo>
                  <a:lnTo>
                    <a:pt x="1076" y="570"/>
                  </a:lnTo>
                  <a:lnTo>
                    <a:pt x="1202" y="469"/>
                  </a:lnTo>
                  <a:lnTo>
                    <a:pt x="1342" y="406"/>
                  </a:lnTo>
                  <a:lnTo>
                    <a:pt x="1481" y="355"/>
                  </a:lnTo>
                  <a:lnTo>
                    <a:pt x="1620" y="330"/>
                  </a:lnTo>
                  <a:lnTo>
                    <a:pt x="1759" y="343"/>
                  </a:lnTo>
                  <a:lnTo>
                    <a:pt x="1835" y="355"/>
                  </a:lnTo>
                  <a:lnTo>
                    <a:pt x="1898" y="381"/>
                  </a:lnTo>
                  <a:lnTo>
                    <a:pt x="1961" y="406"/>
                  </a:lnTo>
                  <a:lnTo>
                    <a:pt x="2012" y="444"/>
                  </a:lnTo>
                  <a:lnTo>
                    <a:pt x="2063" y="482"/>
                  </a:lnTo>
                  <a:lnTo>
                    <a:pt x="2113" y="532"/>
                  </a:lnTo>
                  <a:lnTo>
                    <a:pt x="2151" y="596"/>
                  </a:lnTo>
                  <a:lnTo>
                    <a:pt x="2177" y="659"/>
                  </a:lnTo>
                  <a:lnTo>
                    <a:pt x="2227" y="811"/>
                  </a:lnTo>
                  <a:lnTo>
                    <a:pt x="2240" y="962"/>
                  </a:lnTo>
                  <a:lnTo>
                    <a:pt x="2252" y="1140"/>
                  </a:lnTo>
                  <a:lnTo>
                    <a:pt x="2252" y="1304"/>
                  </a:lnTo>
                  <a:lnTo>
                    <a:pt x="2240" y="1481"/>
                  </a:lnTo>
                  <a:lnTo>
                    <a:pt x="2227" y="1658"/>
                  </a:lnTo>
                  <a:lnTo>
                    <a:pt x="2189" y="1823"/>
                  </a:lnTo>
                  <a:lnTo>
                    <a:pt x="2139" y="1987"/>
                  </a:lnTo>
                  <a:lnTo>
                    <a:pt x="2189" y="1924"/>
                  </a:lnTo>
                  <a:lnTo>
                    <a:pt x="2240" y="1848"/>
                  </a:lnTo>
                  <a:lnTo>
                    <a:pt x="2316" y="1684"/>
                  </a:lnTo>
                  <a:lnTo>
                    <a:pt x="2366" y="1506"/>
                  </a:lnTo>
                  <a:lnTo>
                    <a:pt x="2417" y="1329"/>
                  </a:lnTo>
                  <a:lnTo>
                    <a:pt x="2455" y="1152"/>
                  </a:lnTo>
                  <a:lnTo>
                    <a:pt x="2468" y="962"/>
                  </a:lnTo>
                  <a:lnTo>
                    <a:pt x="2468" y="773"/>
                  </a:lnTo>
                  <a:lnTo>
                    <a:pt x="2455" y="671"/>
                  </a:lnTo>
                  <a:lnTo>
                    <a:pt x="2430" y="570"/>
                  </a:lnTo>
                  <a:lnTo>
                    <a:pt x="2392" y="482"/>
                  </a:lnTo>
                  <a:lnTo>
                    <a:pt x="2354" y="381"/>
                  </a:lnTo>
                  <a:lnTo>
                    <a:pt x="2290" y="292"/>
                  </a:lnTo>
                  <a:lnTo>
                    <a:pt x="2215" y="216"/>
                  </a:lnTo>
                  <a:lnTo>
                    <a:pt x="2126" y="140"/>
                  </a:lnTo>
                  <a:lnTo>
                    <a:pt x="2025" y="90"/>
                  </a:lnTo>
                  <a:lnTo>
                    <a:pt x="1924" y="52"/>
                  </a:lnTo>
                  <a:lnTo>
                    <a:pt x="1822" y="14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4041650" y="796650"/>
              <a:ext cx="24375" cy="50950"/>
            </a:xfrm>
            <a:custGeom>
              <a:rect b="b" l="l" r="r" t="t"/>
              <a:pathLst>
                <a:path extrusionOk="0" h="2038" w="975">
                  <a:moveTo>
                    <a:pt x="253" y="1"/>
                  </a:moveTo>
                  <a:lnTo>
                    <a:pt x="152" y="13"/>
                  </a:lnTo>
                  <a:lnTo>
                    <a:pt x="76" y="38"/>
                  </a:lnTo>
                  <a:lnTo>
                    <a:pt x="0" y="76"/>
                  </a:lnTo>
                  <a:lnTo>
                    <a:pt x="76" y="89"/>
                  </a:lnTo>
                  <a:lnTo>
                    <a:pt x="152" y="102"/>
                  </a:lnTo>
                  <a:lnTo>
                    <a:pt x="228" y="127"/>
                  </a:lnTo>
                  <a:lnTo>
                    <a:pt x="291" y="165"/>
                  </a:lnTo>
                  <a:lnTo>
                    <a:pt x="342" y="203"/>
                  </a:lnTo>
                  <a:lnTo>
                    <a:pt x="392" y="254"/>
                  </a:lnTo>
                  <a:lnTo>
                    <a:pt x="481" y="355"/>
                  </a:lnTo>
                  <a:lnTo>
                    <a:pt x="544" y="469"/>
                  </a:lnTo>
                  <a:lnTo>
                    <a:pt x="582" y="582"/>
                  </a:lnTo>
                  <a:lnTo>
                    <a:pt x="620" y="722"/>
                  </a:lnTo>
                  <a:lnTo>
                    <a:pt x="633" y="861"/>
                  </a:lnTo>
                  <a:lnTo>
                    <a:pt x="645" y="1000"/>
                  </a:lnTo>
                  <a:lnTo>
                    <a:pt x="645" y="1152"/>
                  </a:lnTo>
                  <a:lnTo>
                    <a:pt x="620" y="1443"/>
                  </a:lnTo>
                  <a:lnTo>
                    <a:pt x="595" y="1595"/>
                  </a:lnTo>
                  <a:lnTo>
                    <a:pt x="557" y="1746"/>
                  </a:lnTo>
                  <a:lnTo>
                    <a:pt x="506" y="1886"/>
                  </a:lnTo>
                  <a:lnTo>
                    <a:pt x="430" y="2037"/>
                  </a:lnTo>
                  <a:lnTo>
                    <a:pt x="506" y="1999"/>
                  </a:lnTo>
                  <a:lnTo>
                    <a:pt x="582" y="1949"/>
                  </a:lnTo>
                  <a:lnTo>
                    <a:pt x="645" y="1886"/>
                  </a:lnTo>
                  <a:lnTo>
                    <a:pt x="696" y="1822"/>
                  </a:lnTo>
                  <a:lnTo>
                    <a:pt x="759" y="1746"/>
                  </a:lnTo>
                  <a:lnTo>
                    <a:pt x="797" y="1670"/>
                  </a:lnTo>
                  <a:lnTo>
                    <a:pt x="873" y="1519"/>
                  </a:lnTo>
                  <a:lnTo>
                    <a:pt x="924" y="1354"/>
                  </a:lnTo>
                  <a:lnTo>
                    <a:pt x="962" y="1177"/>
                  </a:lnTo>
                  <a:lnTo>
                    <a:pt x="974" y="1013"/>
                  </a:lnTo>
                  <a:lnTo>
                    <a:pt x="974" y="836"/>
                  </a:lnTo>
                  <a:lnTo>
                    <a:pt x="949" y="658"/>
                  </a:lnTo>
                  <a:lnTo>
                    <a:pt x="924" y="570"/>
                  </a:lnTo>
                  <a:lnTo>
                    <a:pt x="899" y="481"/>
                  </a:lnTo>
                  <a:lnTo>
                    <a:pt x="861" y="393"/>
                  </a:lnTo>
                  <a:lnTo>
                    <a:pt x="810" y="317"/>
                  </a:lnTo>
                  <a:lnTo>
                    <a:pt x="747" y="241"/>
                  </a:lnTo>
                  <a:lnTo>
                    <a:pt x="683" y="165"/>
                  </a:lnTo>
                  <a:lnTo>
                    <a:pt x="608" y="102"/>
                  </a:lnTo>
                  <a:lnTo>
                    <a:pt x="519" y="64"/>
                  </a:lnTo>
                  <a:lnTo>
                    <a:pt x="430" y="26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3614350" y="874775"/>
              <a:ext cx="123075" cy="160675"/>
            </a:xfrm>
            <a:custGeom>
              <a:rect b="b" l="l" r="r" t="t"/>
              <a:pathLst>
                <a:path extrusionOk="0" h="6427" w="4923">
                  <a:moveTo>
                    <a:pt x="633" y="0"/>
                  </a:moveTo>
                  <a:lnTo>
                    <a:pt x="317" y="13"/>
                  </a:lnTo>
                  <a:lnTo>
                    <a:pt x="1" y="51"/>
                  </a:lnTo>
                  <a:lnTo>
                    <a:pt x="140" y="570"/>
                  </a:lnTo>
                  <a:lnTo>
                    <a:pt x="292" y="1088"/>
                  </a:lnTo>
                  <a:lnTo>
                    <a:pt x="456" y="1582"/>
                  </a:lnTo>
                  <a:lnTo>
                    <a:pt x="633" y="2050"/>
                  </a:lnTo>
                  <a:lnTo>
                    <a:pt x="823" y="2505"/>
                  </a:lnTo>
                  <a:lnTo>
                    <a:pt x="1038" y="2935"/>
                  </a:lnTo>
                  <a:lnTo>
                    <a:pt x="1253" y="3328"/>
                  </a:lnTo>
                  <a:lnTo>
                    <a:pt x="1494" y="3707"/>
                  </a:lnTo>
                  <a:lnTo>
                    <a:pt x="1671" y="3947"/>
                  </a:lnTo>
                  <a:lnTo>
                    <a:pt x="1848" y="4188"/>
                  </a:lnTo>
                  <a:lnTo>
                    <a:pt x="2025" y="4403"/>
                  </a:lnTo>
                  <a:lnTo>
                    <a:pt x="2215" y="4618"/>
                  </a:lnTo>
                  <a:lnTo>
                    <a:pt x="2392" y="4820"/>
                  </a:lnTo>
                  <a:lnTo>
                    <a:pt x="2569" y="5010"/>
                  </a:lnTo>
                  <a:lnTo>
                    <a:pt x="2936" y="5364"/>
                  </a:lnTo>
                  <a:lnTo>
                    <a:pt x="3303" y="5681"/>
                  </a:lnTo>
                  <a:lnTo>
                    <a:pt x="3670" y="5972"/>
                  </a:lnTo>
                  <a:lnTo>
                    <a:pt x="4024" y="6212"/>
                  </a:lnTo>
                  <a:lnTo>
                    <a:pt x="4378" y="6427"/>
                  </a:lnTo>
                  <a:lnTo>
                    <a:pt x="4505" y="6174"/>
                  </a:lnTo>
                  <a:lnTo>
                    <a:pt x="4606" y="5908"/>
                  </a:lnTo>
                  <a:lnTo>
                    <a:pt x="4694" y="5643"/>
                  </a:lnTo>
                  <a:lnTo>
                    <a:pt x="4783" y="5377"/>
                  </a:lnTo>
                  <a:lnTo>
                    <a:pt x="4846" y="5099"/>
                  </a:lnTo>
                  <a:lnTo>
                    <a:pt x="4884" y="4833"/>
                  </a:lnTo>
                  <a:lnTo>
                    <a:pt x="4909" y="4567"/>
                  </a:lnTo>
                  <a:lnTo>
                    <a:pt x="4922" y="4302"/>
                  </a:lnTo>
                  <a:lnTo>
                    <a:pt x="4922" y="4087"/>
                  </a:lnTo>
                  <a:lnTo>
                    <a:pt x="4897" y="3872"/>
                  </a:lnTo>
                  <a:lnTo>
                    <a:pt x="4872" y="3644"/>
                  </a:lnTo>
                  <a:lnTo>
                    <a:pt x="4834" y="3441"/>
                  </a:lnTo>
                  <a:lnTo>
                    <a:pt x="4796" y="3226"/>
                  </a:lnTo>
                  <a:lnTo>
                    <a:pt x="4732" y="3024"/>
                  </a:lnTo>
                  <a:lnTo>
                    <a:pt x="4669" y="2821"/>
                  </a:lnTo>
                  <a:lnTo>
                    <a:pt x="4593" y="2632"/>
                  </a:lnTo>
                  <a:lnTo>
                    <a:pt x="4505" y="2442"/>
                  </a:lnTo>
                  <a:lnTo>
                    <a:pt x="4403" y="2252"/>
                  </a:lnTo>
                  <a:lnTo>
                    <a:pt x="4302" y="2075"/>
                  </a:lnTo>
                  <a:lnTo>
                    <a:pt x="4188" y="1898"/>
                  </a:lnTo>
                  <a:lnTo>
                    <a:pt x="4075" y="1734"/>
                  </a:lnTo>
                  <a:lnTo>
                    <a:pt x="3948" y="1569"/>
                  </a:lnTo>
                  <a:lnTo>
                    <a:pt x="3809" y="1417"/>
                  </a:lnTo>
                  <a:lnTo>
                    <a:pt x="3670" y="1265"/>
                  </a:lnTo>
                  <a:lnTo>
                    <a:pt x="3518" y="1126"/>
                  </a:lnTo>
                  <a:lnTo>
                    <a:pt x="3366" y="987"/>
                  </a:lnTo>
                  <a:lnTo>
                    <a:pt x="3202" y="861"/>
                  </a:lnTo>
                  <a:lnTo>
                    <a:pt x="3024" y="734"/>
                  </a:lnTo>
                  <a:lnTo>
                    <a:pt x="2860" y="633"/>
                  </a:lnTo>
                  <a:lnTo>
                    <a:pt x="2670" y="519"/>
                  </a:lnTo>
                  <a:lnTo>
                    <a:pt x="2493" y="430"/>
                  </a:lnTo>
                  <a:lnTo>
                    <a:pt x="2303" y="342"/>
                  </a:lnTo>
                  <a:lnTo>
                    <a:pt x="2101" y="266"/>
                  </a:lnTo>
                  <a:lnTo>
                    <a:pt x="1911" y="203"/>
                  </a:lnTo>
                  <a:lnTo>
                    <a:pt x="1696" y="139"/>
                  </a:lnTo>
                  <a:lnTo>
                    <a:pt x="1494" y="89"/>
                  </a:lnTo>
                  <a:lnTo>
                    <a:pt x="1279" y="51"/>
                  </a:lnTo>
                  <a:lnTo>
                    <a:pt x="1064" y="26"/>
                  </a:lnTo>
                  <a:lnTo>
                    <a:pt x="849" y="13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E8A5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3908500" y="874775"/>
              <a:ext cx="109775" cy="154050"/>
            </a:xfrm>
            <a:custGeom>
              <a:rect b="b" l="l" r="r" t="t"/>
              <a:pathLst>
                <a:path extrusionOk="0" h="6162" w="4391">
                  <a:moveTo>
                    <a:pt x="4302" y="0"/>
                  </a:moveTo>
                  <a:lnTo>
                    <a:pt x="4087" y="13"/>
                  </a:lnTo>
                  <a:lnTo>
                    <a:pt x="3859" y="26"/>
                  </a:lnTo>
                  <a:lnTo>
                    <a:pt x="3644" y="51"/>
                  </a:lnTo>
                  <a:lnTo>
                    <a:pt x="3441" y="89"/>
                  </a:lnTo>
                  <a:lnTo>
                    <a:pt x="3226" y="139"/>
                  </a:lnTo>
                  <a:lnTo>
                    <a:pt x="3024" y="203"/>
                  </a:lnTo>
                  <a:lnTo>
                    <a:pt x="2821" y="266"/>
                  </a:lnTo>
                  <a:lnTo>
                    <a:pt x="2632" y="342"/>
                  </a:lnTo>
                  <a:lnTo>
                    <a:pt x="2442" y="430"/>
                  </a:lnTo>
                  <a:lnTo>
                    <a:pt x="2252" y="519"/>
                  </a:lnTo>
                  <a:lnTo>
                    <a:pt x="2075" y="633"/>
                  </a:lnTo>
                  <a:lnTo>
                    <a:pt x="1898" y="734"/>
                  </a:lnTo>
                  <a:lnTo>
                    <a:pt x="1733" y="861"/>
                  </a:lnTo>
                  <a:lnTo>
                    <a:pt x="1569" y="987"/>
                  </a:lnTo>
                  <a:lnTo>
                    <a:pt x="1417" y="1126"/>
                  </a:lnTo>
                  <a:lnTo>
                    <a:pt x="1265" y="1265"/>
                  </a:lnTo>
                  <a:lnTo>
                    <a:pt x="1126" y="1417"/>
                  </a:lnTo>
                  <a:lnTo>
                    <a:pt x="987" y="1569"/>
                  </a:lnTo>
                  <a:lnTo>
                    <a:pt x="861" y="1734"/>
                  </a:lnTo>
                  <a:lnTo>
                    <a:pt x="734" y="1898"/>
                  </a:lnTo>
                  <a:lnTo>
                    <a:pt x="633" y="2075"/>
                  </a:lnTo>
                  <a:lnTo>
                    <a:pt x="519" y="2252"/>
                  </a:lnTo>
                  <a:lnTo>
                    <a:pt x="430" y="2442"/>
                  </a:lnTo>
                  <a:lnTo>
                    <a:pt x="342" y="2632"/>
                  </a:lnTo>
                  <a:lnTo>
                    <a:pt x="266" y="2821"/>
                  </a:lnTo>
                  <a:lnTo>
                    <a:pt x="203" y="3024"/>
                  </a:lnTo>
                  <a:lnTo>
                    <a:pt x="139" y="3226"/>
                  </a:lnTo>
                  <a:lnTo>
                    <a:pt x="89" y="3441"/>
                  </a:lnTo>
                  <a:lnTo>
                    <a:pt x="51" y="3644"/>
                  </a:lnTo>
                  <a:lnTo>
                    <a:pt x="26" y="3872"/>
                  </a:lnTo>
                  <a:lnTo>
                    <a:pt x="13" y="4087"/>
                  </a:lnTo>
                  <a:lnTo>
                    <a:pt x="0" y="4302"/>
                  </a:lnTo>
                  <a:lnTo>
                    <a:pt x="13" y="4529"/>
                  </a:lnTo>
                  <a:lnTo>
                    <a:pt x="38" y="4757"/>
                  </a:lnTo>
                  <a:lnTo>
                    <a:pt x="76" y="4997"/>
                  </a:lnTo>
                  <a:lnTo>
                    <a:pt x="114" y="5225"/>
                  </a:lnTo>
                  <a:lnTo>
                    <a:pt x="177" y="5466"/>
                  </a:lnTo>
                  <a:lnTo>
                    <a:pt x="253" y="5706"/>
                  </a:lnTo>
                  <a:lnTo>
                    <a:pt x="329" y="5934"/>
                  </a:lnTo>
                  <a:lnTo>
                    <a:pt x="430" y="6161"/>
                  </a:lnTo>
                  <a:lnTo>
                    <a:pt x="734" y="5946"/>
                  </a:lnTo>
                  <a:lnTo>
                    <a:pt x="1038" y="5719"/>
                  </a:lnTo>
                  <a:lnTo>
                    <a:pt x="1354" y="5453"/>
                  </a:lnTo>
                  <a:lnTo>
                    <a:pt x="1658" y="5162"/>
                  </a:lnTo>
                  <a:lnTo>
                    <a:pt x="1974" y="4846"/>
                  </a:lnTo>
                  <a:lnTo>
                    <a:pt x="2277" y="4491"/>
                  </a:lnTo>
                  <a:lnTo>
                    <a:pt x="2581" y="4112"/>
                  </a:lnTo>
                  <a:lnTo>
                    <a:pt x="2885" y="3707"/>
                  </a:lnTo>
                  <a:lnTo>
                    <a:pt x="3125" y="3328"/>
                  </a:lnTo>
                  <a:lnTo>
                    <a:pt x="3353" y="2923"/>
                  </a:lnTo>
                  <a:lnTo>
                    <a:pt x="3568" y="2493"/>
                  </a:lnTo>
                  <a:lnTo>
                    <a:pt x="3758" y="2024"/>
                  </a:lnTo>
                  <a:lnTo>
                    <a:pt x="3935" y="1556"/>
                  </a:lnTo>
                  <a:lnTo>
                    <a:pt x="4099" y="1050"/>
                  </a:lnTo>
                  <a:lnTo>
                    <a:pt x="4251" y="532"/>
                  </a:lnTo>
                  <a:lnTo>
                    <a:pt x="4390" y="0"/>
                  </a:lnTo>
                  <a:close/>
                </a:path>
              </a:pathLst>
            </a:custGeom>
            <a:solidFill>
              <a:srgbClr val="E8A5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3793050" y="846300"/>
              <a:ext cx="15525" cy="9525"/>
            </a:xfrm>
            <a:custGeom>
              <a:rect b="b" l="l" r="r" t="t"/>
              <a:pathLst>
                <a:path extrusionOk="0" h="381" w="621">
                  <a:moveTo>
                    <a:pt x="1" y="1"/>
                  </a:moveTo>
                  <a:lnTo>
                    <a:pt x="51" y="89"/>
                  </a:lnTo>
                  <a:lnTo>
                    <a:pt x="115" y="153"/>
                  </a:lnTo>
                  <a:lnTo>
                    <a:pt x="178" y="216"/>
                  </a:lnTo>
                  <a:lnTo>
                    <a:pt x="254" y="279"/>
                  </a:lnTo>
                  <a:lnTo>
                    <a:pt x="342" y="317"/>
                  </a:lnTo>
                  <a:lnTo>
                    <a:pt x="418" y="355"/>
                  </a:lnTo>
                  <a:lnTo>
                    <a:pt x="519" y="380"/>
                  </a:lnTo>
                  <a:lnTo>
                    <a:pt x="621" y="380"/>
                  </a:lnTo>
                  <a:lnTo>
                    <a:pt x="570" y="292"/>
                  </a:lnTo>
                  <a:lnTo>
                    <a:pt x="507" y="216"/>
                  </a:lnTo>
                  <a:lnTo>
                    <a:pt x="431" y="153"/>
                  </a:lnTo>
                  <a:lnTo>
                    <a:pt x="368" y="102"/>
                  </a:lnTo>
                  <a:lnTo>
                    <a:pt x="279" y="64"/>
                  </a:lnTo>
                  <a:lnTo>
                    <a:pt x="190" y="26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3832900" y="846300"/>
              <a:ext cx="15525" cy="9525"/>
            </a:xfrm>
            <a:custGeom>
              <a:rect b="b" l="l" r="r" t="t"/>
              <a:pathLst>
                <a:path extrusionOk="0" h="381" w="621">
                  <a:moveTo>
                    <a:pt x="519" y="1"/>
                  </a:moveTo>
                  <a:lnTo>
                    <a:pt x="431" y="26"/>
                  </a:lnTo>
                  <a:lnTo>
                    <a:pt x="342" y="64"/>
                  </a:lnTo>
                  <a:lnTo>
                    <a:pt x="254" y="102"/>
                  </a:lnTo>
                  <a:lnTo>
                    <a:pt x="190" y="153"/>
                  </a:lnTo>
                  <a:lnTo>
                    <a:pt x="115" y="216"/>
                  </a:lnTo>
                  <a:lnTo>
                    <a:pt x="51" y="292"/>
                  </a:lnTo>
                  <a:lnTo>
                    <a:pt x="1" y="380"/>
                  </a:lnTo>
                  <a:lnTo>
                    <a:pt x="115" y="380"/>
                  </a:lnTo>
                  <a:lnTo>
                    <a:pt x="203" y="355"/>
                  </a:lnTo>
                  <a:lnTo>
                    <a:pt x="292" y="317"/>
                  </a:lnTo>
                  <a:lnTo>
                    <a:pt x="368" y="279"/>
                  </a:lnTo>
                  <a:lnTo>
                    <a:pt x="443" y="216"/>
                  </a:lnTo>
                  <a:lnTo>
                    <a:pt x="507" y="153"/>
                  </a:lnTo>
                  <a:lnTo>
                    <a:pt x="570" y="89"/>
                  </a:lnTo>
                  <a:lnTo>
                    <a:pt x="621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3720000" y="756800"/>
              <a:ext cx="40175" cy="53475"/>
            </a:xfrm>
            <a:custGeom>
              <a:rect b="b" l="l" r="r" t="t"/>
              <a:pathLst>
                <a:path extrusionOk="0" h="2139" w="1607">
                  <a:moveTo>
                    <a:pt x="810" y="1"/>
                  </a:moveTo>
                  <a:lnTo>
                    <a:pt x="721" y="13"/>
                  </a:lnTo>
                  <a:lnTo>
                    <a:pt x="646" y="26"/>
                  </a:lnTo>
                  <a:lnTo>
                    <a:pt x="570" y="51"/>
                  </a:lnTo>
                  <a:lnTo>
                    <a:pt x="494" y="89"/>
                  </a:lnTo>
                  <a:lnTo>
                    <a:pt x="430" y="127"/>
                  </a:lnTo>
                  <a:lnTo>
                    <a:pt x="355" y="190"/>
                  </a:lnTo>
                  <a:lnTo>
                    <a:pt x="291" y="254"/>
                  </a:lnTo>
                  <a:lnTo>
                    <a:pt x="241" y="317"/>
                  </a:lnTo>
                  <a:lnTo>
                    <a:pt x="190" y="393"/>
                  </a:lnTo>
                  <a:lnTo>
                    <a:pt x="139" y="481"/>
                  </a:lnTo>
                  <a:lnTo>
                    <a:pt x="102" y="570"/>
                  </a:lnTo>
                  <a:lnTo>
                    <a:pt x="64" y="658"/>
                  </a:lnTo>
                  <a:lnTo>
                    <a:pt x="38" y="760"/>
                  </a:lnTo>
                  <a:lnTo>
                    <a:pt x="26" y="861"/>
                  </a:lnTo>
                  <a:lnTo>
                    <a:pt x="13" y="962"/>
                  </a:lnTo>
                  <a:lnTo>
                    <a:pt x="0" y="1076"/>
                  </a:lnTo>
                  <a:lnTo>
                    <a:pt x="13" y="1177"/>
                  </a:lnTo>
                  <a:lnTo>
                    <a:pt x="26" y="1291"/>
                  </a:lnTo>
                  <a:lnTo>
                    <a:pt x="38" y="1392"/>
                  </a:lnTo>
                  <a:lnTo>
                    <a:pt x="64" y="1493"/>
                  </a:lnTo>
                  <a:lnTo>
                    <a:pt x="102" y="1582"/>
                  </a:lnTo>
                  <a:lnTo>
                    <a:pt x="139" y="1670"/>
                  </a:lnTo>
                  <a:lnTo>
                    <a:pt x="190" y="1759"/>
                  </a:lnTo>
                  <a:lnTo>
                    <a:pt x="241" y="1835"/>
                  </a:lnTo>
                  <a:lnTo>
                    <a:pt x="291" y="1898"/>
                  </a:lnTo>
                  <a:lnTo>
                    <a:pt x="355" y="1961"/>
                  </a:lnTo>
                  <a:lnTo>
                    <a:pt x="430" y="2012"/>
                  </a:lnTo>
                  <a:lnTo>
                    <a:pt x="494" y="2063"/>
                  </a:lnTo>
                  <a:lnTo>
                    <a:pt x="570" y="2101"/>
                  </a:lnTo>
                  <a:lnTo>
                    <a:pt x="646" y="2126"/>
                  </a:lnTo>
                  <a:lnTo>
                    <a:pt x="721" y="2139"/>
                  </a:lnTo>
                  <a:lnTo>
                    <a:pt x="886" y="2139"/>
                  </a:lnTo>
                  <a:lnTo>
                    <a:pt x="962" y="2126"/>
                  </a:lnTo>
                  <a:lnTo>
                    <a:pt x="1038" y="2101"/>
                  </a:lnTo>
                  <a:lnTo>
                    <a:pt x="1114" y="2063"/>
                  </a:lnTo>
                  <a:lnTo>
                    <a:pt x="1190" y="2012"/>
                  </a:lnTo>
                  <a:lnTo>
                    <a:pt x="1253" y="1961"/>
                  </a:lnTo>
                  <a:lnTo>
                    <a:pt x="1316" y="1898"/>
                  </a:lnTo>
                  <a:lnTo>
                    <a:pt x="1367" y="1835"/>
                  </a:lnTo>
                  <a:lnTo>
                    <a:pt x="1417" y="1759"/>
                  </a:lnTo>
                  <a:lnTo>
                    <a:pt x="1468" y="1670"/>
                  </a:lnTo>
                  <a:lnTo>
                    <a:pt x="1506" y="1582"/>
                  </a:lnTo>
                  <a:lnTo>
                    <a:pt x="1544" y="1493"/>
                  </a:lnTo>
                  <a:lnTo>
                    <a:pt x="1569" y="1392"/>
                  </a:lnTo>
                  <a:lnTo>
                    <a:pt x="1594" y="1291"/>
                  </a:lnTo>
                  <a:lnTo>
                    <a:pt x="1607" y="1177"/>
                  </a:lnTo>
                  <a:lnTo>
                    <a:pt x="1607" y="1076"/>
                  </a:lnTo>
                  <a:lnTo>
                    <a:pt x="1607" y="962"/>
                  </a:lnTo>
                  <a:lnTo>
                    <a:pt x="1594" y="861"/>
                  </a:lnTo>
                  <a:lnTo>
                    <a:pt x="1569" y="760"/>
                  </a:lnTo>
                  <a:lnTo>
                    <a:pt x="1544" y="658"/>
                  </a:lnTo>
                  <a:lnTo>
                    <a:pt x="1506" y="570"/>
                  </a:lnTo>
                  <a:lnTo>
                    <a:pt x="1468" y="481"/>
                  </a:lnTo>
                  <a:lnTo>
                    <a:pt x="1417" y="393"/>
                  </a:lnTo>
                  <a:lnTo>
                    <a:pt x="1367" y="317"/>
                  </a:lnTo>
                  <a:lnTo>
                    <a:pt x="1316" y="254"/>
                  </a:lnTo>
                  <a:lnTo>
                    <a:pt x="1253" y="190"/>
                  </a:lnTo>
                  <a:lnTo>
                    <a:pt x="1190" y="127"/>
                  </a:lnTo>
                  <a:lnTo>
                    <a:pt x="1114" y="89"/>
                  </a:lnTo>
                  <a:lnTo>
                    <a:pt x="1038" y="51"/>
                  </a:lnTo>
                  <a:lnTo>
                    <a:pt x="962" y="26"/>
                  </a:lnTo>
                  <a:lnTo>
                    <a:pt x="886" y="13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731375" y="751425"/>
              <a:ext cx="42400" cy="21850"/>
            </a:xfrm>
            <a:custGeom>
              <a:rect b="b" l="l" r="r" t="t"/>
              <a:pathLst>
                <a:path extrusionOk="0" h="874" w="1696">
                  <a:moveTo>
                    <a:pt x="1595" y="0"/>
                  </a:moveTo>
                  <a:lnTo>
                    <a:pt x="1557" y="13"/>
                  </a:lnTo>
                  <a:lnTo>
                    <a:pt x="1532" y="38"/>
                  </a:lnTo>
                  <a:lnTo>
                    <a:pt x="1468" y="89"/>
                  </a:lnTo>
                  <a:lnTo>
                    <a:pt x="1392" y="140"/>
                  </a:lnTo>
                  <a:lnTo>
                    <a:pt x="1329" y="178"/>
                  </a:lnTo>
                  <a:lnTo>
                    <a:pt x="1266" y="203"/>
                  </a:lnTo>
                  <a:lnTo>
                    <a:pt x="1127" y="228"/>
                  </a:lnTo>
                  <a:lnTo>
                    <a:pt x="988" y="253"/>
                  </a:lnTo>
                  <a:lnTo>
                    <a:pt x="684" y="253"/>
                  </a:lnTo>
                  <a:lnTo>
                    <a:pt x="380" y="216"/>
                  </a:lnTo>
                  <a:lnTo>
                    <a:pt x="266" y="216"/>
                  </a:lnTo>
                  <a:lnTo>
                    <a:pt x="203" y="241"/>
                  </a:lnTo>
                  <a:lnTo>
                    <a:pt x="153" y="266"/>
                  </a:lnTo>
                  <a:lnTo>
                    <a:pt x="102" y="304"/>
                  </a:lnTo>
                  <a:lnTo>
                    <a:pt x="64" y="355"/>
                  </a:lnTo>
                  <a:lnTo>
                    <a:pt x="26" y="405"/>
                  </a:lnTo>
                  <a:lnTo>
                    <a:pt x="13" y="469"/>
                  </a:lnTo>
                  <a:lnTo>
                    <a:pt x="1" y="532"/>
                  </a:lnTo>
                  <a:lnTo>
                    <a:pt x="13" y="595"/>
                  </a:lnTo>
                  <a:lnTo>
                    <a:pt x="26" y="658"/>
                  </a:lnTo>
                  <a:lnTo>
                    <a:pt x="51" y="722"/>
                  </a:lnTo>
                  <a:lnTo>
                    <a:pt x="89" y="772"/>
                  </a:lnTo>
                  <a:lnTo>
                    <a:pt x="140" y="810"/>
                  </a:lnTo>
                  <a:lnTo>
                    <a:pt x="203" y="835"/>
                  </a:lnTo>
                  <a:lnTo>
                    <a:pt x="254" y="861"/>
                  </a:lnTo>
                  <a:lnTo>
                    <a:pt x="317" y="873"/>
                  </a:lnTo>
                  <a:lnTo>
                    <a:pt x="393" y="861"/>
                  </a:lnTo>
                  <a:lnTo>
                    <a:pt x="570" y="835"/>
                  </a:lnTo>
                  <a:lnTo>
                    <a:pt x="747" y="785"/>
                  </a:lnTo>
                  <a:lnTo>
                    <a:pt x="924" y="734"/>
                  </a:lnTo>
                  <a:lnTo>
                    <a:pt x="1101" y="671"/>
                  </a:lnTo>
                  <a:lnTo>
                    <a:pt x="1266" y="595"/>
                  </a:lnTo>
                  <a:lnTo>
                    <a:pt x="1354" y="544"/>
                  </a:lnTo>
                  <a:lnTo>
                    <a:pt x="1430" y="494"/>
                  </a:lnTo>
                  <a:lnTo>
                    <a:pt x="1519" y="431"/>
                  </a:lnTo>
                  <a:lnTo>
                    <a:pt x="1582" y="355"/>
                  </a:lnTo>
                  <a:lnTo>
                    <a:pt x="1645" y="253"/>
                  </a:lnTo>
                  <a:lnTo>
                    <a:pt x="1671" y="203"/>
                  </a:lnTo>
                  <a:lnTo>
                    <a:pt x="1696" y="140"/>
                  </a:lnTo>
                  <a:lnTo>
                    <a:pt x="1696" y="89"/>
                  </a:lnTo>
                  <a:lnTo>
                    <a:pt x="1671" y="38"/>
                  </a:lnTo>
                  <a:lnTo>
                    <a:pt x="1645" y="13"/>
                  </a:lnTo>
                  <a:lnTo>
                    <a:pt x="1595" y="0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3870550" y="756800"/>
              <a:ext cx="40175" cy="53475"/>
            </a:xfrm>
            <a:custGeom>
              <a:rect b="b" l="l" r="r" t="t"/>
              <a:pathLst>
                <a:path extrusionOk="0" h="2139" w="1607">
                  <a:moveTo>
                    <a:pt x="797" y="1"/>
                  </a:moveTo>
                  <a:lnTo>
                    <a:pt x="721" y="13"/>
                  </a:lnTo>
                  <a:lnTo>
                    <a:pt x="645" y="26"/>
                  </a:lnTo>
                  <a:lnTo>
                    <a:pt x="569" y="51"/>
                  </a:lnTo>
                  <a:lnTo>
                    <a:pt x="494" y="89"/>
                  </a:lnTo>
                  <a:lnTo>
                    <a:pt x="418" y="127"/>
                  </a:lnTo>
                  <a:lnTo>
                    <a:pt x="354" y="190"/>
                  </a:lnTo>
                  <a:lnTo>
                    <a:pt x="291" y="254"/>
                  </a:lnTo>
                  <a:lnTo>
                    <a:pt x="241" y="317"/>
                  </a:lnTo>
                  <a:lnTo>
                    <a:pt x="190" y="393"/>
                  </a:lnTo>
                  <a:lnTo>
                    <a:pt x="139" y="481"/>
                  </a:lnTo>
                  <a:lnTo>
                    <a:pt x="101" y="570"/>
                  </a:lnTo>
                  <a:lnTo>
                    <a:pt x="63" y="658"/>
                  </a:lnTo>
                  <a:lnTo>
                    <a:pt x="38" y="760"/>
                  </a:lnTo>
                  <a:lnTo>
                    <a:pt x="25" y="861"/>
                  </a:lnTo>
                  <a:lnTo>
                    <a:pt x="13" y="962"/>
                  </a:lnTo>
                  <a:lnTo>
                    <a:pt x="0" y="1076"/>
                  </a:lnTo>
                  <a:lnTo>
                    <a:pt x="13" y="1177"/>
                  </a:lnTo>
                  <a:lnTo>
                    <a:pt x="25" y="1291"/>
                  </a:lnTo>
                  <a:lnTo>
                    <a:pt x="38" y="1392"/>
                  </a:lnTo>
                  <a:lnTo>
                    <a:pt x="63" y="1493"/>
                  </a:lnTo>
                  <a:lnTo>
                    <a:pt x="101" y="1582"/>
                  </a:lnTo>
                  <a:lnTo>
                    <a:pt x="139" y="1670"/>
                  </a:lnTo>
                  <a:lnTo>
                    <a:pt x="190" y="1759"/>
                  </a:lnTo>
                  <a:lnTo>
                    <a:pt x="241" y="1835"/>
                  </a:lnTo>
                  <a:lnTo>
                    <a:pt x="291" y="1898"/>
                  </a:lnTo>
                  <a:lnTo>
                    <a:pt x="354" y="1961"/>
                  </a:lnTo>
                  <a:lnTo>
                    <a:pt x="418" y="2012"/>
                  </a:lnTo>
                  <a:lnTo>
                    <a:pt x="494" y="2063"/>
                  </a:lnTo>
                  <a:lnTo>
                    <a:pt x="569" y="2101"/>
                  </a:lnTo>
                  <a:lnTo>
                    <a:pt x="645" y="2126"/>
                  </a:lnTo>
                  <a:lnTo>
                    <a:pt x="721" y="2139"/>
                  </a:lnTo>
                  <a:lnTo>
                    <a:pt x="886" y="2139"/>
                  </a:lnTo>
                  <a:lnTo>
                    <a:pt x="962" y="2126"/>
                  </a:lnTo>
                  <a:lnTo>
                    <a:pt x="1038" y="2101"/>
                  </a:lnTo>
                  <a:lnTo>
                    <a:pt x="1113" y="2063"/>
                  </a:lnTo>
                  <a:lnTo>
                    <a:pt x="1189" y="2012"/>
                  </a:lnTo>
                  <a:lnTo>
                    <a:pt x="1253" y="1961"/>
                  </a:lnTo>
                  <a:lnTo>
                    <a:pt x="1316" y="1898"/>
                  </a:lnTo>
                  <a:lnTo>
                    <a:pt x="1366" y="1835"/>
                  </a:lnTo>
                  <a:lnTo>
                    <a:pt x="1417" y="1759"/>
                  </a:lnTo>
                  <a:lnTo>
                    <a:pt x="1468" y="1670"/>
                  </a:lnTo>
                  <a:lnTo>
                    <a:pt x="1506" y="1582"/>
                  </a:lnTo>
                  <a:lnTo>
                    <a:pt x="1544" y="1493"/>
                  </a:lnTo>
                  <a:lnTo>
                    <a:pt x="1569" y="1392"/>
                  </a:lnTo>
                  <a:lnTo>
                    <a:pt x="1582" y="1291"/>
                  </a:lnTo>
                  <a:lnTo>
                    <a:pt x="1594" y="1177"/>
                  </a:lnTo>
                  <a:lnTo>
                    <a:pt x="1607" y="1076"/>
                  </a:lnTo>
                  <a:lnTo>
                    <a:pt x="1594" y="962"/>
                  </a:lnTo>
                  <a:lnTo>
                    <a:pt x="1582" y="861"/>
                  </a:lnTo>
                  <a:lnTo>
                    <a:pt x="1569" y="760"/>
                  </a:lnTo>
                  <a:lnTo>
                    <a:pt x="1544" y="658"/>
                  </a:lnTo>
                  <a:lnTo>
                    <a:pt x="1506" y="570"/>
                  </a:lnTo>
                  <a:lnTo>
                    <a:pt x="1468" y="481"/>
                  </a:lnTo>
                  <a:lnTo>
                    <a:pt x="1417" y="393"/>
                  </a:lnTo>
                  <a:lnTo>
                    <a:pt x="1366" y="317"/>
                  </a:lnTo>
                  <a:lnTo>
                    <a:pt x="1316" y="254"/>
                  </a:lnTo>
                  <a:lnTo>
                    <a:pt x="1253" y="190"/>
                  </a:lnTo>
                  <a:lnTo>
                    <a:pt x="1189" y="127"/>
                  </a:lnTo>
                  <a:lnTo>
                    <a:pt x="1113" y="89"/>
                  </a:lnTo>
                  <a:lnTo>
                    <a:pt x="1038" y="51"/>
                  </a:lnTo>
                  <a:lnTo>
                    <a:pt x="962" y="26"/>
                  </a:lnTo>
                  <a:lnTo>
                    <a:pt x="886" y="13"/>
                  </a:lnTo>
                  <a:lnTo>
                    <a:pt x="797" y="1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881925" y="751425"/>
              <a:ext cx="42400" cy="21850"/>
            </a:xfrm>
            <a:custGeom>
              <a:rect b="b" l="l" r="r" t="t"/>
              <a:pathLst>
                <a:path extrusionOk="0" h="874" w="1696">
                  <a:moveTo>
                    <a:pt x="1595" y="0"/>
                  </a:moveTo>
                  <a:lnTo>
                    <a:pt x="1557" y="13"/>
                  </a:lnTo>
                  <a:lnTo>
                    <a:pt x="1519" y="38"/>
                  </a:lnTo>
                  <a:lnTo>
                    <a:pt x="1468" y="89"/>
                  </a:lnTo>
                  <a:lnTo>
                    <a:pt x="1392" y="140"/>
                  </a:lnTo>
                  <a:lnTo>
                    <a:pt x="1329" y="178"/>
                  </a:lnTo>
                  <a:lnTo>
                    <a:pt x="1266" y="203"/>
                  </a:lnTo>
                  <a:lnTo>
                    <a:pt x="1127" y="228"/>
                  </a:lnTo>
                  <a:lnTo>
                    <a:pt x="987" y="253"/>
                  </a:lnTo>
                  <a:lnTo>
                    <a:pt x="684" y="253"/>
                  </a:lnTo>
                  <a:lnTo>
                    <a:pt x="367" y="216"/>
                  </a:lnTo>
                  <a:lnTo>
                    <a:pt x="266" y="216"/>
                  </a:lnTo>
                  <a:lnTo>
                    <a:pt x="203" y="241"/>
                  </a:lnTo>
                  <a:lnTo>
                    <a:pt x="152" y="266"/>
                  </a:lnTo>
                  <a:lnTo>
                    <a:pt x="102" y="304"/>
                  </a:lnTo>
                  <a:lnTo>
                    <a:pt x="64" y="355"/>
                  </a:lnTo>
                  <a:lnTo>
                    <a:pt x="26" y="405"/>
                  </a:lnTo>
                  <a:lnTo>
                    <a:pt x="13" y="469"/>
                  </a:lnTo>
                  <a:lnTo>
                    <a:pt x="1" y="532"/>
                  </a:lnTo>
                  <a:lnTo>
                    <a:pt x="1" y="595"/>
                  </a:lnTo>
                  <a:lnTo>
                    <a:pt x="26" y="658"/>
                  </a:lnTo>
                  <a:lnTo>
                    <a:pt x="51" y="722"/>
                  </a:lnTo>
                  <a:lnTo>
                    <a:pt x="89" y="772"/>
                  </a:lnTo>
                  <a:lnTo>
                    <a:pt x="140" y="810"/>
                  </a:lnTo>
                  <a:lnTo>
                    <a:pt x="190" y="835"/>
                  </a:lnTo>
                  <a:lnTo>
                    <a:pt x="254" y="861"/>
                  </a:lnTo>
                  <a:lnTo>
                    <a:pt x="317" y="873"/>
                  </a:lnTo>
                  <a:lnTo>
                    <a:pt x="380" y="861"/>
                  </a:lnTo>
                  <a:lnTo>
                    <a:pt x="557" y="835"/>
                  </a:lnTo>
                  <a:lnTo>
                    <a:pt x="734" y="785"/>
                  </a:lnTo>
                  <a:lnTo>
                    <a:pt x="911" y="734"/>
                  </a:lnTo>
                  <a:lnTo>
                    <a:pt x="1089" y="671"/>
                  </a:lnTo>
                  <a:lnTo>
                    <a:pt x="1266" y="595"/>
                  </a:lnTo>
                  <a:lnTo>
                    <a:pt x="1354" y="544"/>
                  </a:lnTo>
                  <a:lnTo>
                    <a:pt x="1430" y="494"/>
                  </a:lnTo>
                  <a:lnTo>
                    <a:pt x="1506" y="431"/>
                  </a:lnTo>
                  <a:lnTo>
                    <a:pt x="1582" y="355"/>
                  </a:lnTo>
                  <a:lnTo>
                    <a:pt x="1645" y="253"/>
                  </a:lnTo>
                  <a:lnTo>
                    <a:pt x="1671" y="203"/>
                  </a:lnTo>
                  <a:lnTo>
                    <a:pt x="1696" y="140"/>
                  </a:lnTo>
                  <a:lnTo>
                    <a:pt x="1696" y="89"/>
                  </a:lnTo>
                  <a:lnTo>
                    <a:pt x="1671" y="38"/>
                  </a:lnTo>
                  <a:lnTo>
                    <a:pt x="1633" y="13"/>
                  </a:lnTo>
                  <a:lnTo>
                    <a:pt x="1595" y="0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673175" y="683100"/>
              <a:ext cx="109150" cy="38925"/>
            </a:xfrm>
            <a:custGeom>
              <a:rect b="b" l="l" r="r" t="t"/>
              <a:pathLst>
                <a:path extrusionOk="0" h="1557" w="4366">
                  <a:moveTo>
                    <a:pt x="2987" y="1"/>
                  </a:moveTo>
                  <a:lnTo>
                    <a:pt x="2708" y="26"/>
                  </a:lnTo>
                  <a:lnTo>
                    <a:pt x="2443" y="51"/>
                  </a:lnTo>
                  <a:lnTo>
                    <a:pt x="2177" y="102"/>
                  </a:lnTo>
                  <a:lnTo>
                    <a:pt x="1911" y="165"/>
                  </a:lnTo>
                  <a:lnTo>
                    <a:pt x="1658" y="254"/>
                  </a:lnTo>
                  <a:lnTo>
                    <a:pt x="1405" y="342"/>
                  </a:lnTo>
                  <a:lnTo>
                    <a:pt x="1152" y="444"/>
                  </a:lnTo>
                  <a:lnTo>
                    <a:pt x="925" y="570"/>
                  </a:lnTo>
                  <a:lnTo>
                    <a:pt x="684" y="709"/>
                  </a:lnTo>
                  <a:lnTo>
                    <a:pt x="469" y="861"/>
                  </a:lnTo>
                  <a:lnTo>
                    <a:pt x="267" y="1026"/>
                  </a:lnTo>
                  <a:lnTo>
                    <a:pt x="64" y="1203"/>
                  </a:lnTo>
                  <a:lnTo>
                    <a:pt x="26" y="1253"/>
                  </a:lnTo>
                  <a:lnTo>
                    <a:pt x="1" y="1304"/>
                  </a:lnTo>
                  <a:lnTo>
                    <a:pt x="1" y="1367"/>
                  </a:lnTo>
                  <a:lnTo>
                    <a:pt x="14" y="1430"/>
                  </a:lnTo>
                  <a:lnTo>
                    <a:pt x="39" y="1468"/>
                  </a:lnTo>
                  <a:lnTo>
                    <a:pt x="64" y="1506"/>
                  </a:lnTo>
                  <a:lnTo>
                    <a:pt x="90" y="1532"/>
                  </a:lnTo>
                  <a:lnTo>
                    <a:pt x="128" y="1544"/>
                  </a:lnTo>
                  <a:lnTo>
                    <a:pt x="165" y="1557"/>
                  </a:lnTo>
                  <a:lnTo>
                    <a:pt x="254" y="1557"/>
                  </a:lnTo>
                  <a:lnTo>
                    <a:pt x="292" y="1544"/>
                  </a:lnTo>
                  <a:lnTo>
                    <a:pt x="305" y="1532"/>
                  </a:lnTo>
                  <a:lnTo>
                    <a:pt x="747" y="1342"/>
                  </a:lnTo>
                  <a:lnTo>
                    <a:pt x="962" y="1253"/>
                  </a:lnTo>
                  <a:lnTo>
                    <a:pt x="1190" y="1177"/>
                  </a:lnTo>
                  <a:lnTo>
                    <a:pt x="1405" y="1101"/>
                  </a:lnTo>
                  <a:lnTo>
                    <a:pt x="1633" y="1038"/>
                  </a:lnTo>
                  <a:lnTo>
                    <a:pt x="1861" y="988"/>
                  </a:lnTo>
                  <a:lnTo>
                    <a:pt x="2088" y="950"/>
                  </a:lnTo>
                  <a:lnTo>
                    <a:pt x="2544" y="899"/>
                  </a:lnTo>
                  <a:lnTo>
                    <a:pt x="2772" y="886"/>
                  </a:lnTo>
                  <a:lnTo>
                    <a:pt x="2999" y="874"/>
                  </a:lnTo>
                  <a:lnTo>
                    <a:pt x="3467" y="874"/>
                  </a:lnTo>
                  <a:lnTo>
                    <a:pt x="3897" y="912"/>
                  </a:lnTo>
                  <a:lnTo>
                    <a:pt x="4011" y="912"/>
                  </a:lnTo>
                  <a:lnTo>
                    <a:pt x="4075" y="899"/>
                  </a:lnTo>
                  <a:lnTo>
                    <a:pt x="4138" y="874"/>
                  </a:lnTo>
                  <a:lnTo>
                    <a:pt x="4188" y="848"/>
                  </a:lnTo>
                  <a:lnTo>
                    <a:pt x="4252" y="798"/>
                  </a:lnTo>
                  <a:lnTo>
                    <a:pt x="4290" y="747"/>
                  </a:lnTo>
                  <a:lnTo>
                    <a:pt x="4328" y="697"/>
                  </a:lnTo>
                  <a:lnTo>
                    <a:pt x="4353" y="633"/>
                  </a:lnTo>
                  <a:lnTo>
                    <a:pt x="4366" y="545"/>
                  </a:lnTo>
                  <a:lnTo>
                    <a:pt x="4366" y="469"/>
                  </a:lnTo>
                  <a:lnTo>
                    <a:pt x="4353" y="393"/>
                  </a:lnTo>
                  <a:lnTo>
                    <a:pt x="4315" y="330"/>
                  </a:lnTo>
                  <a:lnTo>
                    <a:pt x="4277" y="267"/>
                  </a:lnTo>
                  <a:lnTo>
                    <a:pt x="4226" y="216"/>
                  </a:lnTo>
                  <a:lnTo>
                    <a:pt x="4163" y="165"/>
                  </a:lnTo>
                  <a:lnTo>
                    <a:pt x="4087" y="140"/>
                  </a:lnTo>
                  <a:lnTo>
                    <a:pt x="3796" y="64"/>
                  </a:lnTo>
                  <a:lnTo>
                    <a:pt x="3531" y="26"/>
                  </a:lnTo>
                  <a:lnTo>
                    <a:pt x="3252" y="14"/>
                  </a:lnTo>
                  <a:lnTo>
                    <a:pt x="2987" y="1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3673175" y="683100"/>
              <a:ext cx="109150" cy="38925"/>
            </a:xfrm>
            <a:custGeom>
              <a:rect b="b" l="l" r="r" t="t"/>
              <a:pathLst>
                <a:path extrusionOk="0" fill="none" h="1557" w="4366">
                  <a:moveTo>
                    <a:pt x="3897" y="912"/>
                  </a:moveTo>
                  <a:lnTo>
                    <a:pt x="3897" y="912"/>
                  </a:lnTo>
                  <a:lnTo>
                    <a:pt x="3467" y="874"/>
                  </a:lnTo>
                  <a:lnTo>
                    <a:pt x="3227" y="874"/>
                  </a:lnTo>
                  <a:lnTo>
                    <a:pt x="2999" y="874"/>
                  </a:lnTo>
                  <a:lnTo>
                    <a:pt x="2999" y="874"/>
                  </a:lnTo>
                  <a:lnTo>
                    <a:pt x="2772" y="886"/>
                  </a:lnTo>
                  <a:lnTo>
                    <a:pt x="2544" y="899"/>
                  </a:lnTo>
                  <a:lnTo>
                    <a:pt x="2088" y="950"/>
                  </a:lnTo>
                  <a:lnTo>
                    <a:pt x="2088" y="950"/>
                  </a:lnTo>
                  <a:lnTo>
                    <a:pt x="1861" y="988"/>
                  </a:lnTo>
                  <a:lnTo>
                    <a:pt x="1633" y="1038"/>
                  </a:lnTo>
                  <a:lnTo>
                    <a:pt x="1405" y="1101"/>
                  </a:lnTo>
                  <a:lnTo>
                    <a:pt x="1190" y="1177"/>
                  </a:lnTo>
                  <a:lnTo>
                    <a:pt x="1190" y="1177"/>
                  </a:lnTo>
                  <a:lnTo>
                    <a:pt x="962" y="1253"/>
                  </a:lnTo>
                  <a:lnTo>
                    <a:pt x="747" y="1342"/>
                  </a:lnTo>
                  <a:lnTo>
                    <a:pt x="305" y="1532"/>
                  </a:lnTo>
                  <a:lnTo>
                    <a:pt x="292" y="1544"/>
                  </a:lnTo>
                  <a:lnTo>
                    <a:pt x="292" y="1544"/>
                  </a:lnTo>
                  <a:lnTo>
                    <a:pt x="254" y="1557"/>
                  </a:lnTo>
                  <a:lnTo>
                    <a:pt x="203" y="1557"/>
                  </a:lnTo>
                  <a:lnTo>
                    <a:pt x="165" y="1557"/>
                  </a:lnTo>
                  <a:lnTo>
                    <a:pt x="128" y="1544"/>
                  </a:lnTo>
                  <a:lnTo>
                    <a:pt x="90" y="1532"/>
                  </a:lnTo>
                  <a:lnTo>
                    <a:pt x="64" y="1506"/>
                  </a:lnTo>
                  <a:lnTo>
                    <a:pt x="39" y="1468"/>
                  </a:lnTo>
                  <a:lnTo>
                    <a:pt x="14" y="1430"/>
                  </a:lnTo>
                  <a:lnTo>
                    <a:pt x="14" y="1430"/>
                  </a:lnTo>
                  <a:lnTo>
                    <a:pt x="1" y="1367"/>
                  </a:lnTo>
                  <a:lnTo>
                    <a:pt x="1" y="1304"/>
                  </a:lnTo>
                  <a:lnTo>
                    <a:pt x="26" y="1253"/>
                  </a:lnTo>
                  <a:lnTo>
                    <a:pt x="64" y="1203"/>
                  </a:lnTo>
                  <a:lnTo>
                    <a:pt x="64" y="1203"/>
                  </a:lnTo>
                  <a:lnTo>
                    <a:pt x="267" y="1026"/>
                  </a:lnTo>
                  <a:lnTo>
                    <a:pt x="469" y="861"/>
                  </a:lnTo>
                  <a:lnTo>
                    <a:pt x="684" y="709"/>
                  </a:lnTo>
                  <a:lnTo>
                    <a:pt x="925" y="570"/>
                  </a:lnTo>
                  <a:lnTo>
                    <a:pt x="925" y="570"/>
                  </a:lnTo>
                  <a:lnTo>
                    <a:pt x="1152" y="444"/>
                  </a:lnTo>
                  <a:lnTo>
                    <a:pt x="1405" y="342"/>
                  </a:lnTo>
                  <a:lnTo>
                    <a:pt x="1658" y="254"/>
                  </a:lnTo>
                  <a:lnTo>
                    <a:pt x="1911" y="165"/>
                  </a:lnTo>
                  <a:lnTo>
                    <a:pt x="1911" y="165"/>
                  </a:lnTo>
                  <a:lnTo>
                    <a:pt x="2177" y="102"/>
                  </a:lnTo>
                  <a:lnTo>
                    <a:pt x="2443" y="51"/>
                  </a:lnTo>
                  <a:lnTo>
                    <a:pt x="2708" y="26"/>
                  </a:lnTo>
                  <a:lnTo>
                    <a:pt x="2987" y="1"/>
                  </a:lnTo>
                  <a:lnTo>
                    <a:pt x="2987" y="1"/>
                  </a:lnTo>
                  <a:lnTo>
                    <a:pt x="3252" y="14"/>
                  </a:lnTo>
                  <a:lnTo>
                    <a:pt x="3531" y="26"/>
                  </a:lnTo>
                  <a:lnTo>
                    <a:pt x="3796" y="64"/>
                  </a:lnTo>
                  <a:lnTo>
                    <a:pt x="4087" y="140"/>
                  </a:lnTo>
                  <a:lnTo>
                    <a:pt x="4087" y="140"/>
                  </a:lnTo>
                  <a:lnTo>
                    <a:pt x="4163" y="165"/>
                  </a:lnTo>
                  <a:lnTo>
                    <a:pt x="4226" y="216"/>
                  </a:lnTo>
                  <a:lnTo>
                    <a:pt x="4277" y="267"/>
                  </a:lnTo>
                  <a:lnTo>
                    <a:pt x="4315" y="330"/>
                  </a:lnTo>
                  <a:lnTo>
                    <a:pt x="4353" y="393"/>
                  </a:lnTo>
                  <a:lnTo>
                    <a:pt x="4366" y="469"/>
                  </a:lnTo>
                  <a:lnTo>
                    <a:pt x="4366" y="545"/>
                  </a:lnTo>
                  <a:lnTo>
                    <a:pt x="4353" y="633"/>
                  </a:lnTo>
                  <a:lnTo>
                    <a:pt x="4353" y="633"/>
                  </a:lnTo>
                  <a:lnTo>
                    <a:pt x="4328" y="697"/>
                  </a:lnTo>
                  <a:lnTo>
                    <a:pt x="4290" y="747"/>
                  </a:lnTo>
                  <a:lnTo>
                    <a:pt x="4252" y="798"/>
                  </a:lnTo>
                  <a:lnTo>
                    <a:pt x="4188" y="848"/>
                  </a:lnTo>
                  <a:lnTo>
                    <a:pt x="4138" y="874"/>
                  </a:lnTo>
                  <a:lnTo>
                    <a:pt x="4075" y="899"/>
                  </a:lnTo>
                  <a:lnTo>
                    <a:pt x="4011" y="912"/>
                  </a:lnTo>
                  <a:lnTo>
                    <a:pt x="3935" y="912"/>
                  </a:lnTo>
                  <a:lnTo>
                    <a:pt x="3897" y="9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3767425" y="687225"/>
              <a:ext cx="21225" cy="18675"/>
            </a:xfrm>
            <a:custGeom>
              <a:rect b="b" l="l" r="r" t="t"/>
              <a:pathLst>
                <a:path extrusionOk="0" h="747" w="849">
                  <a:moveTo>
                    <a:pt x="747" y="0"/>
                  </a:moveTo>
                  <a:lnTo>
                    <a:pt x="735" y="13"/>
                  </a:lnTo>
                  <a:lnTo>
                    <a:pt x="709" y="38"/>
                  </a:lnTo>
                  <a:lnTo>
                    <a:pt x="697" y="51"/>
                  </a:lnTo>
                  <a:lnTo>
                    <a:pt x="697" y="76"/>
                  </a:lnTo>
                  <a:lnTo>
                    <a:pt x="684" y="139"/>
                  </a:lnTo>
                  <a:lnTo>
                    <a:pt x="646" y="203"/>
                  </a:lnTo>
                  <a:lnTo>
                    <a:pt x="596" y="253"/>
                  </a:lnTo>
                  <a:lnTo>
                    <a:pt x="532" y="291"/>
                  </a:lnTo>
                  <a:lnTo>
                    <a:pt x="456" y="317"/>
                  </a:lnTo>
                  <a:lnTo>
                    <a:pt x="380" y="329"/>
                  </a:lnTo>
                  <a:lnTo>
                    <a:pt x="153" y="329"/>
                  </a:lnTo>
                  <a:lnTo>
                    <a:pt x="115" y="355"/>
                  </a:lnTo>
                  <a:lnTo>
                    <a:pt x="77" y="380"/>
                  </a:lnTo>
                  <a:lnTo>
                    <a:pt x="52" y="405"/>
                  </a:lnTo>
                  <a:lnTo>
                    <a:pt x="26" y="443"/>
                  </a:lnTo>
                  <a:lnTo>
                    <a:pt x="14" y="481"/>
                  </a:lnTo>
                  <a:lnTo>
                    <a:pt x="1" y="519"/>
                  </a:lnTo>
                  <a:lnTo>
                    <a:pt x="1" y="557"/>
                  </a:lnTo>
                  <a:lnTo>
                    <a:pt x="14" y="595"/>
                  </a:lnTo>
                  <a:lnTo>
                    <a:pt x="26" y="633"/>
                  </a:lnTo>
                  <a:lnTo>
                    <a:pt x="52" y="671"/>
                  </a:lnTo>
                  <a:lnTo>
                    <a:pt x="77" y="696"/>
                  </a:lnTo>
                  <a:lnTo>
                    <a:pt x="115" y="721"/>
                  </a:lnTo>
                  <a:lnTo>
                    <a:pt x="153" y="734"/>
                  </a:lnTo>
                  <a:lnTo>
                    <a:pt x="191" y="747"/>
                  </a:lnTo>
                  <a:lnTo>
                    <a:pt x="229" y="747"/>
                  </a:lnTo>
                  <a:lnTo>
                    <a:pt x="267" y="734"/>
                  </a:lnTo>
                  <a:lnTo>
                    <a:pt x="279" y="734"/>
                  </a:lnTo>
                  <a:lnTo>
                    <a:pt x="393" y="696"/>
                  </a:lnTo>
                  <a:lnTo>
                    <a:pt x="494" y="646"/>
                  </a:lnTo>
                  <a:lnTo>
                    <a:pt x="608" y="582"/>
                  </a:lnTo>
                  <a:lnTo>
                    <a:pt x="697" y="506"/>
                  </a:lnTo>
                  <a:lnTo>
                    <a:pt x="735" y="456"/>
                  </a:lnTo>
                  <a:lnTo>
                    <a:pt x="773" y="405"/>
                  </a:lnTo>
                  <a:lnTo>
                    <a:pt x="798" y="355"/>
                  </a:lnTo>
                  <a:lnTo>
                    <a:pt x="823" y="291"/>
                  </a:lnTo>
                  <a:lnTo>
                    <a:pt x="836" y="228"/>
                  </a:lnTo>
                  <a:lnTo>
                    <a:pt x="849" y="165"/>
                  </a:lnTo>
                  <a:lnTo>
                    <a:pt x="836" y="114"/>
                  </a:lnTo>
                  <a:lnTo>
                    <a:pt x="836" y="51"/>
                  </a:lnTo>
                  <a:lnTo>
                    <a:pt x="811" y="13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3767425" y="687225"/>
              <a:ext cx="21225" cy="18675"/>
            </a:xfrm>
            <a:custGeom>
              <a:rect b="b" l="l" r="r" t="t"/>
              <a:pathLst>
                <a:path extrusionOk="0" fill="none" h="747" w="849">
                  <a:moveTo>
                    <a:pt x="836" y="51"/>
                  </a:moveTo>
                  <a:lnTo>
                    <a:pt x="836" y="51"/>
                  </a:lnTo>
                  <a:lnTo>
                    <a:pt x="836" y="114"/>
                  </a:lnTo>
                  <a:lnTo>
                    <a:pt x="849" y="165"/>
                  </a:lnTo>
                  <a:lnTo>
                    <a:pt x="836" y="228"/>
                  </a:lnTo>
                  <a:lnTo>
                    <a:pt x="823" y="291"/>
                  </a:lnTo>
                  <a:lnTo>
                    <a:pt x="798" y="355"/>
                  </a:lnTo>
                  <a:lnTo>
                    <a:pt x="773" y="405"/>
                  </a:lnTo>
                  <a:lnTo>
                    <a:pt x="735" y="456"/>
                  </a:lnTo>
                  <a:lnTo>
                    <a:pt x="697" y="506"/>
                  </a:lnTo>
                  <a:lnTo>
                    <a:pt x="697" y="506"/>
                  </a:lnTo>
                  <a:lnTo>
                    <a:pt x="608" y="582"/>
                  </a:lnTo>
                  <a:lnTo>
                    <a:pt x="494" y="646"/>
                  </a:lnTo>
                  <a:lnTo>
                    <a:pt x="393" y="696"/>
                  </a:lnTo>
                  <a:lnTo>
                    <a:pt x="279" y="734"/>
                  </a:lnTo>
                  <a:lnTo>
                    <a:pt x="267" y="734"/>
                  </a:lnTo>
                  <a:lnTo>
                    <a:pt x="267" y="734"/>
                  </a:lnTo>
                  <a:lnTo>
                    <a:pt x="229" y="747"/>
                  </a:lnTo>
                  <a:lnTo>
                    <a:pt x="191" y="747"/>
                  </a:lnTo>
                  <a:lnTo>
                    <a:pt x="153" y="734"/>
                  </a:lnTo>
                  <a:lnTo>
                    <a:pt x="115" y="721"/>
                  </a:lnTo>
                  <a:lnTo>
                    <a:pt x="77" y="696"/>
                  </a:lnTo>
                  <a:lnTo>
                    <a:pt x="52" y="671"/>
                  </a:lnTo>
                  <a:lnTo>
                    <a:pt x="26" y="633"/>
                  </a:lnTo>
                  <a:lnTo>
                    <a:pt x="14" y="595"/>
                  </a:lnTo>
                  <a:lnTo>
                    <a:pt x="14" y="595"/>
                  </a:lnTo>
                  <a:lnTo>
                    <a:pt x="1" y="557"/>
                  </a:lnTo>
                  <a:lnTo>
                    <a:pt x="1" y="519"/>
                  </a:lnTo>
                  <a:lnTo>
                    <a:pt x="14" y="481"/>
                  </a:lnTo>
                  <a:lnTo>
                    <a:pt x="26" y="443"/>
                  </a:lnTo>
                  <a:lnTo>
                    <a:pt x="52" y="405"/>
                  </a:lnTo>
                  <a:lnTo>
                    <a:pt x="77" y="380"/>
                  </a:lnTo>
                  <a:lnTo>
                    <a:pt x="115" y="355"/>
                  </a:lnTo>
                  <a:lnTo>
                    <a:pt x="153" y="329"/>
                  </a:lnTo>
                  <a:lnTo>
                    <a:pt x="153" y="329"/>
                  </a:lnTo>
                  <a:lnTo>
                    <a:pt x="229" y="329"/>
                  </a:lnTo>
                  <a:lnTo>
                    <a:pt x="229" y="329"/>
                  </a:lnTo>
                  <a:lnTo>
                    <a:pt x="305" y="329"/>
                  </a:lnTo>
                  <a:lnTo>
                    <a:pt x="380" y="329"/>
                  </a:lnTo>
                  <a:lnTo>
                    <a:pt x="456" y="317"/>
                  </a:lnTo>
                  <a:lnTo>
                    <a:pt x="532" y="291"/>
                  </a:lnTo>
                  <a:lnTo>
                    <a:pt x="532" y="291"/>
                  </a:lnTo>
                  <a:lnTo>
                    <a:pt x="596" y="253"/>
                  </a:lnTo>
                  <a:lnTo>
                    <a:pt x="646" y="203"/>
                  </a:lnTo>
                  <a:lnTo>
                    <a:pt x="646" y="203"/>
                  </a:lnTo>
                  <a:lnTo>
                    <a:pt x="684" y="139"/>
                  </a:lnTo>
                  <a:lnTo>
                    <a:pt x="697" y="76"/>
                  </a:lnTo>
                  <a:lnTo>
                    <a:pt x="697" y="51"/>
                  </a:lnTo>
                  <a:lnTo>
                    <a:pt x="697" y="51"/>
                  </a:lnTo>
                  <a:lnTo>
                    <a:pt x="709" y="38"/>
                  </a:lnTo>
                  <a:lnTo>
                    <a:pt x="735" y="13"/>
                  </a:lnTo>
                  <a:lnTo>
                    <a:pt x="747" y="0"/>
                  </a:lnTo>
                  <a:lnTo>
                    <a:pt x="773" y="0"/>
                  </a:lnTo>
                  <a:lnTo>
                    <a:pt x="773" y="0"/>
                  </a:lnTo>
                  <a:lnTo>
                    <a:pt x="811" y="13"/>
                  </a:lnTo>
                  <a:lnTo>
                    <a:pt x="836" y="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3859150" y="683100"/>
              <a:ext cx="109150" cy="38925"/>
            </a:xfrm>
            <a:custGeom>
              <a:rect b="b" l="l" r="r" t="t"/>
              <a:pathLst>
                <a:path extrusionOk="0" h="1557" w="4366">
                  <a:moveTo>
                    <a:pt x="1380" y="1"/>
                  </a:moveTo>
                  <a:lnTo>
                    <a:pt x="1114" y="14"/>
                  </a:lnTo>
                  <a:lnTo>
                    <a:pt x="848" y="26"/>
                  </a:lnTo>
                  <a:lnTo>
                    <a:pt x="570" y="64"/>
                  </a:lnTo>
                  <a:lnTo>
                    <a:pt x="292" y="140"/>
                  </a:lnTo>
                  <a:lnTo>
                    <a:pt x="216" y="165"/>
                  </a:lnTo>
                  <a:lnTo>
                    <a:pt x="153" y="216"/>
                  </a:lnTo>
                  <a:lnTo>
                    <a:pt x="89" y="267"/>
                  </a:lnTo>
                  <a:lnTo>
                    <a:pt x="51" y="330"/>
                  </a:lnTo>
                  <a:lnTo>
                    <a:pt x="13" y="393"/>
                  </a:lnTo>
                  <a:lnTo>
                    <a:pt x="1" y="469"/>
                  </a:lnTo>
                  <a:lnTo>
                    <a:pt x="1" y="545"/>
                  </a:lnTo>
                  <a:lnTo>
                    <a:pt x="13" y="633"/>
                  </a:lnTo>
                  <a:lnTo>
                    <a:pt x="39" y="697"/>
                  </a:lnTo>
                  <a:lnTo>
                    <a:pt x="77" y="747"/>
                  </a:lnTo>
                  <a:lnTo>
                    <a:pt x="127" y="798"/>
                  </a:lnTo>
                  <a:lnTo>
                    <a:pt x="178" y="848"/>
                  </a:lnTo>
                  <a:lnTo>
                    <a:pt x="228" y="874"/>
                  </a:lnTo>
                  <a:lnTo>
                    <a:pt x="292" y="899"/>
                  </a:lnTo>
                  <a:lnTo>
                    <a:pt x="355" y="912"/>
                  </a:lnTo>
                  <a:lnTo>
                    <a:pt x="469" y="912"/>
                  </a:lnTo>
                  <a:lnTo>
                    <a:pt x="912" y="874"/>
                  </a:lnTo>
                  <a:lnTo>
                    <a:pt x="1367" y="874"/>
                  </a:lnTo>
                  <a:lnTo>
                    <a:pt x="1595" y="886"/>
                  </a:lnTo>
                  <a:lnTo>
                    <a:pt x="1822" y="899"/>
                  </a:lnTo>
                  <a:lnTo>
                    <a:pt x="2278" y="950"/>
                  </a:lnTo>
                  <a:lnTo>
                    <a:pt x="2506" y="988"/>
                  </a:lnTo>
                  <a:lnTo>
                    <a:pt x="2733" y="1038"/>
                  </a:lnTo>
                  <a:lnTo>
                    <a:pt x="2961" y="1101"/>
                  </a:lnTo>
                  <a:lnTo>
                    <a:pt x="3189" y="1177"/>
                  </a:lnTo>
                  <a:lnTo>
                    <a:pt x="3404" y="1253"/>
                  </a:lnTo>
                  <a:lnTo>
                    <a:pt x="3632" y="1342"/>
                  </a:lnTo>
                  <a:lnTo>
                    <a:pt x="4062" y="1532"/>
                  </a:lnTo>
                  <a:lnTo>
                    <a:pt x="4074" y="1544"/>
                  </a:lnTo>
                  <a:lnTo>
                    <a:pt x="4125" y="1557"/>
                  </a:lnTo>
                  <a:lnTo>
                    <a:pt x="4201" y="1557"/>
                  </a:lnTo>
                  <a:lnTo>
                    <a:pt x="4239" y="1544"/>
                  </a:lnTo>
                  <a:lnTo>
                    <a:pt x="4277" y="1532"/>
                  </a:lnTo>
                  <a:lnTo>
                    <a:pt x="4302" y="1506"/>
                  </a:lnTo>
                  <a:lnTo>
                    <a:pt x="4327" y="1468"/>
                  </a:lnTo>
                  <a:lnTo>
                    <a:pt x="4353" y="1430"/>
                  </a:lnTo>
                  <a:lnTo>
                    <a:pt x="4365" y="1367"/>
                  </a:lnTo>
                  <a:lnTo>
                    <a:pt x="4365" y="1304"/>
                  </a:lnTo>
                  <a:lnTo>
                    <a:pt x="4340" y="1253"/>
                  </a:lnTo>
                  <a:lnTo>
                    <a:pt x="4302" y="1203"/>
                  </a:lnTo>
                  <a:lnTo>
                    <a:pt x="4112" y="1026"/>
                  </a:lnTo>
                  <a:lnTo>
                    <a:pt x="3897" y="861"/>
                  </a:lnTo>
                  <a:lnTo>
                    <a:pt x="3682" y="709"/>
                  </a:lnTo>
                  <a:lnTo>
                    <a:pt x="3454" y="570"/>
                  </a:lnTo>
                  <a:lnTo>
                    <a:pt x="3214" y="444"/>
                  </a:lnTo>
                  <a:lnTo>
                    <a:pt x="2961" y="342"/>
                  </a:lnTo>
                  <a:lnTo>
                    <a:pt x="2708" y="254"/>
                  </a:lnTo>
                  <a:lnTo>
                    <a:pt x="2455" y="165"/>
                  </a:lnTo>
                  <a:lnTo>
                    <a:pt x="2189" y="102"/>
                  </a:lnTo>
                  <a:lnTo>
                    <a:pt x="1924" y="51"/>
                  </a:lnTo>
                  <a:lnTo>
                    <a:pt x="1658" y="26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3859150" y="683100"/>
              <a:ext cx="109150" cy="38925"/>
            </a:xfrm>
            <a:custGeom>
              <a:rect b="b" l="l" r="r" t="t"/>
              <a:pathLst>
                <a:path extrusionOk="0" fill="none" h="1557" w="4366">
                  <a:moveTo>
                    <a:pt x="469" y="912"/>
                  </a:moveTo>
                  <a:lnTo>
                    <a:pt x="469" y="912"/>
                  </a:lnTo>
                  <a:lnTo>
                    <a:pt x="912" y="874"/>
                  </a:lnTo>
                  <a:lnTo>
                    <a:pt x="1139" y="874"/>
                  </a:lnTo>
                  <a:lnTo>
                    <a:pt x="1367" y="874"/>
                  </a:lnTo>
                  <a:lnTo>
                    <a:pt x="1367" y="874"/>
                  </a:lnTo>
                  <a:lnTo>
                    <a:pt x="1595" y="886"/>
                  </a:lnTo>
                  <a:lnTo>
                    <a:pt x="1822" y="899"/>
                  </a:lnTo>
                  <a:lnTo>
                    <a:pt x="2278" y="950"/>
                  </a:lnTo>
                  <a:lnTo>
                    <a:pt x="2278" y="950"/>
                  </a:lnTo>
                  <a:lnTo>
                    <a:pt x="2506" y="988"/>
                  </a:lnTo>
                  <a:lnTo>
                    <a:pt x="2733" y="1038"/>
                  </a:lnTo>
                  <a:lnTo>
                    <a:pt x="2961" y="1101"/>
                  </a:lnTo>
                  <a:lnTo>
                    <a:pt x="3189" y="1177"/>
                  </a:lnTo>
                  <a:lnTo>
                    <a:pt x="3189" y="1177"/>
                  </a:lnTo>
                  <a:lnTo>
                    <a:pt x="3404" y="1253"/>
                  </a:lnTo>
                  <a:lnTo>
                    <a:pt x="3632" y="1342"/>
                  </a:lnTo>
                  <a:lnTo>
                    <a:pt x="4062" y="1532"/>
                  </a:lnTo>
                  <a:lnTo>
                    <a:pt x="4074" y="1544"/>
                  </a:lnTo>
                  <a:lnTo>
                    <a:pt x="4074" y="1544"/>
                  </a:lnTo>
                  <a:lnTo>
                    <a:pt x="4125" y="1557"/>
                  </a:lnTo>
                  <a:lnTo>
                    <a:pt x="4163" y="1557"/>
                  </a:lnTo>
                  <a:lnTo>
                    <a:pt x="4201" y="1557"/>
                  </a:lnTo>
                  <a:lnTo>
                    <a:pt x="4239" y="1544"/>
                  </a:lnTo>
                  <a:lnTo>
                    <a:pt x="4277" y="1532"/>
                  </a:lnTo>
                  <a:lnTo>
                    <a:pt x="4302" y="1506"/>
                  </a:lnTo>
                  <a:lnTo>
                    <a:pt x="4327" y="1468"/>
                  </a:lnTo>
                  <a:lnTo>
                    <a:pt x="4353" y="1430"/>
                  </a:lnTo>
                  <a:lnTo>
                    <a:pt x="4353" y="1430"/>
                  </a:lnTo>
                  <a:lnTo>
                    <a:pt x="4365" y="1367"/>
                  </a:lnTo>
                  <a:lnTo>
                    <a:pt x="4365" y="1304"/>
                  </a:lnTo>
                  <a:lnTo>
                    <a:pt x="4340" y="1253"/>
                  </a:lnTo>
                  <a:lnTo>
                    <a:pt x="4302" y="1203"/>
                  </a:lnTo>
                  <a:lnTo>
                    <a:pt x="4302" y="1203"/>
                  </a:lnTo>
                  <a:lnTo>
                    <a:pt x="4112" y="1026"/>
                  </a:lnTo>
                  <a:lnTo>
                    <a:pt x="3897" y="861"/>
                  </a:lnTo>
                  <a:lnTo>
                    <a:pt x="3682" y="709"/>
                  </a:lnTo>
                  <a:lnTo>
                    <a:pt x="3454" y="570"/>
                  </a:lnTo>
                  <a:lnTo>
                    <a:pt x="3454" y="570"/>
                  </a:lnTo>
                  <a:lnTo>
                    <a:pt x="3214" y="444"/>
                  </a:lnTo>
                  <a:lnTo>
                    <a:pt x="2961" y="342"/>
                  </a:lnTo>
                  <a:lnTo>
                    <a:pt x="2708" y="254"/>
                  </a:lnTo>
                  <a:lnTo>
                    <a:pt x="2455" y="165"/>
                  </a:lnTo>
                  <a:lnTo>
                    <a:pt x="2455" y="165"/>
                  </a:lnTo>
                  <a:lnTo>
                    <a:pt x="2189" y="102"/>
                  </a:lnTo>
                  <a:lnTo>
                    <a:pt x="1924" y="51"/>
                  </a:lnTo>
                  <a:lnTo>
                    <a:pt x="1658" y="26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114" y="14"/>
                  </a:lnTo>
                  <a:lnTo>
                    <a:pt x="848" y="26"/>
                  </a:lnTo>
                  <a:lnTo>
                    <a:pt x="570" y="64"/>
                  </a:lnTo>
                  <a:lnTo>
                    <a:pt x="292" y="140"/>
                  </a:lnTo>
                  <a:lnTo>
                    <a:pt x="292" y="140"/>
                  </a:lnTo>
                  <a:lnTo>
                    <a:pt x="216" y="165"/>
                  </a:lnTo>
                  <a:lnTo>
                    <a:pt x="153" y="216"/>
                  </a:lnTo>
                  <a:lnTo>
                    <a:pt x="89" y="267"/>
                  </a:lnTo>
                  <a:lnTo>
                    <a:pt x="51" y="330"/>
                  </a:lnTo>
                  <a:lnTo>
                    <a:pt x="13" y="393"/>
                  </a:lnTo>
                  <a:lnTo>
                    <a:pt x="1" y="469"/>
                  </a:lnTo>
                  <a:lnTo>
                    <a:pt x="1" y="545"/>
                  </a:lnTo>
                  <a:lnTo>
                    <a:pt x="13" y="633"/>
                  </a:lnTo>
                  <a:lnTo>
                    <a:pt x="13" y="633"/>
                  </a:lnTo>
                  <a:lnTo>
                    <a:pt x="39" y="697"/>
                  </a:lnTo>
                  <a:lnTo>
                    <a:pt x="77" y="747"/>
                  </a:lnTo>
                  <a:lnTo>
                    <a:pt x="127" y="798"/>
                  </a:lnTo>
                  <a:lnTo>
                    <a:pt x="178" y="848"/>
                  </a:lnTo>
                  <a:lnTo>
                    <a:pt x="228" y="874"/>
                  </a:lnTo>
                  <a:lnTo>
                    <a:pt x="292" y="899"/>
                  </a:lnTo>
                  <a:lnTo>
                    <a:pt x="355" y="912"/>
                  </a:lnTo>
                  <a:lnTo>
                    <a:pt x="431" y="912"/>
                  </a:lnTo>
                  <a:lnTo>
                    <a:pt x="469" y="9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3853150" y="687225"/>
              <a:ext cx="20900" cy="18675"/>
            </a:xfrm>
            <a:custGeom>
              <a:rect b="b" l="l" r="r" t="t"/>
              <a:pathLst>
                <a:path extrusionOk="0" h="747" w="836">
                  <a:moveTo>
                    <a:pt x="64" y="0"/>
                  </a:moveTo>
                  <a:lnTo>
                    <a:pt x="26" y="13"/>
                  </a:lnTo>
                  <a:lnTo>
                    <a:pt x="13" y="51"/>
                  </a:lnTo>
                  <a:lnTo>
                    <a:pt x="0" y="114"/>
                  </a:lnTo>
                  <a:lnTo>
                    <a:pt x="0" y="165"/>
                  </a:lnTo>
                  <a:lnTo>
                    <a:pt x="0" y="228"/>
                  </a:lnTo>
                  <a:lnTo>
                    <a:pt x="13" y="291"/>
                  </a:lnTo>
                  <a:lnTo>
                    <a:pt x="38" y="355"/>
                  </a:lnTo>
                  <a:lnTo>
                    <a:pt x="64" y="405"/>
                  </a:lnTo>
                  <a:lnTo>
                    <a:pt x="102" y="456"/>
                  </a:lnTo>
                  <a:lnTo>
                    <a:pt x="140" y="506"/>
                  </a:lnTo>
                  <a:lnTo>
                    <a:pt x="241" y="582"/>
                  </a:lnTo>
                  <a:lnTo>
                    <a:pt x="342" y="646"/>
                  </a:lnTo>
                  <a:lnTo>
                    <a:pt x="443" y="696"/>
                  </a:lnTo>
                  <a:lnTo>
                    <a:pt x="557" y="734"/>
                  </a:lnTo>
                  <a:lnTo>
                    <a:pt x="570" y="734"/>
                  </a:lnTo>
                  <a:lnTo>
                    <a:pt x="608" y="747"/>
                  </a:lnTo>
                  <a:lnTo>
                    <a:pt x="646" y="747"/>
                  </a:lnTo>
                  <a:lnTo>
                    <a:pt x="684" y="734"/>
                  </a:lnTo>
                  <a:lnTo>
                    <a:pt x="721" y="721"/>
                  </a:lnTo>
                  <a:lnTo>
                    <a:pt x="759" y="696"/>
                  </a:lnTo>
                  <a:lnTo>
                    <a:pt x="785" y="671"/>
                  </a:lnTo>
                  <a:lnTo>
                    <a:pt x="810" y="633"/>
                  </a:lnTo>
                  <a:lnTo>
                    <a:pt x="835" y="595"/>
                  </a:lnTo>
                  <a:lnTo>
                    <a:pt x="835" y="557"/>
                  </a:lnTo>
                  <a:lnTo>
                    <a:pt x="835" y="519"/>
                  </a:lnTo>
                  <a:lnTo>
                    <a:pt x="835" y="481"/>
                  </a:lnTo>
                  <a:lnTo>
                    <a:pt x="810" y="443"/>
                  </a:lnTo>
                  <a:lnTo>
                    <a:pt x="797" y="405"/>
                  </a:lnTo>
                  <a:lnTo>
                    <a:pt x="759" y="380"/>
                  </a:lnTo>
                  <a:lnTo>
                    <a:pt x="734" y="355"/>
                  </a:lnTo>
                  <a:lnTo>
                    <a:pt x="684" y="329"/>
                  </a:lnTo>
                  <a:lnTo>
                    <a:pt x="456" y="329"/>
                  </a:lnTo>
                  <a:lnTo>
                    <a:pt x="380" y="317"/>
                  </a:lnTo>
                  <a:lnTo>
                    <a:pt x="304" y="291"/>
                  </a:lnTo>
                  <a:lnTo>
                    <a:pt x="253" y="253"/>
                  </a:lnTo>
                  <a:lnTo>
                    <a:pt x="203" y="203"/>
                  </a:lnTo>
                  <a:lnTo>
                    <a:pt x="165" y="139"/>
                  </a:lnTo>
                  <a:lnTo>
                    <a:pt x="140" y="76"/>
                  </a:lnTo>
                  <a:lnTo>
                    <a:pt x="140" y="51"/>
                  </a:lnTo>
                  <a:lnTo>
                    <a:pt x="127" y="38"/>
                  </a:lnTo>
                  <a:lnTo>
                    <a:pt x="114" y="13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4D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853150" y="687225"/>
              <a:ext cx="20900" cy="18675"/>
            </a:xfrm>
            <a:custGeom>
              <a:rect b="b" l="l" r="r" t="t"/>
              <a:pathLst>
                <a:path extrusionOk="0" fill="none" h="747" w="836">
                  <a:moveTo>
                    <a:pt x="13" y="51"/>
                  </a:moveTo>
                  <a:lnTo>
                    <a:pt x="13" y="51"/>
                  </a:lnTo>
                  <a:lnTo>
                    <a:pt x="0" y="114"/>
                  </a:lnTo>
                  <a:lnTo>
                    <a:pt x="0" y="165"/>
                  </a:lnTo>
                  <a:lnTo>
                    <a:pt x="0" y="228"/>
                  </a:lnTo>
                  <a:lnTo>
                    <a:pt x="13" y="291"/>
                  </a:lnTo>
                  <a:lnTo>
                    <a:pt x="38" y="355"/>
                  </a:lnTo>
                  <a:lnTo>
                    <a:pt x="64" y="405"/>
                  </a:lnTo>
                  <a:lnTo>
                    <a:pt x="102" y="456"/>
                  </a:lnTo>
                  <a:lnTo>
                    <a:pt x="140" y="506"/>
                  </a:lnTo>
                  <a:lnTo>
                    <a:pt x="140" y="506"/>
                  </a:lnTo>
                  <a:lnTo>
                    <a:pt x="241" y="582"/>
                  </a:lnTo>
                  <a:lnTo>
                    <a:pt x="342" y="646"/>
                  </a:lnTo>
                  <a:lnTo>
                    <a:pt x="443" y="696"/>
                  </a:lnTo>
                  <a:lnTo>
                    <a:pt x="557" y="734"/>
                  </a:lnTo>
                  <a:lnTo>
                    <a:pt x="570" y="734"/>
                  </a:lnTo>
                  <a:lnTo>
                    <a:pt x="570" y="734"/>
                  </a:lnTo>
                  <a:lnTo>
                    <a:pt x="608" y="747"/>
                  </a:lnTo>
                  <a:lnTo>
                    <a:pt x="646" y="747"/>
                  </a:lnTo>
                  <a:lnTo>
                    <a:pt x="684" y="734"/>
                  </a:lnTo>
                  <a:lnTo>
                    <a:pt x="721" y="721"/>
                  </a:lnTo>
                  <a:lnTo>
                    <a:pt x="759" y="696"/>
                  </a:lnTo>
                  <a:lnTo>
                    <a:pt x="785" y="671"/>
                  </a:lnTo>
                  <a:lnTo>
                    <a:pt x="810" y="633"/>
                  </a:lnTo>
                  <a:lnTo>
                    <a:pt x="835" y="595"/>
                  </a:lnTo>
                  <a:lnTo>
                    <a:pt x="835" y="595"/>
                  </a:lnTo>
                  <a:lnTo>
                    <a:pt x="835" y="557"/>
                  </a:lnTo>
                  <a:lnTo>
                    <a:pt x="835" y="519"/>
                  </a:lnTo>
                  <a:lnTo>
                    <a:pt x="835" y="481"/>
                  </a:lnTo>
                  <a:lnTo>
                    <a:pt x="810" y="443"/>
                  </a:lnTo>
                  <a:lnTo>
                    <a:pt x="797" y="405"/>
                  </a:lnTo>
                  <a:lnTo>
                    <a:pt x="759" y="380"/>
                  </a:lnTo>
                  <a:lnTo>
                    <a:pt x="734" y="355"/>
                  </a:lnTo>
                  <a:lnTo>
                    <a:pt x="684" y="329"/>
                  </a:lnTo>
                  <a:lnTo>
                    <a:pt x="684" y="329"/>
                  </a:lnTo>
                  <a:lnTo>
                    <a:pt x="608" y="329"/>
                  </a:lnTo>
                  <a:lnTo>
                    <a:pt x="608" y="329"/>
                  </a:lnTo>
                  <a:lnTo>
                    <a:pt x="532" y="329"/>
                  </a:lnTo>
                  <a:lnTo>
                    <a:pt x="456" y="329"/>
                  </a:lnTo>
                  <a:lnTo>
                    <a:pt x="380" y="317"/>
                  </a:lnTo>
                  <a:lnTo>
                    <a:pt x="304" y="291"/>
                  </a:lnTo>
                  <a:lnTo>
                    <a:pt x="304" y="291"/>
                  </a:lnTo>
                  <a:lnTo>
                    <a:pt x="253" y="253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165" y="139"/>
                  </a:lnTo>
                  <a:lnTo>
                    <a:pt x="140" y="76"/>
                  </a:lnTo>
                  <a:lnTo>
                    <a:pt x="140" y="51"/>
                  </a:lnTo>
                  <a:lnTo>
                    <a:pt x="140" y="51"/>
                  </a:lnTo>
                  <a:lnTo>
                    <a:pt x="127" y="38"/>
                  </a:lnTo>
                  <a:lnTo>
                    <a:pt x="114" y="13"/>
                  </a:lnTo>
                  <a:lnTo>
                    <a:pt x="89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26" y="13"/>
                  </a:lnTo>
                  <a:lnTo>
                    <a:pt x="13" y="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3751950" y="867825"/>
              <a:ext cx="137600" cy="32275"/>
            </a:xfrm>
            <a:custGeom>
              <a:rect b="b" l="l" r="r" t="t"/>
              <a:pathLst>
                <a:path extrusionOk="0" h="1291" w="5504">
                  <a:moveTo>
                    <a:pt x="0" y="0"/>
                  </a:moveTo>
                  <a:lnTo>
                    <a:pt x="139" y="139"/>
                  </a:lnTo>
                  <a:lnTo>
                    <a:pt x="266" y="266"/>
                  </a:lnTo>
                  <a:lnTo>
                    <a:pt x="418" y="405"/>
                  </a:lnTo>
                  <a:lnTo>
                    <a:pt x="569" y="519"/>
                  </a:lnTo>
                  <a:lnTo>
                    <a:pt x="721" y="633"/>
                  </a:lnTo>
                  <a:lnTo>
                    <a:pt x="886" y="746"/>
                  </a:lnTo>
                  <a:lnTo>
                    <a:pt x="1050" y="835"/>
                  </a:lnTo>
                  <a:lnTo>
                    <a:pt x="1227" y="924"/>
                  </a:lnTo>
                  <a:lnTo>
                    <a:pt x="1404" y="1012"/>
                  </a:lnTo>
                  <a:lnTo>
                    <a:pt x="1594" y="1075"/>
                  </a:lnTo>
                  <a:lnTo>
                    <a:pt x="1771" y="1139"/>
                  </a:lnTo>
                  <a:lnTo>
                    <a:pt x="1974" y="1189"/>
                  </a:lnTo>
                  <a:lnTo>
                    <a:pt x="2163" y="1240"/>
                  </a:lnTo>
                  <a:lnTo>
                    <a:pt x="2353" y="1265"/>
                  </a:lnTo>
                  <a:lnTo>
                    <a:pt x="2556" y="1290"/>
                  </a:lnTo>
                  <a:lnTo>
                    <a:pt x="2948" y="1290"/>
                  </a:lnTo>
                  <a:lnTo>
                    <a:pt x="3150" y="1278"/>
                  </a:lnTo>
                  <a:lnTo>
                    <a:pt x="3353" y="1252"/>
                  </a:lnTo>
                  <a:lnTo>
                    <a:pt x="3542" y="1214"/>
                  </a:lnTo>
                  <a:lnTo>
                    <a:pt x="3745" y="1164"/>
                  </a:lnTo>
                  <a:lnTo>
                    <a:pt x="3922" y="1101"/>
                  </a:lnTo>
                  <a:lnTo>
                    <a:pt x="4112" y="1025"/>
                  </a:lnTo>
                  <a:lnTo>
                    <a:pt x="4289" y="949"/>
                  </a:lnTo>
                  <a:lnTo>
                    <a:pt x="4466" y="860"/>
                  </a:lnTo>
                  <a:lnTo>
                    <a:pt x="4630" y="759"/>
                  </a:lnTo>
                  <a:lnTo>
                    <a:pt x="4947" y="531"/>
                  </a:lnTo>
                  <a:lnTo>
                    <a:pt x="5098" y="405"/>
                  </a:lnTo>
                  <a:lnTo>
                    <a:pt x="5238" y="266"/>
                  </a:lnTo>
                  <a:lnTo>
                    <a:pt x="5503" y="0"/>
                  </a:lnTo>
                  <a:lnTo>
                    <a:pt x="5174" y="177"/>
                  </a:lnTo>
                  <a:lnTo>
                    <a:pt x="4845" y="354"/>
                  </a:lnTo>
                  <a:lnTo>
                    <a:pt x="4504" y="519"/>
                  </a:lnTo>
                  <a:lnTo>
                    <a:pt x="4339" y="582"/>
                  </a:lnTo>
                  <a:lnTo>
                    <a:pt x="4162" y="645"/>
                  </a:lnTo>
                  <a:lnTo>
                    <a:pt x="3998" y="708"/>
                  </a:lnTo>
                  <a:lnTo>
                    <a:pt x="3821" y="759"/>
                  </a:lnTo>
                  <a:lnTo>
                    <a:pt x="3644" y="797"/>
                  </a:lnTo>
                  <a:lnTo>
                    <a:pt x="3466" y="835"/>
                  </a:lnTo>
                  <a:lnTo>
                    <a:pt x="3289" y="860"/>
                  </a:lnTo>
                  <a:lnTo>
                    <a:pt x="3112" y="873"/>
                  </a:lnTo>
                  <a:lnTo>
                    <a:pt x="2935" y="886"/>
                  </a:lnTo>
                  <a:lnTo>
                    <a:pt x="2758" y="886"/>
                  </a:lnTo>
                  <a:lnTo>
                    <a:pt x="2581" y="873"/>
                  </a:lnTo>
                  <a:lnTo>
                    <a:pt x="2404" y="860"/>
                  </a:lnTo>
                  <a:lnTo>
                    <a:pt x="2227" y="848"/>
                  </a:lnTo>
                  <a:lnTo>
                    <a:pt x="2050" y="810"/>
                  </a:lnTo>
                  <a:lnTo>
                    <a:pt x="1695" y="734"/>
                  </a:lnTo>
                  <a:lnTo>
                    <a:pt x="1354" y="633"/>
                  </a:lnTo>
                  <a:lnTo>
                    <a:pt x="1012" y="493"/>
                  </a:lnTo>
                  <a:lnTo>
                    <a:pt x="671" y="354"/>
                  </a:lnTo>
                  <a:lnTo>
                    <a:pt x="329" y="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3797800" y="909550"/>
              <a:ext cx="52850" cy="12675"/>
            </a:xfrm>
            <a:custGeom>
              <a:rect b="b" l="l" r="r" t="t"/>
              <a:pathLst>
                <a:path extrusionOk="0" h="507" w="2114">
                  <a:moveTo>
                    <a:pt x="0" y="1"/>
                  </a:moveTo>
                  <a:lnTo>
                    <a:pt x="89" y="127"/>
                  </a:lnTo>
                  <a:lnTo>
                    <a:pt x="203" y="229"/>
                  </a:lnTo>
                  <a:lnTo>
                    <a:pt x="329" y="317"/>
                  </a:lnTo>
                  <a:lnTo>
                    <a:pt x="469" y="380"/>
                  </a:lnTo>
                  <a:lnTo>
                    <a:pt x="608" y="444"/>
                  </a:lnTo>
                  <a:lnTo>
                    <a:pt x="760" y="482"/>
                  </a:lnTo>
                  <a:lnTo>
                    <a:pt x="911" y="494"/>
                  </a:lnTo>
                  <a:lnTo>
                    <a:pt x="1063" y="507"/>
                  </a:lnTo>
                  <a:lnTo>
                    <a:pt x="1215" y="494"/>
                  </a:lnTo>
                  <a:lnTo>
                    <a:pt x="1367" y="469"/>
                  </a:lnTo>
                  <a:lnTo>
                    <a:pt x="1506" y="431"/>
                  </a:lnTo>
                  <a:lnTo>
                    <a:pt x="1645" y="368"/>
                  </a:lnTo>
                  <a:lnTo>
                    <a:pt x="1784" y="305"/>
                  </a:lnTo>
                  <a:lnTo>
                    <a:pt x="1911" y="216"/>
                  </a:lnTo>
                  <a:lnTo>
                    <a:pt x="2012" y="115"/>
                  </a:lnTo>
                  <a:lnTo>
                    <a:pt x="2113" y="1"/>
                  </a:lnTo>
                  <a:lnTo>
                    <a:pt x="1822" y="26"/>
                  </a:lnTo>
                  <a:lnTo>
                    <a:pt x="1557" y="52"/>
                  </a:lnTo>
                  <a:lnTo>
                    <a:pt x="1303" y="77"/>
                  </a:lnTo>
                  <a:lnTo>
                    <a:pt x="1050" y="89"/>
                  </a:lnTo>
                  <a:lnTo>
                    <a:pt x="797" y="89"/>
                  </a:lnTo>
                  <a:lnTo>
                    <a:pt x="544" y="77"/>
                  </a:lnTo>
                  <a:lnTo>
                    <a:pt x="291" y="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7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3513475" y="475950"/>
              <a:ext cx="604425" cy="584500"/>
            </a:xfrm>
            <a:custGeom>
              <a:rect b="b" l="l" r="r" t="t"/>
              <a:pathLst>
                <a:path extrusionOk="0" h="23380" w="24177">
                  <a:moveTo>
                    <a:pt x="11917" y="1"/>
                  </a:moveTo>
                  <a:lnTo>
                    <a:pt x="11348" y="26"/>
                  </a:lnTo>
                  <a:lnTo>
                    <a:pt x="10779" y="64"/>
                  </a:lnTo>
                  <a:lnTo>
                    <a:pt x="10450" y="102"/>
                  </a:lnTo>
                  <a:lnTo>
                    <a:pt x="10121" y="140"/>
                  </a:lnTo>
                  <a:lnTo>
                    <a:pt x="9716" y="203"/>
                  </a:lnTo>
                  <a:lnTo>
                    <a:pt x="9324" y="279"/>
                  </a:lnTo>
                  <a:lnTo>
                    <a:pt x="8944" y="367"/>
                  </a:lnTo>
                  <a:lnTo>
                    <a:pt x="8565" y="481"/>
                  </a:lnTo>
                  <a:lnTo>
                    <a:pt x="8185" y="595"/>
                  </a:lnTo>
                  <a:lnTo>
                    <a:pt x="7806" y="722"/>
                  </a:lnTo>
                  <a:lnTo>
                    <a:pt x="7452" y="873"/>
                  </a:lnTo>
                  <a:lnTo>
                    <a:pt x="7085" y="1025"/>
                  </a:lnTo>
                  <a:lnTo>
                    <a:pt x="6731" y="1202"/>
                  </a:lnTo>
                  <a:lnTo>
                    <a:pt x="6389" y="1379"/>
                  </a:lnTo>
                  <a:lnTo>
                    <a:pt x="6047" y="1582"/>
                  </a:lnTo>
                  <a:lnTo>
                    <a:pt x="5718" y="1784"/>
                  </a:lnTo>
                  <a:lnTo>
                    <a:pt x="5402" y="1999"/>
                  </a:lnTo>
                  <a:lnTo>
                    <a:pt x="5086" y="2227"/>
                  </a:lnTo>
                  <a:lnTo>
                    <a:pt x="4782" y="2467"/>
                  </a:lnTo>
                  <a:lnTo>
                    <a:pt x="4479" y="2720"/>
                  </a:lnTo>
                  <a:lnTo>
                    <a:pt x="4188" y="2986"/>
                  </a:lnTo>
                  <a:lnTo>
                    <a:pt x="3909" y="3252"/>
                  </a:lnTo>
                  <a:lnTo>
                    <a:pt x="3644" y="3530"/>
                  </a:lnTo>
                  <a:lnTo>
                    <a:pt x="3378" y="3821"/>
                  </a:lnTo>
                  <a:lnTo>
                    <a:pt x="3125" y="4125"/>
                  </a:lnTo>
                  <a:lnTo>
                    <a:pt x="2885" y="4428"/>
                  </a:lnTo>
                  <a:lnTo>
                    <a:pt x="2657" y="4745"/>
                  </a:lnTo>
                  <a:lnTo>
                    <a:pt x="2429" y="5074"/>
                  </a:lnTo>
                  <a:lnTo>
                    <a:pt x="2227" y="5402"/>
                  </a:lnTo>
                  <a:lnTo>
                    <a:pt x="2024" y="5744"/>
                  </a:lnTo>
                  <a:lnTo>
                    <a:pt x="1835" y="6098"/>
                  </a:lnTo>
                  <a:lnTo>
                    <a:pt x="1670" y="6452"/>
                  </a:lnTo>
                  <a:lnTo>
                    <a:pt x="1506" y="6819"/>
                  </a:lnTo>
                  <a:lnTo>
                    <a:pt x="1354" y="7186"/>
                  </a:lnTo>
                  <a:lnTo>
                    <a:pt x="1215" y="7566"/>
                  </a:lnTo>
                  <a:lnTo>
                    <a:pt x="1088" y="7945"/>
                  </a:lnTo>
                  <a:lnTo>
                    <a:pt x="835" y="8780"/>
                  </a:lnTo>
                  <a:lnTo>
                    <a:pt x="721" y="9223"/>
                  </a:lnTo>
                  <a:lnTo>
                    <a:pt x="608" y="9678"/>
                  </a:lnTo>
                  <a:lnTo>
                    <a:pt x="494" y="10134"/>
                  </a:lnTo>
                  <a:lnTo>
                    <a:pt x="392" y="10602"/>
                  </a:lnTo>
                  <a:lnTo>
                    <a:pt x="304" y="11070"/>
                  </a:lnTo>
                  <a:lnTo>
                    <a:pt x="215" y="11551"/>
                  </a:lnTo>
                  <a:lnTo>
                    <a:pt x="152" y="12032"/>
                  </a:lnTo>
                  <a:lnTo>
                    <a:pt x="89" y="12512"/>
                  </a:lnTo>
                  <a:lnTo>
                    <a:pt x="38" y="12993"/>
                  </a:lnTo>
                  <a:lnTo>
                    <a:pt x="13" y="13461"/>
                  </a:lnTo>
                  <a:lnTo>
                    <a:pt x="0" y="13942"/>
                  </a:lnTo>
                  <a:lnTo>
                    <a:pt x="0" y="14410"/>
                  </a:lnTo>
                  <a:lnTo>
                    <a:pt x="26" y="14878"/>
                  </a:lnTo>
                  <a:lnTo>
                    <a:pt x="64" y="15333"/>
                  </a:lnTo>
                  <a:lnTo>
                    <a:pt x="89" y="15561"/>
                  </a:lnTo>
                  <a:lnTo>
                    <a:pt x="139" y="15802"/>
                  </a:lnTo>
                  <a:lnTo>
                    <a:pt x="190" y="16029"/>
                  </a:lnTo>
                  <a:lnTo>
                    <a:pt x="266" y="16257"/>
                  </a:lnTo>
                  <a:lnTo>
                    <a:pt x="342" y="16497"/>
                  </a:lnTo>
                  <a:lnTo>
                    <a:pt x="430" y="16725"/>
                  </a:lnTo>
                  <a:lnTo>
                    <a:pt x="519" y="16953"/>
                  </a:lnTo>
                  <a:lnTo>
                    <a:pt x="633" y="17180"/>
                  </a:lnTo>
                  <a:lnTo>
                    <a:pt x="747" y="17396"/>
                  </a:lnTo>
                  <a:lnTo>
                    <a:pt x="873" y="17623"/>
                  </a:lnTo>
                  <a:lnTo>
                    <a:pt x="1012" y="17838"/>
                  </a:lnTo>
                  <a:lnTo>
                    <a:pt x="1152" y="18053"/>
                  </a:lnTo>
                  <a:lnTo>
                    <a:pt x="1455" y="18484"/>
                  </a:lnTo>
                  <a:lnTo>
                    <a:pt x="1784" y="18901"/>
                  </a:lnTo>
                  <a:lnTo>
                    <a:pt x="2138" y="19318"/>
                  </a:lnTo>
                  <a:lnTo>
                    <a:pt x="2505" y="19711"/>
                  </a:lnTo>
                  <a:lnTo>
                    <a:pt x="2897" y="20103"/>
                  </a:lnTo>
                  <a:lnTo>
                    <a:pt x="3290" y="20470"/>
                  </a:lnTo>
                  <a:lnTo>
                    <a:pt x="3694" y="20837"/>
                  </a:lnTo>
                  <a:lnTo>
                    <a:pt x="4112" y="21178"/>
                  </a:lnTo>
                  <a:lnTo>
                    <a:pt x="4517" y="21507"/>
                  </a:lnTo>
                  <a:lnTo>
                    <a:pt x="4934" y="21823"/>
                  </a:lnTo>
                  <a:lnTo>
                    <a:pt x="5250" y="22051"/>
                  </a:lnTo>
                  <a:lnTo>
                    <a:pt x="5579" y="22266"/>
                  </a:lnTo>
                  <a:lnTo>
                    <a:pt x="5908" y="22469"/>
                  </a:lnTo>
                  <a:lnTo>
                    <a:pt x="6250" y="22671"/>
                  </a:lnTo>
                  <a:lnTo>
                    <a:pt x="6591" y="22848"/>
                  </a:lnTo>
                  <a:lnTo>
                    <a:pt x="6946" y="23013"/>
                  </a:lnTo>
                  <a:lnTo>
                    <a:pt x="7300" y="23164"/>
                  </a:lnTo>
                  <a:lnTo>
                    <a:pt x="7667" y="23316"/>
                  </a:lnTo>
                  <a:lnTo>
                    <a:pt x="7667" y="21899"/>
                  </a:lnTo>
                  <a:lnTo>
                    <a:pt x="7401" y="21684"/>
                  </a:lnTo>
                  <a:lnTo>
                    <a:pt x="7123" y="21456"/>
                  </a:lnTo>
                  <a:lnTo>
                    <a:pt x="6857" y="21216"/>
                  </a:lnTo>
                  <a:lnTo>
                    <a:pt x="6591" y="20950"/>
                  </a:lnTo>
                  <a:lnTo>
                    <a:pt x="6326" y="20659"/>
                  </a:lnTo>
                  <a:lnTo>
                    <a:pt x="6060" y="20343"/>
                  </a:lnTo>
                  <a:lnTo>
                    <a:pt x="5794" y="20014"/>
                  </a:lnTo>
                  <a:lnTo>
                    <a:pt x="5529" y="19647"/>
                  </a:lnTo>
                  <a:lnTo>
                    <a:pt x="5288" y="19281"/>
                  </a:lnTo>
                  <a:lnTo>
                    <a:pt x="5073" y="18876"/>
                  </a:lnTo>
                  <a:lnTo>
                    <a:pt x="4858" y="18458"/>
                  </a:lnTo>
                  <a:lnTo>
                    <a:pt x="4668" y="18003"/>
                  </a:lnTo>
                  <a:lnTo>
                    <a:pt x="4491" y="17535"/>
                  </a:lnTo>
                  <a:lnTo>
                    <a:pt x="4327" y="17041"/>
                  </a:lnTo>
                  <a:lnTo>
                    <a:pt x="4175" y="16535"/>
                  </a:lnTo>
                  <a:lnTo>
                    <a:pt x="4036" y="16004"/>
                  </a:lnTo>
                  <a:lnTo>
                    <a:pt x="3973" y="15726"/>
                  </a:lnTo>
                  <a:lnTo>
                    <a:pt x="3821" y="15839"/>
                  </a:lnTo>
                  <a:lnTo>
                    <a:pt x="3682" y="15928"/>
                  </a:lnTo>
                  <a:lnTo>
                    <a:pt x="3530" y="16004"/>
                  </a:lnTo>
                  <a:lnTo>
                    <a:pt x="3391" y="16067"/>
                  </a:lnTo>
                  <a:lnTo>
                    <a:pt x="3252" y="16118"/>
                  </a:lnTo>
                  <a:lnTo>
                    <a:pt x="3125" y="16156"/>
                  </a:lnTo>
                  <a:lnTo>
                    <a:pt x="2986" y="16181"/>
                  </a:lnTo>
                  <a:lnTo>
                    <a:pt x="2859" y="16194"/>
                  </a:lnTo>
                  <a:lnTo>
                    <a:pt x="2733" y="16194"/>
                  </a:lnTo>
                  <a:lnTo>
                    <a:pt x="2606" y="16181"/>
                  </a:lnTo>
                  <a:lnTo>
                    <a:pt x="2493" y="16168"/>
                  </a:lnTo>
                  <a:lnTo>
                    <a:pt x="2366" y="16130"/>
                  </a:lnTo>
                  <a:lnTo>
                    <a:pt x="2252" y="16092"/>
                  </a:lnTo>
                  <a:lnTo>
                    <a:pt x="2138" y="16042"/>
                  </a:lnTo>
                  <a:lnTo>
                    <a:pt x="2037" y="15991"/>
                  </a:lnTo>
                  <a:lnTo>
                    <a:pt x="1936" y="15928"/>
                  </a:lnTo>
                  <a:lnTo>
                    <a:pt x="1822" y="15852"/>
                  </a:lnTo>
                  <a:lnTo>
                    <a:pt x="1733" y="15764"/>
                  </a:lnTo>
                  <a:lnTo>
                    <a:pt x="1544" y="15574"/>
                  </a:lnTo>
                  <a:lnTo>
                    <a:pt x="1367" y="15359"/>
                  </a:lnTo>
                  <a:lnTo>
                    <a:pt x="1215" y="15118"/>
                  </a:lnTo>
                  <a:lnTo>
                    <a:pt x="1063" y="14865"/>
                  </a:lnTo>
                  <a:lnTo>
                    <a:pt x="936" y="14587"/>
                  </a:lnTo>
                  <a:lnTo>
                    <a:pt x="823" y="14309"/>
                  </a:lnTo>
                  <a:lnTo>
                    <a:pt x="721" y="14005"/>
                  </a:lnTo>
                  <a:lnTo>
                    <a:pt x="645" y="13701"/>
                  </a:lnTo>
                  <a:lnTo>
                    <a:pt x="570" y="13385"/>
                  </a:lnTo>
                  <a:lnTo>
                    <a:pt x="519" y="13082"/>
                  </a:lnTo>
                  <a:lnTo>
                    <a:pt x="494" y="12765"/>
                  </a:lnTo>
                  <a:lnTo>
                    <a:pt x="468" y="12462"/>
                  </a:lnTo>
                  <a:lnTo>
                    <a:pt x="481" y="12171"/>
                  </a:lnTo>
                  <a:lnTo>
                    <a:pt x="494" y="11880"/>
                  </a:lnTo>
                  <a:lnTo>
                    <a:pt x="532" y="11614"/>
                  </a:lnTo>
                  <a:lnTo>
                    <a:pt x="595" y="11374"/>
                  </a:lnTo>
                  <a:lnTo>
                    <a:pt x="671" y="11146"/>
                  </a:lnTo>
                  <a:lnTo>
                    <a:pt x="759" y="10944"/>
                  </a:lnTo>
                  <a:lnTo>
                    <a:pt x="823" y="10842"/>
                  </a:lnTo>
                  <a:lnTo>
                    <a:pt x="886" y="10766"/>
                  </a:lnTo>
                  <a:lnTo>
                    <a:pt x="949" y="10691"/>
                  </a:lnTo>
                  <a:lnTo>
                    <a:pt x="1012" y="10615"/>
                  </a:lnTo>
                  <a:lnTo>
                    <a:pt x="1088" y="10564"/>
                  </a:lnTo>
                  <a:lnTo>
                    <a:pt x="1177" y="10513"/>
                  </a:lnTo>
                  <a:lnTo>
                    <a:pt x="1265" y="10463"/>
                  </a:lnTo>
                  <a:lnTo>
                    <a:pt x="1354" y="10438"/>
                  </a:lnTo>
                  <a:lnTo>
                    <a:pt x="1455" y="10412"/>
                  </a:lnTo>
                  <a:lnTo>
                    <a:pt x="1556" y="10412"/>
                  </a:lnTo>
                  <a:lnTo>
                    <a:pt x="1873" y="10400"/>
                  </a:lnTo>
                  <a:lnTo>
                    <a:pt x="2151" y="10425"/>
                  </a:lnTo>
                  <a:lnTo>
                    <a:pt x="2404" y="10450"/>
                  </a:lnTo>
                  <a:lnTo>
                    <a:pt x="2644" y="10501"/>
                  </a:lnTo>
                  <a:lnTo>
                    <a:pt x="2847" y="10564"/>
                  </a:lnTo>
                  <a:lnTo>
                    <a:pt x="3024" y="10627"/>
                  </a:lnTo>
                  <a:lnTo>
                    <a:pt x="3188" y="10716"/>
                  </a:lnTo>
                  <a:lnTo>
                    <a:pt x="3315" y="10804"/>
                  </a:lnTo>
                  <a:lnTo>
                    <a:pt x="3315" y="10766"/>
                  </a:lnTo>
                  <a:lnTo>
                    <a:pt x="3517" y="11323"/>
                  </a:lnTo>
                  <a:lnTo>
                    <a:pt x="3732" y="11892"/>
                  </a:lnTo>
                  <a:lnTo>
                    <a:pt x="3947" y="12436"/>
                  </a:lnTo>
                  <a:lnTo>
                    <a:pt x="4162" y="12942"/>
                  </a:lnTo>
                  <a:lnTo>
                    <a:pt x="4378" y="13373"/>
                  </a:lnTo>
                  <a:lnTo>
                    <a:pt x="4466" y="13562"/>
                  </a:lnTo>
                  <a:lnTo>
                    <a:pt x="4567" y="13727"/>
                  </a:lnTo>
                  <a:lnTo>
                    <a:pt x="4656" y="13853"/>
                  </a:lnTo>
                  <a:lnTo>
                    <a:pt x="4744" y="13954"/>
                  </a:lnTo>
                  <a:lnTo>
                    <a:pt x="4820" y="14030"/>
                  </a:lnTo>
                  <a:lnTo>
                    <a:pt x="4858" y="14043"/>
                  </a:lnTo>
                  <a:lnTo>
                    <a:pt x="4884" y="14056"/>
                  </a:lnTo>
                  <a:lnTo>
                    <a:pt x="4947" y="14056"/>
                  </a:lnTo>
                  <a:lnTo>
                    <a:pt x="5010" y="14030"/>
                  </a:lnTo>
                  <a:lnTo>
                    <a:pt x="5073" y="13992"/>
                  </a:lnTo>
                  <a:lnTo>
                    <a:pt x="5149" y="13942"/>
                  </a:lnTo>
                  <a:lnTo>
                    <a:pt x="5212" y="13879"/>
                  </a:lnTo>
                  <a:lnTo>
                    <a:pt x="5288" y="13790"/>
                  </a:lnTo>
                  <a:lnTo>
                    <a:pt x="5453" y="13600"/>
                  </a:lnTo>
                  <a:lnTo>
                    <a:pt x="5605" y="13360"/>
                  </a:lnTo>
                  <a:lnTo>
                    <a:pt x="5769" y="13094"/>
                  </a:lnTo>
                  <a:lnTo>
                    <a:pt x="5934" y="12803"/>
                  </a:lnTo>
                  <a:lnTo>
                    <a:pt x="6085" y="12500"/>
                  </a:lnTo>
                  <a:lnTo>
                    <a:pt x="6376" y="11918"/>
                  </a:lnTo>
                  <a:lnTo>
                    <a:pt x="6617" y="11399"/>
                  </a:lnTo>
                  <a:lnTo>
                    <a:pt x="6832" y="10893"/>
                  </a:lnTo>
                  <a:lnTo>
                    <a:pt x="7490" y="10804"/>
                  </a:lnTo>
                  <a:lnTo>
                    <a:pt x="8122" y="10716"/>
                  </a:lnTo>
                  <a:lnTo>
                    <a:pt x="8717" y="10602"/>
                  </a:lnTo>
                  <a:lnTo>
                    <a:pt x="9299" y="10475"/>
                  </a:lnTo>
                  <a:lnTo>
                    <a:pt x="9843" y="10336"/>
                  </a:lnTo>
                  <a:lnTo>
                    <a:pt x="10374" y="10184"/>
                  </a:lnTo>
                  <a:lnTo>
                    <a:pt x="10880" y="10020"/>
                  </a:lnTo>
                  <a:lnTo>
                    <a:pt x="11361" y="9843"/>
                  </a:lnTo>
                  <a:lnTo>
                    <a:pt x="11816" y="9666"/>
                  </a:lnTo>
                  <a:lnTo>
                    <a:pt x="12246" y="9476"/>
                  </a:lnTo>
                  <a:lnTo>
                    <a:pt x="12651" y="9286"/>
                  </a:lnTo>
                  <a:lnTo>
                    <a:pt x="13043" y="9097"/>
                  </a:lnTo>
                  <a:lnTo>
                    <a:pt x="13410" y="8894"/>
                  </a:lnTo>
                  <a:lnTo>
                    <a:pt x="13752" y="8704"/>
                  </a:lnTo>
                  <a:lnTo>
                    <a:pt x="14068" y="8502"/>
                  </a:lnTo>
                  <a:lnTo>
                    <a:pt x="14372" y="8300"/>
                  </a:lnTo>
                  <a:lnTo>
                    <a:pt x="14650" y="8110"/>
                  </a:lnTo>
                  <a:lnTo>
                    <a:pt x="14916" y="7920"/>
                  </a:lnTo>
                  <a:lnTo>
                    <a:pt x="15156" y="7730"/>
                  </a:lnTo>
                  <a:lnTo>
                    <a:pt x="15371" y="7553"/>
                  </a:lnTo>
                  <a:lnTo>
                    <a:pt x="15751" y="7212"/>
                  </a:lnTo>
                  <a:lnTo>
                    <a:pt x="16054" y="6908"/>
                  </a:lnTo>
                  <a:lnTo>
                    <a:pt x="16295" y="6655"/>
                  </a:lnTo>
                  <a:lnTo>
                    <a:pt x="16459" y="6465"/>
                  </a:lnTo>
                  <a:lnTo>
                    <a:pt x="16586" y="6301"/>
                  </a:lnTo>
                  <a:lnTo>
                    <a:pt x="16649" y="6478"/>
                  </a:lnTo>
                  <a:lnTo>
                    <a:pt x="16839" y="6946"/>
                  </a:lnTo>
                  <a:lnTo>
                    <a:pt x="17130" y="7629"/>
                  </a:lnTo>
                  <a:lnTo>
                    <a:pt x="17294" y="8021"/>
                  </a:lnTo>
                  <a:lnTo>
                    <a:pt x="17496" y="8426"/>
                  </a:lnTo>
                  <a:lnTo>
                    <a:pt x="17699" y="8831"/>
                  </a:lnTo>
                  <a:lnTo>
                    <a:pt x="17914" y="9236"/>
                  </a:lnTo>
                  <a:lnTo>
                    <a:pt x="18142" y="9628"/>
                  </a:lnTo>
                  <a:lnTo>
                    <a:pt x="18369" y="9995"/>
                  </a:lnTo>
                  <a:lnTo>
                    <a:pt x="18610" y="10311"/>
                  </a:lnTo>
                  <a:lnTo>
                    <a:pt x="18724" y="10463"/>
                  </a:lnTo>
                  <a:lnTo>
                    <a:pt x="18850" y="10589"/>
                  </a:lnTo>
                  <a:lnTo>
                    <a:pt x="18964" y="10703"/>
                  </a:lnTo>
                  <a:lnTo>
                    <a:pt x="19078" y="10792"/>
                  </a:lnTo>
                  <a:lnTo>
                    <a:pt x="19192" y="10880"/>
                  </a:lnTo>
                  <a:lnTo>
                    <a:pt x="19306" y="10931"/>
                  </a:lnTo>
                  <a:lnTo>
                    <a:pt x="19356" y="11272"/>
                  </a:lnTo>
                  <a:lnTo>
                    <a:pt x="19407" y="11627"/>
                  </a:lnTo>
                  <a:lnTo>
                    <a:pt x="19470" y="12019"/>
                  </a:lnTo>
                  <a:lnTo>
                    <a:pt x="19559" y="12411"/>
                  </a:lnTo>
                  <a:lnTo>
                    <a:pt x="19622" y="12601"/>
                  </a:lnTo>
                  <a:lnTo>
                    <a:pt x="19672" y="12765"/>
                  </a:lnTo>
                  <a:lnTo>
                    <a:pt x="19736" y="12904"/>
                  </a:lnTo>
                  <a:lnTo>
                    <a:pt x="19812" y="13006"/>
                  </a:lnTo>
                  <a:lnTo>
                    <a:pt x="19850" y="13044"/>
                  </a:lnTo>
                  <a:lnTo>
                    <a:pt x="19888" y="13082"/>
                  </a:lnTo>
                  <a:lnTo>
                    <a:pt x="19925" y="13094"/>
                  </a:lnTo>
                  <a:lnTo>
                    <a:pt x="19963" y="13107"/>
                  </a:lnTo>
                  <a:lnTo>
                    <a:pt x="20014" y="13082"/>
                  </a:lnTo>
                  <a:lnTo>
                    <a:pt x="20065" y="13044"/>
                  </a:lnTo>
                  <a:lnTo>
                    <a:pt x="20128" y="12968"/>
                  </a:lnTo>
                  <a:lnTo>
                    <a:pt x="20204" y="12879"/>
                  </a:lnTo>
                  <a:lnTo>
                    <a:pt x="20356" y="12626"/>
                  </a:lnTo>
                  <a:lnTo>
                    <a:pt x="20520" y="12310"/>
                  </a:lnTo>
                  <a:lnTo>
                    <a:pt x="20697" y="11943"/>
                  </a:lnTo>
                  <a:lnTo>
                    <a:pt x="20874" y="11525"/>
                  </a:lnTo>
                  <a:lnTo>
                    <a:pt x="21228" y="10678"/>
                  </a:lnTo>
                  <a:lnTo>
                    <a:pt x="21368" y="10615"/>
                  </a:lnTo>
                  <a:lnTo>
                    <a:pt x="21519" y="10551"/>
                  </a:lnTo>
                  <a:lnTo>
                    <a:pt x="21684" y="10501"/>
                  </a:lnTo>
                  <a:lnTo>
                    <a:pt x="21874" y="10463"/>
                  </a:lnTo>
                  <a:lnTo>
                    <a:pt x="22076" y="10438"/>
                  </a:lnTo>
                  <a:lnTo>
                    <a:pt x="22291" y="10412"/>
                  </a:lnTo>
                  <a:lnTo>
                    <a:pt x="22532" y="10400"/>
                  </a:lnTo>
                  <a:lnTo>
                    <a:pt x="22797" y="10412"/>
                  </a:lnTo>
                  <a:lnTo>
                    <a:pt x="22898" y="10412"/>
                  </a:lnTo>
                  <a:lnTo>
                    <a:pt x="23000" y="10438"/>
                  </a:lnTo>
                  <a:lnTo>
                    <a:pt x="23088" y="10475"/>
                  </a:lnTo>
                  <a:lnTo>
                    <a:pt x="23177" y="10513"/>
                  </a:lnTo>
                  <a:lnTo>
                    <a:pt x="23253" y="10564"/>
                  </a:lnTo>
                  <a:lnTo>
                    <a:pt x="23329" y="10627"/>
                  </a:lnTo>
                  <a:lnTo>
                    <a:pt x="23404" y="10691"/>
                  </a:lnTo>
                  <a:lnTo>
                    <a:pt x="23468" y="10766"/>
                  </a:lnTo>
                  <a:lnTo>
                    <a:pt x="23531" y="10855"/>
                  </a:lnTo>
                  <a:lnTo>
                    <a:pt x="23582" y="10944"/>
                  </a:lnTo>
                  <a:lnTo>
                    <a:pt x="23683" y="11159"/>
                  </a:lnTo>
                  <a:lnTo>
                    <a:pt x="23759" y="11386"/>
                  </a:lnTo>
                  <a:lnTo>
                    <a:pt x="23809" y="11639"/>
                  </a:lnTo>
                  <a:lnTo>
                    <a:pt x="23847" y="11918"/>
                  </a:lnTo>
                  <a:lnTo>
                    <a:pt x="23873" y="12196"/>
                  </a:lnTo>
                  <a:lnTo>
                    <a:pt x="23873" y="12500"/>
                  </a:lnTo>
                  <a:lnTo>
                    <a:pt x="23847" y="12803"/>
                  </a:lnTo>
                  <a:lnTo>
                    <a:pt x="23822" y="13120"/>
                  </a:lnTo>
                  <a:lnTo>
                    <a:pt x="23759" y="13436"/>
                  </a:lnTo>
                  <a:lnTo>
                    <a:pt x="23695" y="13752"/>
                  </a:lnTo>
                  <a:lnTo>
                    <a:pt x="23607" y="14056"/>
                  </a:lnTo>
                  <a:lnTo>
                    <a:pt x="23506" y="14359"/>
                  </a:lnTo>
                  <a:lnTo>
                    <a:pt x="23379" y="14650"/>
                  </a:lnTo>
                  <a:lnTo>
                    <a:pt x="23253" y="14916"/>
                  </a:lnTo>
                  <a:lnTo>
                    <a:pt x="23101" y="15182"/>
                  </a:lnTo>
                  <a:lnTo>
                    <a:pt x="22936" y="15409"/>
                  </a:lnTo>
                  <a:lnTo>
                    <a:pt x="22759" y="15624"/>
                  </a:lnTo>
                  <a:lnTo>
                    <a:pt x="22658" y="15713"/>
                  </a:lnTo>
                  <a:lnTo>
                    <a:pt x="22569" y="15802"/>
                  </a:lnTo>
                  <a:lnTo>
                    <a:pt x="22456" y="15890"/>
                  </a:lnTo>
                  <a:lnTo>
                    <a:pt x="22354" y="15953"/>
                  </a:lnTo>
                  <a:lnTo>
                    <a:pt x="22253" y="16017"/>
                  </a:lnTo>
                  <a:lnTo>
                    <a:pt x="22139" y="16080"/>
                  </a:lnTo>
                  <a:lnTo>
                    <a:pt x="22026" y="16118"/>
                  </a:lnTo>
                  <a:lnTo>
                    <a:pt x="21912" y="16156"/>
                  </a:lnTo>
                  <a:lnTo>
                    <a:pt x="21785" y="16181"/>
                  </a:lnTo>
                  <a:lnTo>
                    <a:pt x="21659" y="16194"/>
                  </a:lnTo>
                  <a:lnTo>
                    <a:pt x="21532" y="16194"/>
                  </a:lnTo>
                  <a:lnTo>
                    <a:pt x="21406" y="16181"/>
                  </a:lnTo>
                  <a:lnTo>
                    <a:pt x="21266" y="16156"/>
                  </a:lnTo>
                  <a:lnTo>
                    <a:pt x="21140" y="16130"/>
                  </a:lnTo>
                  <a:lnTo>
                    <a:pt x="21001" y="16080"/>
                  </a:lnTo>
                  <a:lnTo>
                    <a:pt x="20862" y="16017"/>
                  </a:lnTo>
                  <a:lnTo>
                    <a:pt x="20710" y="15953"/>
                  </a:lnTo>
                  <a:lnTo>
                    <a:pt x="20571" y="15865"/>
                  </a:lnTo>
                  <a:lnTo>
                    <a:pt x="20419" y="15764"/>
                  </a:lnTo>
                  <a:lnTo>
                    <a:pt x="20267" y="15637"/>
                  </a:lnTo>
                  <a:lnTo>
                    <a:pt x="20191" y="15953"/>
                  </a:lnTo>
                  <a:lnTo>
                    <a:pt x="20052" y="16485"/>
                  </a:lnTo>
                  <a:lnTo>
                    <a:pt x="19900" y="17003"/>
                  </a:lnTo>
                  <a:lnTo>
                    <a:pt x="19736" y="17509"/>
                  </a:lnTo>
                  <a:lnTo>
                    <a:pt x="19559" y="17977"/>
                  </a:lnTo>
                  <a:lnTo>
                    <a:pt x="19369" y="18446"/>
                  </a:lnTo>
                  <a:lnTo>
                    <a:pt x="19154" y="18876"/>
                  </a:lnTo>
                  <a:lnTo>
                    <a:pt x="18926" y="19281"/>
                  </a:lnTo>
                  <a:lnTo>
                    <a:pt x="18812" y="19470"/>
                  </a:lnTo>
                  <a:lnTo>
                    <a:pt x="18686" y="19647"/>
                  </a:lnTo>
                  <a:lnTo>
                    <a:pt x="18420" y="20014"/>
                  </a:lnTo>
                  <a:lnTo>
                    <a:pt x="18167" y="20343"/>
                  </a:lnTo>
                  <a:lnTo>
                    <a:pt x="17889" y="20659"/>
                  </a:lnTo>
                  <a:lnTo>
                    <a:pt x="17623" y="20950"/>
                  </a:lnTo>
                  <a:lnTo>
                    <a:pt x="17357" y="21216"/>
                  </a:lnTo>
                  <a:lnTo>
                    <a:pt x="17092" y="21456"/>
                  </a:lnTo>
                  <a:lnTo>
                    <a:pt x="16813" y="21684"/>
                  </a:lnTo>
                  <a:lnTo>
                    <a:pt x="16548" y="21899"/>
                  </a:lnTo>
                  <a:lnTo>
                    <a:pt x="16548" y="23379"/>
                  </a:lnTo>
                  <a:lnTo>
                    <a:pt x="16915" y="23253"/>
                  </a:lnTo>
                  <a:lnTo>
                    <a:pt x="17281" y="23101"/>
                  </a:lnTo>
                  <a:lnTo>
                    <a:pt x="17636" y="22949"/>
                  </a:lnTo>
                  <a:lnTo>
                    <a:pt x="17990" y="22785"/>
                  </a:lnTo>
                  <a:lnTo>
                    <a:pt x="18344" y="22595"/>
                  </a:lnTo>
                  <a:lnTo>
                    <a:pt x="18673" y="22405"/>
                  </a:lnTo>
                  <a:lnTo>
                    <a:pt x="19015" y="22190"/>
                  </a:lnTo>
                  <a:lnTo>
                    <a:pt x="19331" y="21975"/>
                  </a:lnTo>
                  <a:lnTo>
                    <a:pt x="19723" y="21684"/>
                  </a:lnTo>
                  <a:lnTo>
                    <a:pt x="20090" y="21393"/>
                  </a:lnTo>
                  <a:lnTo>
                    <a:pt x="20431" y="21102"/>
                  </a:lnTo>
                  <a:lnTo>
                    <a:pt x="20773" y="20811"/>
                  </a:lnTo>
                  <a:lnTo>
                    <a:pt x="21077" y="20508"/>
                  </a:lnTo>
                  <a:lnTo>
                    <a:pt x="21368" y="20204"/>
                  </a:lnTo>
                  <a:lnTo>
                    <a:pt x="21646" y="19900"/>
                  </a:lnTo>
                  <a:lnTo>
                    <a:pt x="21912" y="19597"/>
                  </a:lnTo>
                  <a:lnTo>
                    <a:pt x="22152" y="19281"/>
                  </a:lnTo>
                  <a:lnTo>
                    <a:pt x="22380" y="18964"/>
                  </a:lnTo>
                  <a:lnTo>
                    <a:pt x="22595" y="18661"/>
                  </a:lnTo>
                  <a:lnTo>
                    <a:pt x="22785" y="18332"/>
                  </a:lnTo>
                  <a:lnTo>
                    <a:pt x="22974" y="18015"/>
                  </a:lnTo>
                  <a:lnTo>
                    <a:pt x="23139" y="17699"/>
                  </a:lnTo>
                  <a:lnTo>
                    <a:pt x="23291" y="17370"/>
                  </a:lnTo>
                  <a:lnTo>
                    <a:pt x="23430" y="17054"/>
                  </a:lnTo>
                  <a:lnTo>
                    <a:pt x="23556" y="16725"/>
                  </a:lnTo>
                  <a:lnTo>
                    <a:pt x="23670" y="16409"/>
                  </a:lnTo>
                  <a:lnTo>
                    <a:pt x="23771" y="16080"/>
                  </a:lnTo>
                  <a:lnTo>
                    <a:pt x="23860" y="15764"/>
                  </a:lnTo>
                  <a:lnTo>
                    <a:pt x="23936" y="15435"/>
                  </a:lnTo>
                  <a:lnTo>
                    <a:pt x="23999" y="15106"/>
                  </a:lnTo>
                  <a:lnTo>
                    <a:pt x="24050" y="14789"/>
                  </a:lnTo>
                  <a:lnTo>
                    <a:pt x="24100" y="14461"/>
                  </a:lnTo>
                  <a:lnTo>
                    <a:pt x="24126" y="14144"/>
                  </a:lnTo>
                  <a:lnTo>
                    <a:pt x="24151" y="13828"/>
                  </a:lnTo>
                  <a:lnTo>
                    <a:pt x="24164" y="13512"/>
                  </a:lnTo>
                  <a:lnTo>
                    <a:pt x="24176" y="13195"/>
                  </a:lnTo>
                  <a:lnTo>
                    <a:pt x="24176" y="12879"/>
                  </a:lnTo>
                  <a:lnTo>
                    <a:pt x="24164" y="12563"/>
                  </a:lnTo>
                  <a:lnTo>
                    <a:pt x="24126" y="11956"/>
                  </a:lnTo>
                  <a:lnTo>
                    <a:pt x="24062" y="11348"/>
                  </a:lnTo>
                  <a:lnTo>
                    <a:pt x="23961" y="10766"/>
                  </a:lnTo>
                  <a:lnTo>
                    <a:pt x="23860" y="10184"/>
                  </a:lnTo>
                  <a:lnTo>
                    <a:pt x="23733" y="9628"/>
                  </a:lnTo>
                  <a:lnTo>
                    <a:pt x="23582" y="9097"/>
                  </a:lnTo>
                  <a:lnTo>
                    <a:pt x="23430" y="8578"/>
                  </a:lnTo>
                  <a:lnTo>
                    <a:pt x="23278" y="8084"/>
                  </a:lnTo>
                  <a:lnTo>
                    <a:pt x="23113" y="7616"/>
                  </a:lnTo>
                  <a:lnTo>
                    <a:pt x="22949" y="7174"/>
                  </a:lnTo>
                  <a:lnTo>
                    <a:pt x="22797" y="6769"/>
                  </a:lnTo>
                  <a:lnTo>
                    <a:pt x="22494" y="6035"/>
                  </a:lnTo>
                  <a:lnTo>
                    <a:pt x="22253" y="5440"/>
                  </a:lnTo>
                  <a:lnTo>
                    <a:pt x="22152" y="5200"/>
                  </a:lnTo>
                  <a:lnTo>
                    <a:pt x="22089" y="4998"/>
                  </a:lnTo>
                  <a:lnTo>
                    <a:pt x="22000" y="4795"/>
                  </a:lnTo>
                  <a:lnTo>
                    <a:pt x="21912" y="4580"/>
                  </a:lnTo>
                  <a:lnTo>
                    <a:pt x="21785" y="4365"/>
                  </a:lnTo>
                  <a:lnTo>
                    <a:pt x="21646" y="4150"/>
                  </a:lnTo>
                  <a:lnTo>
                    <a:pt x="21482" y="3922"/>
                  </a:lnTo>
                  <a:lnTo>
                    <a:pt x="21304" y="3695"/>
                  </a:lnTo>
                  <a:lnTo>
                    <a:pt x="21102" y="3467"/>
                  </a:lnTo>
                  <a:lnTo>
                    <a:pt x="20887" y="3239"/>
                  </a:lnTo>
                  <a:lnTo>
                    <a:pt x="20647" y="3011"/>
                  </a:lnTo>
                  <a:lnTo>
                    <a:pt x="20394" y="2784"/>
                  </a:lnTo>
                  <a:lnTo>
                    <a:pt x="20115" y="2569"/>
                  </a:lnTo>
                  <a:lnTo>
                    <a:pt x="19824" y="2341"/>
                  </a:lnTo>
                  <a:lnTo>
                    <a:pt x="19508" y="2126"/>
                  </a:lnTo>
                  <a:lnTo>
                    <a:pt x="19179" y="1911"/>
                  </a:lnTo>
                  <a:lnTo>
                    <a:pt x="18837" y="1708"/>
                  </a:lnTo>
                  <a:lnTo>
                    <a:pt x="18483" y="1506"/>
                  </a:lnTo>
                  <a:lnTo>
                    <a:pt x="18104" y="1316"/>
                  </a:lnTo>
                  <a:lnTo>
                    <a:pt x="17712" y="1139"/>
                  </a:lnTo>
                  <a:lnTo>
                    <a:pt x="17307" y="962"/>
                  </a:lnTo>
                  <a:lnTo>
                    <a:pt x="16877" y="798"/>
                  </a:lnTo>
                  <a:lnTo>
                    <a:pt x="16446" y="658"/>
                  </a:lnTo>
                  <a:lnTo>
                    <a:pt x="15991" y="519"/>
                  </a:lnTo>
                  <a:lnTo>
                    <a:pt x="15523" y="393"/>
                  </a:lnTo>
                  <a:lnTo>
                    <a:pt x="15055" y="291"/>
                  </a:lnTo>
                  <a:lnTo>
                    <a:pt x="14561" y="190"/>
                  </a:lnTo>
                  <a:lnTo>
                    <a:pt x="14055" y="114"/>
                  </a:lnTo>
                  <a:lnTo>
                    <a:pt x="13537" y="64"/>
                  </a:lnTo>
                  <a:lnTo>
                    <a:pt x="13005" y="26"/>
                  </a:lnTo>
                  <a:lnTo>
                    <a:pt x="124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513475" y="475950"/>
              <a:ext cx="604425" cy="584500"/>
            </a:xfrm>
            <a:custGeom>
              <a:rect b="b" l="l" r="r" t="t"/>
              <a:pathLst>
                <a:path extrusionOk="0" fill="none" h="23380" w="24177">
                  <a:moveTo>
                    <a:pt x="22089" y="4998"/>
                  </a:moveTo>
                  <a:lnTo>
                    <a:pt x="22089" y="4998"/>
                  </a:lnTo>
                  <a:lnTo>
                    <a:pt x="22000" y="4795"/>
                  </a:lnTo>
                  <a:lnTo>
                    <a:pt x="21912" y="4580"/>
                  </a:lnTo>
                  <a:lnTo>
                    <a:pt x="21785" y="4365"/>
                  </a:lnTo>
                  <a:lnTo>
                    <a:pt x="21646" y="4150"/>
                  </a:lnTo>
                  <a:lnTo>
                    <a:pt x="21482" y="3922"/>
                  </a:lnTo>
                  <a:lnTo>
                    <a:pt x="21304" y="3695"/>
                  </a:lnTo>
                  <a:lnTo>
                    <a:pt x="21102" y="3467"/>
                  </a:lnTo>
                  <a:lnTo>
                    <a:pt x="20887" y="3239"/>
                  </a:lnTo>
                  <a:lnTo>
                    <a:pt x="20647" y="3011"/>
                  </a:lnTo>
                  <a:lnTo>
                    <a:pt x="20394" y="2784"/>
                  </a:lnTo>
                  <a:lnTo>
                    <a:pt x="20115" y="2569"/>
                  </a:lnTo>
                  <a:lnTo>
                    <a:pt x="19824" y="2341"/>
                  </a:lnTo>
                  <a:lnTo>
                    <a:pt x="19508" y="2126"/>
                  </a:lnTo>
                  <a:lnTo>
                    <a:pt x="19179" y="1911"/>
                  </a:lnTo>
                  <a:lnTo>
                    <a:pt x="18837" y="1708"/>
                  </a:lnTo>
                  <a:lnTo>
                    <a:pt x="18483" y="1506"/>
                  </a:lnTo>
                  <a:lnTo>
                    <a:pt x="18104" y="1316"/>
                  </a:lnTo>
                  <a:lnTo>
                    <a:pt x="17712" y="1139"/>
                  </a:lnTo>
                  <a:lnTo>
                    <a:pt x="17307" y="962"/>
                  </a:lnTo>
                  <a:lnTo>
                    <a:pt x="16877" y="798"/>
                  </a:lnTo>
                  <a:lnTo>
                    <a:pt x="16446" y="658"/>
                  </a:lnTo>
                  <a:lnTo>
                    <a:pt x="15991" y="519"/>
                  </a:lnTo>
                  <a:lnTo>
                    <a:pt x="15523" y="393"/>
                  </a:lnTo>
                  <a:lnTo>
                    <a:pt x="15055" y="291"/>
                  </a:lnTo>
                  <a:lnTo>
                    <a:pt x="14561" y="190"/>
                  </a:lnTo>
                  <a:lnTo>
                    <a:pt x="14055" y="114"/>
                  </a:lnTo>
                  <a:lnTo>
                    <a:pt x="13537" y="64"/>
                  </a:lnTo>
                  <a:lnTo>
                    <a:pt x="13005" y="26"/>
                  </a:lnTo>
                  <a:lnTo>
                    <a:pt x="12461" y="1"/>
                  </a:lnTo>
                  <a:lnTo>
                    <a:pt x="11917" y="1"/>
                  </a:lnTo>
                  <a:lnTo>
                    <a:pt x="11348" y="26"/>
                  </a:lnTo>
                  <a:lnTo>
                    <a:pt x="10779" y="64"/>
                  </a:lnTo>
                  <a:lnTo>
                    <a:pt x="10779" y="64"/>
                  </a:lnTo>
                  <a:lnTo>
                    <a:pt x="10450" y="102"/>
                  </a:lnTo>
                  <a:lnTo>
                    <a:pt x="10121" y="140"/>
                  </a:lnTo>
                  <a:lnTo>
                    <a:pt x="10121" y="140"/>
                  </a:lnTo>
                  <a:lnTo>
                    <a:pt x="9716" y="203"/>
                  </a:lnTo>
                  <a:lnTo>
                    <a:pt x="9324" y="279"/>
                  </a:lnTo>
                  <a:lnTo>
                    <a:pt x="8944" y="367"/>
                  </a:lnTo>
                  <a:lnTo>
                    <a:pt x="8565" y="481"/>
                  </a:lnTo>
                  <a:lnTo>
                    <a:pt x="8185" y="595"/>
                  </a:lnTo>
                  <a:lnTo>
                    <a:pt x="7806" y="722"/>
                  </a:lnTo>
                  <a:lnTo>
                    <a:pt x="7452" y="873"/>
                  </a:lnTo>
                  <a:lnTo>
                    <a:pt x="7085" y="1025"/>
                  </a:lnTo>
                  <a:lnTo>
                    <a:pt x="6731" y="1202"/>
                  </a:lnTo>
                  <a:lnTo>
                    <a:pt x="6389" y="1379"/>
                  </a:lnTo>
                  <a:lnTo>
                    <a:pt x="6047" y="1582"/>
                  </a:lnTo>
                  <a:lnTo>
                    <a:pt x="5718" y="1784"/>
                  </a:lnTo>
                  <a:lnTo>
                    <a:pt x="5402" y="1999"/>
                  </a:lnTo>
                  <a:lnTo>
                    <a:pt x="5086" y="2227"/>
                  </a:lnTo>
                  <a:lnTo>
                    <a:pt x="4782" y="2467"/>
                  </a:lnTo>
                  <a:lnTo>
                    <a:pt x="4479" y="2720"/>
                  </a:lnTo>
                  <a:lnTo>
                    <a:pt x="4188" y="2986"/>
                  </a:lnTo>
                  <a:lnTo>
                    <a:pt x="3909" y="3252"/>
                  </a:lnTo>
                  <a:lnTo>
                    <a:pt x="3644" y="3530"/>
                  </a:lnTo>
                  <a:lnTo>
                    <a:pt x="3378" y="3821"/>
                  </a:lnTo>
                  <a:lnTo>
                    <a:pt x="3125" y="4125"/>
                  </a:lnTo>
                  <a:lnTo>
                    <a:pt x="2885" y="4428"/>
                  </a:lnTo>
                  <a:lnTo>
                    <a:pt x="2657" y="4745"/>
                  </a:lnTo>
                  <a:lnTo>
                    <a:pt x="2429" y="5074"/>
                  </a:lnTo>
                  <a:lnTo>
                    <a:pt x="2227" y="5402"/>
                  </a:lnTo>
                  <a:lnTo>
                    <a:pt x="2024" y="5744"/>
                  </a:lnTo>
                  <a:lnTo>
                    <a:pt x="1835" y="6098"/>
                  </a:lnTo>
                  <a:lnTo>
                    <a:pt x="1670" y="6452"/>
                  </a:lnTo>
                  <a:lnTo>
                    <a:pt x="1506" y="6819"/>
                  </a:lnTo>
                  <a:lnTo>
                    <a:pt x="1354" y="7186"/>
                  </a:lnTo>
                  <a:lnTo>
                    <a:pt x="1215" y="7566"/>
                  </a:lnTo>
                  <a:lnTo>
                    <a:pt x="1088" y="7945"/>
                  </a:lnTo>
                  <a:lnTo>
                    <a:pt x="1088" y="7945"/>
                  </a:lnTo>
                  <a:lnTo>
                    <a:pt x="835" y="8780"/>
                  </a:lnTo>
                  <a:lnTo>
                    <a:pt x="721" y="9223"/>
                  </a:lnTo>
                  <a:lnTo>
                    <a:pt x="608" y="9678"/>
                  </a:lnTo>
                  <a:lnTo>
                    <a:pt x="494" y="10134"/>
                  </a:lnTo>
                  <a:lnTo>
                    <a:pt x="392" y="10602"/>
                  </a:lnTo>
                  <a:lnTo>
                    <a:pt x="304" y="11070"/>
                  </a:lnTo>
                  <a:lnTo>
                    <a:pt x="215" y="11551"/>
                  </a:lnTo>
                  <a:lnTo>
                    <a:pt x="152" y="12032"/>
                  </a:lnTo>
                  <a:lnTo>
                    <a:pt x="89" y="12512"/>
                  </a:lnTo>
                  <a:lnTo>
                    <a:pt x="38" y="12993"/>
                  </a:lnTo>
                  <a:lnTo>
                    <a:pt x="13" y="13461"/>
                  </a:lnTo>
                  <a:lnTo>
                    <a:pt x="0" y="13942"/>
                  </a:lnTo>
                  <a:lnTo>
                    <a:pt x="0" y="14410"/>
                  </a:lnTo>
                  <a:lnTo>
                    <a:pt x="26" y="14878"/>
                  </a:lnTo>
                  <a:lnTo>
                    <a:pt x="64" y="15333"/>
                  </a:lnTo>
                  <a:lnTo>
                    <a:pt x="64" y="15333"/>
                  </a:lnTo>
                  <a:lnTo>
                    <a:pt x="89" y="15561"/>
                  </a:lnTo>
                  <a:lnTo>
                    <a:pt x="139" y="15802"/>
                  </a:lnTo>
                  <a:lnTo>
                    <a:pt x="190" y="16029"/>
                  </a:lnTo>
                  <a:lnTo>
                    <a:pt x="266" y="16257"/>
                  </a:lnTo>
                  <a:lnTo>
                    <a:pt x="342" y="16497"/>
                  </a:lnTo>
                  <a:lnTo>
                    <a:pt x="430" y="16725"/>
                  </a:lnTo>
                  <a:lnTo>
                    <a:pt x="519" y="16953"/>
                  </a:lnTo>
                  <a:lnTo>
                    <a:pt x="633" y="17180"/>
                  </a:lnTo>
                  <a:lnTo>
                    <a:pt x="747" y="17396"/>
                  </a:lnTo>
                  <a:lnTo>
                    <a:pt x="873" y="17623"/>
                  </a:lnTo>
                  <a:lnTo>
                    <a:pt x="1012" y="17838"/>
                  </a:lnTo>
                  <a:lnTo>
                    <a:pt x="1152" y="18053"/>
                  </a:lnTo>
                  <a:lnTo>
                    <a:pt x="1455" y="18484"/>
                  </a:lnTo>
                  <a:lnTo>
                    <a:pt x="1784" y="18901"/>
                  </a:lnTo>
                  <a:lnTo>
                    <a:pt x="2138" y="19318"/>
                  </a:lnTo>
                  <a:lnTo>
                    <a:pt x="2505" y="19711"/>
                  </a:lnTo>
                  <a:lnTo>
                    <a:pt x="2897" y="20103"/>
                  </a:lnTo>
                  <a:lnTo>
                    <a:pt x="3290" y="20470"/>
                  </a:lnTo>
                  <a:lnTo>
                    <a:pt x="3694" y="20837"/>
                  </a:lnTo>
                  <a:lnTo>
                    <a:pt x="4112" y="21178"/>
                  </a:lnTo>
                  <a:lnTo>
                    <a:pt x="4517" y="21507"/>
                  </a:lnTo>
                  <a:lnTo>
                    <a:pt x="4934" y="21823"/>
                  </a:lnTo>
                  <a:lnTo>
                    <a:pt x="4934" y="21823"/>
                  </a:lnTo>
                  <a:lnTo>
                    <a:pt x="5250" y="22051"/>
                  </a:lnTo>
                  <a:lnTo>
                    <a:pt x="5579" y="22266"/>
                  </a:lnTo>
                  <a:lnTo>
                    <a:pt x="5908" y="22469"/>
                  </a:lnTo>
                  <a:lnTo>
                    <a:pt x="6250" y="22671"/>
                  </a:lnTo>
                  <a:lnTo>
                    <a:pt x="6591" y="22848"/>
                  </a:lnTo>
                  <a:lnTo>
                    <a:pt x="6946" y="23013"/>
                  </a:lnTo>
                  <a:lnTo>
                    <a:pt x="7300" y="23164"/>
                  </a:lnTo>
                  <a:lnTo>
                    <a:pt x="7667" y="23316"/>
                  </a:lnTo>
                  <a:lnTo>
                    <a:pt x="7667" y="21899"/>
                  </a:lnTo>
                  <a:lnTo>
                    <a:pt x="7667" y="21899"/>
                  </a:lnTo>
                  <a:lnTo>
                    <a:pt x="7401" y="21684"/>
                  </a:lnTo>
                  <a:lnTo>
                    <a:pt x="7123" y="21456"/>
                  </a:lnTo>
                  <a:lnTo>
                    <a:pt x="6857" y="21216"/>
                  </a:lnTo>
                  <a:lnTo>
                    <a:pt x="6591" y="20950"/>
                  </a:lnTo>
                  <a:lnTo>
                    <a:pt x="6326" y="20659"/>
                  </a:lnTo>
                  <a:lnTo>
                    <a:pt x="6060" y="20343"/>
                  </a:lnTo>
                  <a:lnTo>
                    <a:pt x="5794" y="20014"/>
                  </a:lnTo>
                  <a:lnTo>
                    <a:pt x="5529" y="19647"/>
                  </a:lnTo>
                  <a:lnTo>
                    <a:pt x="5529" y="19647"/>
                  </a:lnTo>
                  <a:lnTo>
                    <a:pt x="5288" y="19281"/>
                  </a:lnTo>
                  <a:lnTo>
                    <a:pt x="5073" y="18876"/>
                  </a:lnTo>
                  <a:lnTo>
                    <a:pt x="4858" y="18458"/>
                  </a:lnTo>
                  <a:lnTo>
                    <a:pt x="4668" y="18003"/>
                  </a:lnTo>
                  <a:lnTo>
                    <a:pt x="4491" y="17535"/>
                  </a:lnTo>
                  <a:lnTo>
                    <a:pt x="4327" y="17041"/>
                  </a:lnTo>
                  <a:lnTo>
                    <a:pt x="4175" y="16535"/>
                  </a:lnTo>
                  <a:lnTo>
                    <a:pt x="4036" y="16004"/>
                  </a:lnTo>
                  <a:lnTo>
                    <a:pt x="4036" y="16004"/>
                  </a:lnTo>
                  <a:lnTo>
                    <a:pt x="3973" y="15726"/>
                  </a:lnTo>
                  <a:lnTo>
                    <a:pt x="3973" y="15726"/>
                  </a:lnTo>
                  <a:lnTo>
                    <a:pt x="3821" y="15839"/>
                  </a:lnTo>
                  <a:lnTo>
                    <a:pt x="3682" y="15928"/>
                  </a:lnTo>
                  <a:lnTo>
                    <a:pt x="3530" y="16004"/>
                  </a:lnTo>
                  <a:lnTo>
                    <a:pt x="3391" y="16067"/>
                  </a:lnTo>
                  <a:lnTo>
                    <a:pt x="3252" y="16118"/>
                  </a:lnTo>
                  <a:lnTo>
                    <a:pt x="3125" y="16156"/>
                  </a:lnTo>
                  <a:lnTo>
                    <a:pt x="2986" y="16181"/>
                  </a:lnTo>
                  <a:lnTo>
                    <a:pt x="2859" y="16194"/>
                  </a:lnTo>
                  <a:lnTo>
                    <a:pt x="2733" y="16194"/>
                  </a:lnTo>
                  <a:lnTo>
                    <a:pt x="2606" y="16181"/>
                  </a:lnTo>
                  <a:lnTo>
                    <a:pt x="2493" y="16168"/>
                  </a:lnTo>
                  <a:lnTo>
                    <a:pt x="2366" y="16130"/>
                  </a:lnTo>
                  <a:lnTo>
                    <a:pt x="2252" y="16092"/>
                  </a:lnTo>
                  <a:lnTo>
                    <a:pt x="2138" y="16042"/>
                  </a:lnTo>
                  <a:lnTo>
                    <a:pt x="2037" y="15991"/>
                  </a:lnTo>
                  <a:lnTo>
                    <a:pt x="1936" y="15928"/>
                  </a:lnTo>
                  <a:lnTo>
                    <a:pt x="1822" y="15852"/>
                  </a:lnTo>
                  <a:lnTo>
                    <a:pt x="1733" y="15764"/>
                  </a:lnTo>
                  <a:lnTo>
                    <a:pt x="1544" y="15574"/>
                  </a:lnTo>
                  <a:lnTo>
                    <a:pt x="1367" y="15359"/>
                  </a:lnTo>
                  <a:lnTo>
                    <a:pt x="1215" y="15118"/>
                  </a:lnTo>
                  <a:lnTo>
                    <a:pt x="1063" y="14865"/>
                  </a:lnTo>
                  <a:lnTo>
                    <a:pt x="936" y="14587"/>
                  </a:lnTo>
                  <a:lnTo>
                    <a:pt x="823" y="14309"/>
                  </a:lnTo>
                  <a:lnTo>
                    <a:pt x="721" y="14005"/>
                  </a:lnTo>
                  <a:lnTo>
                    <a:pt x="645" y="13701"/>
                  </a:lnTo>
                  <a:lnTo>
                    <a:pt x="570" y="13385"/>
                  </a:lnTo>
                  <a:lnTo>
                    <a:pt x="519" y="13082"/>
                  </a:lnTo>
                  <a:lnTo>
                    <a:pt x="494" y="12765"/>
                  </a:lnTo>
                  <a:lnTo>
                    <a:pt x="468" y="12462"/>
                  </a:lnTo>
                  <a:lnTo>
                    <a:pt x="481" y="12171"/>
                  </a:lnTo>
                  <a:lnTo>
                    <a:pt x="494" y="11880"/>
                  </a:lnTo>
                  <a:lnTo>
                    <a:pt x="532" y="11614"/>
                  </a:lnTo>
                  <a:lnTo>
                    <a:pt x="595" y="11374"/>
                  </a:lnTo>
                  <a:lnTo>
                    <a:pt x="671" y="11146"/>
                  </a:lnTo>
                  <a:lnTo>
                    <a:pt x="759" y="10944"/>
                  </a:lnTo>
                  <a:lnTo>
                    <a:pt x="823" y="10842"/>
                  </a:lnTo>
                  <a:lnTo>
                    <a:pt x="886" y="10766"/>
                  </a:lnTo>
                  <a:lnTo>
                    <a:pt x="949" y="10691"/>
                  </a:lnTo>
                  <a:lnTo>
                    <a:pt x="1012" y="10615"/>
                  </a:lnTo>
                  <a:lnTo>
                    <a:pt x="1088" y="10564"/>
                  </a:lnTo>
                  <a:lnTo>
                    <a:pt x="1177" y="10513"/>
                  </a:lnTo>
                  <a:lnTo>
                    <a:pt x="1265" y="10463"/>
                  </a:lnTo>
                  <a:lnTo>
                    <a:pt x="1354" y="10438"/>
                  </a:lnTo>
                  <a:lnTo>
                    <a:pt x="1455" y="10412"/>
                  </a:lnTo>
                  <a:lnTo>
                    <a:pt x="1556" y="10412"/>
                  </a:lnTo>
                  <a:lnTo>
                    <a:pt x="1556" y="10412"/>
                  </a:lnTo>
                  <a:lnTo>
                    <a:pt x="1873" y="10400"/>
                  </a:lnTo>
                  <a:lnTo>
                    <a:pt x="2151" y="10425"/>
                  </a:lnTo>
                  <a:lnTo>
                    <a:pt x="2404" y="10450"/>
                  </a:lnTo>
                  <a:lnTo>
                    <a:pt x="2644" y="10501"/>
                  </a:lnTo>
                  <a:lnTo>
                    <a:pt x="2847" y="10564"/>
                  </a:lnTo>
                  <a:lnTo>
                    <a:pt x="3024" y="10627"/>
                  </a:lnTo>
                  <a:lnTo>
                    <a:pt x="3188" y="10716"/>
                  </a:lnTo>
                  <a:lnTo>
                    <a:pt x="3315" y="10804"/>
                  </a:lnTo>
                  <a:lnTo>
                    <a:pt x="3315" y="10804"/>
                  </a:lnTo>
                  <a:lnTo>
                    <a:pt x="3315" y="10766"/>
                  </a:lnTo>
                  <a:lnTo>
                    <a:pt x="3315" y="10766"/>
                  </a:lnTo>
                  <a:lnTo>
                    <a:pt x="3517" y="11323"/>
                  </a:lnTo>
                  <a:lnTo>
                    <a:pt x="3732" y="11892"/>
                  </a:lnTo>
                  <a:lnTo>
                    <a:pt x="3947" y="12436"/>
                  </a:lnTo>
                  <a:lnTo>
                    <a:pt x="4162" y="12942"/>
                  </a:lnTo>
                  <a:lnTo>
                    <a:pt x="4378" y="13373"/>
                  </a:lnTo>
                  <a:lnTo>
                    <a:pt x="4466" y="13562"/>
                  </a:lnTo>
                  <a:lnTo>
                    <a:pt x="4567" y="13727"/>
                  </a:lnTo>
                  <a:lnTo>
                    <a:pt x="4656" y="13853"/>
                  </a:lnTo>
                  <a:lnTo>
                    <a:pt x="4744" y="13954"/>
                  </a:lnTo>
                  <a:lnTo>
                    <a:pt x="4820" y="14030"/>
                  </a:lnTo>
                  <a:lnTo>
                    <a:pt x="4858" y="14043"/>
                  </a:lnTo>
                  <a:lnTo>
                    <a:pt x="4884" y="14056"/>
                  </a:lnTo>
                  <a:lnTo>
                    <a:pt x="4884" y="14056"/>
                  </a:lnTo>
                  <a:lnTo>
                    <a:pt x="4947" y="14056"/>
                  </a:lnTo>
                  <a:lnTo>
                    <a:pt x="5010" y="14030"/>
                  </a:lnTo>
                  <a:lnTo>
                    <a:pt x="5073" y="13992"/>
                  </a:lnTo>
                  <a:lnTo>
                    <a:pt x="5149" y="13942"/>
                  </a:lnTo>
                  <a:lnTo>
                    <a:pt x="5212" y="13879"/>
                  </a:lnTo>
                  <a:lnTo>
                    <a:pt x="5288" y="13790"/>
                  </a:lnTo>
                  <a:lnTo>
                    <a:pt x="5453" y="13600"/>
                  </a:lnTo>
                  <a:lnTo>
                    <a:pt x="5605" y="13360"/>
                  </a:lnTo>
                  <a:lnTo>
                    <a:pt x="5769" y="13094"/>
                  </a:lnTo>
                  <a:lnTo>
                    <a:pt x="5934" y="12803"/>
                  </a:lnTo>
                  <a:lnTo>
                    <a:pt x="6085" y="12500"/>
                  </a:lnTo>
                  <a:lnTo>
                    <a:pt x="6376" y="11918"/>
                  </a:lnTo>
                  <a:lnTo>
                    <a:pt x="6617" y="11399"/>
                  </a:lnTo>
                  <a:lnTo>
                    <a:pt x="6832" y="10893"/>
                  </a:lnTo>
                  <a:lnTo>
                    <a:pt x="6832" y="10893"/>
                  </a:lnTo>
                  <a:lnTo>
                    <a:pt x="7490" y="10804"/>
                  </a:lnTo>
                  <a:lnTo>
                    <a:pt x="8122" y="10716"/>
                  </a:lnTo>
                  <a:lnTo>
                    <a:pt x="8717" y="10602"/>
                  </a:lnTo>
                  <a:lnTo>
                    <a:pt x="9299" y="10475"/>
                  </a:lnTo>
                  <a:lnTo>
                    <a:pt x="9843" y="10336"/>
                  </a:lnTo>
                  <a:lnTo>
                    <a:pt x="10374" y="10184"/>
                  </a:lnTo>
                  <a:lnTo>
                    <a:pt x="10880" y="10020"/>
                  </a:lnTo>
                  <a:lnTo>
                    <a:pt x="11361" y="9843"/>
                  </a:lnTo>
                  <a:lnTo>
                    <a:pt x="11816" y="9666"/>
                  </a:lnTo>
                  <a:lnTo>
                    <a:pt x="12246" y="9476"/>
                  </a:lnTo>
                  <a:lnTo>
                    <a:pt x="12651" y="9286"/>
                  </a:lnTo>
                  <a:lnTo>
                    <a:pt x="13043" y="9097"/>
                  </a:lnTo>
                  <a:lnTo>
                    <a:pt x="13410" y="8894"/>
                  </a:lnTo>
                  <a:lnTo>
                    <a:pt x="13752" y="8704"/>
                  </a:lnTo>
                  <a:lnTo>
                    <a:pt x="14068" y="8502"/>
                  </a:lnTo>
                  <a:lnTo>
                    <a:pt x="14372" y="8300"/>
                  </a:lnTo>
                  <a:lnTo>
                    <a:pt x="14650" y="8110"/>
                  </a:lnTo>
                  <a:lnTo>
                    <a:pt x="14916" y="7920"/>
                  </a:lnTo>
                  <a:lnTo>
                    <a:pt x="15156" y="7730"/>
                  </a:lnTo>
                  <a:lnTo>
                    <a:pt x="15371" y="7553"/>
                  </a:lnTo>
                  <a:lnTo>
                    <a:pt x="15751" y="7212"/>
                  </a:lnTo>
                  <a:lnTo>
                    <a:pt x="16054" y="6908"/>
                  </a:lnTo>
                  <a:lnTo>
                    <a:pt x="16295" y="6655"/>
                  </a:lnTo>
                  <a:lnTo>
                    <a:pt x="16459" y="6465"/>
                  </a:lnTo>
                  <a:lnTo>
                    <a:pt x="16586" y="6301"/>
                  </a:lnTo>
                  <a:lnTo>
                    <a:pt x="16586" y="6301"/>
                  </a:lnTo>
                  <a:lnTo>
                    <a:pt x="16649" y="6478"/>
                  </a:lnTo>
                  <a:lnTo>
                    <a:pt x="16839" y="6946"/>
                  </a:lnTo>
                  <a:lnTo>
                    <a:pt x="17130" y="7629"/>
                  </a:lnTo>
                  <a:lnTo>
                    <a:pt x="17294" y="8021"/>
                  </a:lnTo>
                  <a:lnTo>
                    <a:pt x="17496" y="8426"/>
                  </a:lnTo>
                  <a:lnTo>
                    <a:pt x="17699" y="8831"/>
                  </a:lnTo>
                  <a:lnTo>
                    <a:pt x="17914" y="9236"/>
                  </a:lnTo>
                  <a:lnTo>
                    <a:pt x="18142" y="9628"/>
                  </a:lnTo>
                  <a:lnTo>
                    <a:pt x="18369" y="9995"/>
                  </a:lnTo>
                  <a:lnTo>
                    <a:pt x="18610" y="10311"/>
                  </a:lnTo>
                  <a:lnTo>
                    <a:pt x="18724" y="10463"/>
                  </a:lnTo>
                  <a:lnTo>
                    <a:pt x="18850" y="10589"/>
                  </a:lnTo>
                  <a:lnTo>
                    <a:pt x="18964" y="10703"/>
                  </a:lnTo>
                  <a:lnTo>
                    <a:pt x="19078" y="10792"/>
                  </a:lnTo>
                  <a:lnTo>
                    <a:pt x="19192" y="10880"/>
                  </a:lnTo>
                  <a:lnTo>
                    <a:pt x="19306" y="10931"/>
                  </a:lnTo>
                  <a:lnTo>
                    <a:pt x="19306" y="10931"/>
                  </a:lnTo>
                  <a:lnTo>
                    <a:pt x="19356" y="11272"/>
                  </a:lnTo>
                  <a:lnTo>
                    <a:pt x="19407" y="11627"/>
                  </a:lnTo>
                  <a:lnTo>
                    <a:pt x="19470" y="12019"/>
                  </a:lnTo>
                  <a:lnTo>
                    <a:pt x="19559" y="12411"/>
                  </a:lnTo>
                  <a:lnTo>
                    <a:pt x="19622" y="12601"/>
                  </a:lnTo>
                  <a:lnTo>
                    <a:pt x="19672" y="12765"/>
                  </a:lnTo>
                  <a:lnTo>
                    <a:pt x="19736" y="12904"/>
                  </a:lnTo>
                  <a:lnTo>
                    <a:pt x="19812" y="13006"/>
                  </a:lnTo>
                  <a:lnTo>
                    <a:pt x="19850" y="13044"/>
                  </a:lnTo>
                  <a:lnTo>
                    <a:pt x="19888" y="13082"/>
                  </a:lnTo>
                  <a:lnTo>
                    <a:pt x="19925" y="13094"/>
                  </a:lnTo>
                  <a:lnTo>
                    <a:pt x="19963" y="13107"/>
                  </a:lnTo>
                  <a:lnTo>
                    <a:pt x="19963" y="13107"/>
                  </a:lnTo>
                  <a:lnTo>
                    <a:pt x="20014" y="13082"/>
                  </a:lnTo>
                  <a:lnTo>
                    <a:pt x="20065" y="13044"/>
                  </a:lnTo>
                  <a:lnTo>
                    <a:pt x="20128" y="12968"/>
                  </a:lnTo>
                  <a:lnTo>
                    <a:pt x="20204" y="12879"/>
                  </a:lnTo>
                  <a:lnTo>
                    <a:pt x="20356" y="12626"/>
                  </a:lnTo>
                  <a:lnTo>
                    <a:pt x="20520" y="12310"/>
                  </a:lnTo>
                  <a:lnTo>
                    <a:pt x="20697" y="11943"/>
                  </a:lnTo>
                  <a:lnTo>
                    <a:pt x="20874" y="11525"/>
                  </a:lnTo>
                  <a:lnTo>
                    <a:pt x="21228" y="10678"/>
                  </a:lnTo>
                  <a:lnTo>
                    <a:pt x="21228" y="10678"/>
                  </a:lnTo>
                  <a:lnTo>
                    <a:pt x="21368" y="10615"/>
                  </a:lnTo>
                  <a:lnTo>
                    <a:pt x="21519" y="10551"/>
                  </a:lnTo>
                  <a:lnTo>
                    <a:pt x="21684" y="10501"/>
                  </a:lnTo>
                  <a:lnTo>
                    <a:pt x="21874" y="10463"/>
                  </a:lnTo>
                  <a:lnTo>
                    <a:pt x="22076" y="10438"/>
                  </a:lnTo>
                  <a:lnTo>
                    <a:pt x="22291" y="10412"/>
                  </a:lnTo>
                  <a:lnTo>
                    <a:pt x="22532" y="10400"/>
                  </a:lnTo>
                  <a:lnTo>
                    <a:pt x="22797" y="10412"/>
                  </a:lnTo>
                  <a:lnTo>
                    <a:pt x="22797" y="10412"/>
                  </a:lnTo>
                  <a:lnTo>
                    <a:pt x="22898" y="10412"/>
                  </a:lnTo>
                  <a:lnTo>
                    <a:pt x="23000" y="10438"/>
                  </a:lnTo>
                  <a:lnTo>
                    <a:pt x="23088" y="10475"/>
                  </a:lnTo>
                  <a:lnTo>
                    <a:pt x="23177" y="10513"/>
                  </a:lnTo>
                  <a:lnTo>
                    <a:pt x="23253" y="10564"/>
                  </a:lnTo>
                  <a:lnTo>
                    <a:pt x="23329" y="10627"/>
                  </a:lnTo>
                  <a:lnTo>
                    <a:pt x="23404" y="10691"/>
                  </a:lnTo>
                  <a:lnTo>
                    <a:pt x="23468" y="10766"/>
                  </a:lnTo>
                  <a:lnTo>
                    <a:pt x="23531" y="10855"/>
                  </a:lnTo>
                  <a:lnTo>
                    <a:pt x="23582" y="10944"/>
                  </a:lnTo>
                  <a:lnTo>
                    <a:pt x="23683" y="11159"/>
                  </a:lnTo>
                  <a:lnTo>
                    <a:pt x="23759" y="11386"/>
                  </a:lnTo>
                  <a:lnTo>
                    <a:pt x="23809" y="11639"/>
                  </a:lnTo>
                  <a:lnTo>
                    <a:pt x="23847" y="11918"/>
                  </a:lnTo>
                  <a:lnTo>
                    <a:pt x="23873" y="12196"/>
                  </a:lnTo>
                  <a:lnTo>
                    <a:pt x="23873" y="12500"/>
                  </a:lnTo>
                  <a:lnTo>
                    <a:pt x="23847" y="12803"/>
                  </a:lnTo>
                  <a:lnTo>
                    <a:pt x="23822" y="13120"/>
                  </a:lnTo>
                  <a:lnTo>
                    <a:pt x="23759" y="13436"/>
                  </a:lnTo>
                  <a:lnTo>
                    <a:pt x="23695" y="13752"/>
                  </a:lnTo>
                  <a:lnTo>
                    <a:pt x="23607" y="14056"/>
                  </a:lnTo>
                  <a:lnTo>
                    <a:pt x="23506" y="14359"/>
                  </a:lnTo>
                  <a:lnTo>
                    <a:pt x="23379" y="14650"/>
                  </a:lnTo>
                  <a:lnTo>
                    <a:pt x="23253" y="14916"/>
                  </a:lnTo>
                  <a:lnTo>
                    <a:pt x="23101" y="15182"/>
                  </a:lnTo>
                  <a:lnTo>
                    <a:pt x="22936" y="15409"/>
                  </a:lnTo>
                  <a:lnTo>
                    <a:pt x="22759" y="15624"/>
                  </a:lnTo>
                  <a:lnTo>
                    <a:pt x="22658" y="15713"/>
                  </a:lnTo>
                  <a:lnTo>
                    <a:pt x="22569" y="15802"/>
                  </a:lnTo>
                  <a:lnTo>
                    <a:pt x="22456" y="15890"/>
                  </a:lnTo>
                  <a:lnTo>
                    <a:pt x="22354" y="15953"/>
                  </a:lnTo>
                  <a:lnTo>
                    <a:pt x="22253" y="16017"/>
                  </a:lnTo>
                  <a:lnTo>
                    <a:pt x="22139" y="16080"/>
                  </a:lnTo>
                  <a:lnTo>
                    <a:pt x="22026" y="16118"/>
                  </a:lnTo>
                  <a:lnTo>
                    <a:pt x="21912" y="16156"/>
                  </a:lnTo>
                  <a:lnTo>
                    <a:pt x="21785" y="16181"/>
                  </a:lnTo>
                  <a:lnTo>
                    <a:pt x="21659" y="16194"/>
                  </a:lnTo>
                  <a:lnTo>
                    <a:pt x="21532" y="16194"/>
                  </a:lnTo>
                  <a:lnTo>
                    <a:pt x="21406" y="16181"/>
                  </a:lnTo>
                  <a:lnTo>
                    <a:pt x="21266" y="16156"/>
                  </a:lnTo>
                  <a:lnTo>
                    <a:pt x="21140" y="16130"/>
                  </a:lnTo>
                  <a:lnTo>
                    <a:pt x="21001" y="16080"/>
                  </a:lnTo>
                  <a:lnTo>
                    <a:pt x="20862" y="16017"/>
                  </a:lnTo>
                  <a:lnTo>
                    <a:pt x="20710" y="15953"/>
                  </a:lnTo>
                  <a:lnTo>
                    <a:pt x="20571" y="15865"/>
                  </a:lnTo>
                  <a:lnTo>
                    <a:pt x="20419" y="15764"/>
                  </a:lnTo>
                  <a:lnTo>
                    <a:pt x="20267" y="15637"/>
                  </a:lnTo>
                  <a:lnTo>
                    <a:pt x="20267" y="15637"/>
                  </a:lnTo>
                  <a:lnTo>
                    <a:pt x="20191" y="15953"/>
                  </a:lnTo>
                  <a:lnTo>
                    <a:pt x="20191" y="15953"/>
                  </a:lnTo>
                  <a:lnTo>
                    <a:pt x="20052" y="16485"/>
                  </a:lnTo>
                  <a:lnTo>
                    <a:pt x="19900" y="17003"/>
                  </a:lnTo>
                  <a:lnTo>
                    <a:pt x="19736" y="17509"/>
                  </a:lnTo>
                  <a:lnTo>
                    <a:pt x="19559" y="17977"/>
                  </a:lnTo>
                  <a:lnTo>
                    <a:pt x="19369" y="18446"/>
                  </a:lnTo>
                  <a:lnTo>
                    <a:pt x="19154" y="18876"/>
                  </a:lnTo>
                  <a:lnTo>
                    <a:pt x="18926" y="19281"/>
                  </a:lnTo>
                  <a:lnTo>
                    <a:pt x="18812" y="19470"/>
                  </a:lnTo>
                  <a:lnTo>
                    <a:pt x="18686" y="19647"/>
                  </a:lnTo>
                  <a:lnTo>
                    <a:pt x="18686" y="19647"/>
                  </a:lnTo>
                  <a:lnTo>
                    <a:pt x="18420" y="20014"/>
                  </a:lnTo>
                  <a:lnTo>
                    <a:pt x="18167" y="20343"/>
                  </a:lnTo>
                  <a:lnTo>
                    <a:pt x="17889" y="20659"/>
                  </a:lnTo>
                  <a:lnTo>
                    <a:pt x="17623" y="20950"/>
                  </a:lnTo>
                  <a:lnTo>
                    <a:pt x="17357" y="21216"/>
                  </a:lnTo>
                  <a:lnTo>
                    <a:pt x="17092" y="21456"/>
                  </a:lnTo>
                  <a:lnTo>
                    <a:pt x="16813" y="21684"/>
                  </a:lnTo>
                  <a:lnTo>
                    <a:pt x="16548" y="21899"/>
                  </a:lnTo>
                  <a:lnTo>
                    <a:pt x="16548" y="23379"/>
                  </a:lnTo>
                  <a:lnTo>
                    <a:pt x="16548" y="23379"/>
                  </a:lnTo>
                  <a:lnTo>
                    <a:pt x="16915" y="23253"/>
                  </a:lnTo>
                  <a:lnTo>
                    <a:pt x="17281" y="23101"/>
                  </a:lnTo>
                  <a:lnTo>
                    <a:pt x="17636" y="22949"/>
                  </a:lnTo>
                  <a:lnTo>
                    <a:pt x="17990" y="22785"/>
                  </a:lnTo>
                  <a:lnTo>
                    <a:pt x="18344" y="22595"/>
                  </a:lnTo>
                  <a:lnTo>
                    <a:pt x="18673" y="22405"/>
                  </a:lnTo>
                  <a:lnTo>
                    <a:pt x="19015" y="22190"/>
                  </a:lnTo>
                  <a:lnTo>
                    <a:pt x="19331" y="21975"/>
                  </a:lnTo>
                  <a:lnTo>
                    <a:pt x="19331" y="21975"/>
                  </a:lnTo>
                  <a:lnTo>
                    <a:pt x="19723" y="21684"/>
                  </a:lnTo>
                  <a:lnTo>
                    <a:pt x="20090" y="21393"/>
                  </a:lnTo>
                  <a:lnTo>
                    <a:pt x="20431" y="21102"/>
                  </a:lnTo>
                  <a:lnTo>
                    <a:pt x="20773" y="20811"/>
                  </a:lnTo>
                  <a:lnTo>
                    <a:pt x="21077" y="20508"/>
                  </a:lnTo>
                  <a:lnTo>
                    <a:pt x="21368" y="20204"/>
                  </a:lnTo>
                  <a:lnTo>
                    <a:pt x="21646" y="19900"/>
                  </a:lnTo>
                  <a:lnTo>
                    <a:pt x="21912" y="19597"/>
                  </a:lnTo>
                  <a:lnTo>
                    <a:pt x="22152" y="19281"/>
                  </a:lnTo>
                  <a:lnTo>
                    <a:pt x="22380" y="18964"/>
                  </a:lnTo>
                  <a:lnTo>
                    <a:pt x="22595" y="18661"/>
                  </a:lnTo>
                  <a:lnTo>
                    <a:pt x="22785" y="18332"/>
                  </a:lnTo>
                  <a:lnTo>
                    <a:pt x="22974" y="18015"/>
                  </a:lnTo>
                  <a:lnTo>
                    <a:pt x="23139" y="17699"/>
                  </a:lnTo>
                  <a:lnTo>
                    <a:pt x="23291" y="17370"/>
                  </a:lnTo>
                  <a:lnTo>
                    <a:pt x="23430" y="17054"/>
                  </a:lnTo>
                  <a:lnTo>
                    <a:pt x="23556" y="16725"/>
                  </a:lnTo>
                  <a:lnTo>
                    <a:pt x="23670" y="16409"/>
                  </a:lnTo>
                  <a:lnTo>
                    <a:pt x="23771" y="16080"/>
                  </a:lnTo>
                  <a:lnTo>
                    <a:pt x="23860" y="15764"/>
                  </a:lnTo>
                  <a:lnTo>
                    <a:pt x="23936" y="15435"/>
                  </a:lnTo>
                  <a:lnTo>
                    <a:pt x="23999" y="15106"/>
                  </a:lnTo>
                  <a:lnTo>
                    <a:pt x="24050" y="14789"/>
                  </a:lnTo>
                  <a:lnTo>
                    <a:pt x="24100" y="14461"/>
                  </a:lnTo>
                  <a:lnTo>
                    <a:pt x="24126" y="14144"/>
                  </a:lnTo>
                  <a:lnTo>
                    <a:pt x="24151" y="13828"/>
                  </a:lnTo>
                  <a:lnTo>
                    <a:pt x="24164" y="13512"/>
                  </a:lnTo>
                  <a:lnTo>
                    <a:pt x="24176" y="13195"/>
                  </a:lnTo>
                  <a:lnTo>
                    <a:pt x="24176" y="12879"/>
                  </a:lnTo>
                  <a:lnTo>
                    <a:pt x="24164" y="12563"/>
                  </a:lnTo>
                  <a:lnTo>
                    <a:pt x="24126" y="11956"/>
                  </a:lnTo>
                  <a:lnTo>
                    <a:pt x="24062" y="11348"/>
                  </a:lnTo>
                  <a:lnTo>
                    <a:pt x="23961" y="10766"/>
                  </a:lnTo>
                  <a:lnTo>
                    <a:pt x="23860" y="10184"/>
                  </a:lnTo>
                  <a:lnTo>
                    <a:pt x="23733" y="9628"/>
                  </a:lnTo>
                  <a:lnTo>
                    <a:pt x="23582" y="9097"/>
                  </a:lnTo>
                  <a:lnTo>
                    <a:pt x="23430" y="8578"/>
                  </a:lnTo>
                  <a:lnTo>
                    <a:pt x="23278" y="8084"/>
                  </a:lnTo>
                  <a:lnTo>
                    <a:pt x="23113" y="7616"/>
                  </a:lnTo>
                  <a:lnTo>
                    <a:pt x="22949" y="7174"/>
                  </a:lnTo>
                  <a:lnTo>
                    <a:pt x="22797" y="6769"/>
                  </a:lnTo>
                  <a:lnTo>
                    <a:pt x="22494" y="6035"/>
                  </a:lnTo>
                  <a:lnTo>
                    <a:pt x="22253" y="5440"/>
                  </a:lnTo>
                  <a:lnTo>
                    <a:pt x="22152" y="5200"/>
                  </a:lnTo>
                  <a:lnTo>
                    <a:pt x="22089" y="4998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804125" y="661600"/>
              <a:ext cx="97125" cy="57900"/>
            </a:xfrm>
            <a:custGeom>
              <a:rect b="b" l="l" r="r" t="t"/>
              <a:pathLst>
                <a:path extrusionOk="0" h="2316" w="3885">
                  <a:moveTo>
                    <a:pt x="3884" y="1"/>
                  </a:moveTo>
                  <a:lnTo>
                    <a:pt x="3517" y="304"/>
                  </a:lnTo>
                  <a:lnTo>
                    <a:pt x="3100" y="620"/>
                  </a:lnTo>
                  <a:lnTo>
                    <a:pt x="2632" y="962"/>
                  </a:lnTo>
                  <a:lnTo>
                    <a:pt x="2632" y="962"/>
                  </a:lnTo>
                  <a:lnTo>
                    <a:pt x="3113" y="620"/>
                  </a:lnTo>
                  <a:lnTo>
                    <a:pt x="3530" y="304"/>
                  </a:lnTo>
                  <a:lnTo>
                    <a:pt x="3884" y="1"/>
                  </a:lnTo>
                  <a:close/>
                  <a:moveTo>
                    <a:pt x="1063" y="1848"/>
                  </a:moveTo>
                  <a:lnTo>
                    <a:pt x="722" y="2012"/>
                  </a:lnTo>
                  <a:lnTo>
                    <a:pt x="367" y="2164"/>
                  </a:lnTo>
                  <a:lnTo>
                    <a:pt x="0" y="2316"/>
                  </a:lnTo>
                  <a:lnTo>
                    <a:pt x="380" y="2164"/>
                  </a:lnTo>
                  <a:lnTo>
                    <a:pt x="734" y="2012"/>
                  </a:lnTo>
                  <a:lnTo>
                    <a:pt x="1063" y="1848"/>
                  </a:lnTo>
                  <a:close/>
                </a:path>
              </a:pathLst>
            </a:custGeom>
            <a:solidFill>
              <a:srgbClr val="E8A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3688675" y="695450"/>
              <a:ext cx="165125" cy="52200"/>
            </a:xfrm>
            <a:custGeom>
              <a:rect b="b" l="l" r="r" t="t"/>
              <a:pathLst>
                <a:path extrusionOk="0" fill="none" h="2088" w="6605">
                  <a:moveTo>
                    <a:pt x="6605" y="0"/>
                  </a:moveTo>
                  <a:lnTo>
                    <a:pt x="6605" y="0"/>
                  </a:lnTo>
                  <a:lnTo>
                    <a:pt x="6314" y="165"/>
                  </a:lnTo>
                  <a:lnTo>
                    <a:pt x="6010" y="329"/>
                  </a:lnTo>
                  <a:lnTo>
                    <a:pt x="5681" y="494"/>
                  </a:lnTo>
                  <a:lnTo>
                    <a:pt x="5340" y="658"/>
                  </a:lnTo>
                  <a:lnTo>
                    <a:pt x="4985" y="810"/>
                  </a:lnTo>
                  <a:lnTo>
                    <a:pt x="4618" y="962"/>
                  </a:lnTo>
                  <a:lnTo>
                    <a:pt x="4239" y="1114"/>
                  </a:lnTo>
                  <a:lnTo>
                    <a:pt x="3834" y="1253"/>
                  </a:lnTo>
                  <a:lnTo>
                    <a:pt x="3417" y="1379"/>
                  </a:lnTo>
                  <a:lnTo>
                    <a:pt x="2974" y="1518"/>
                  </a:lnTo>
                  <a:lnTo>
                    <a:pt x="2518" y="1632"/>
                  </a:lnTo>
                  <a:lnTo>
                    <a:pt x="2050" y="1746"/>
                  </a:lnTo>
                  <a:lnTo>
                    <a:pt x="1570" y="1847"/>
                  </a:lnTo>
                  <a:lnTo>
                    <a:pt x="1064" y="1936"/>
                  </a:lnTo>
                  <a:lnTo>
                    <a:pt x="532" y="2024"/>
                  </a:lnTo>
                  <a:lnTo>
                    <a:pt x="1" y="2088"/>
                  </a:lnTo>
                  <a:lnTo>
                    <a:pt x="1" y="2088"/>
                  </a:lnTo>
                  <a:lnTo>
                    <a:pt x="532" y="2024"/>
                  </a:lnTo>
                  <a:lnTo>
                    <a:pt x="1064" y="1936"/>
                  </a:lnTo>
                  <a:lnTo>
                    <a:pt x="1570" y="1847"/>
                  </a:lnTo>
                  <a:lnTo>
                    <a:pt x="2050" y="1746"/>
                  </a:lnTo>
                  <a:lnTo>
                    <a:pt x="2518" y="1632"/>
                  </a:lnTo>
                  <a:lnTo>
                    <a:pt x="2974" y="1518"/>
                  </a:lnTo>
                  <a:lnTo>
                    <a:pt x="3417" y="1379"/>
                  </a:lnTo>
                  <a:lnTo>
                    <a:pt x="3834" y="1253"/>
                  </a:lnTo>
                  <a:lnTo>
                    <a:pt x="4239" y="1114"/>
                  </a:lnTo>
                  <a:lnTo>
                    <a:pt x="4618" y="962"/>
                  </a:lnTo>
                  <a:lnTo>
                    <a:pt x="4998" y="810"/>
                  </a:lnTo>
                  <a:lnTo>
                    <a:pt x="5352" y="658"/>
                  </a:lnTo>
                  <a:lnTo>
                    <a:pt x="5681" y="494"/>
                  </a:lnTo>
                  <a:lnTo>
                    <a:pt x="6010" y="329"/>
                  </a:lnTo>
                  <a:lnTo>
                    <a:pt x="6314" y="165"/>
                  </a:lnTo>
                  <a:lnTo>
                    <a:pt x="6605" y="0"/>
                  </a:lnTo>
                  <a:lnTo>
                    <a:pt x="6605" y="0"/>
                  </a:lnTo>
                  <a:lnTo>
                    <a:pt x="66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3858525" y="691650"/>
              <a:ext cx="1600" cy="1300"/>
            </a:xfrm>
            <a:custGeom>
              <a:rect b="b" l="l" r="r" t="t"/>
              <a:pathLst>
                <a:path extrusionOk="0" fill="none" h="52" w="64">
                  <a:moveTo>
                    <a:pt x="64" y="0"/>
                  </a:moveTo>
                  <a:lnTo>
                    <a:pt x="64" y="0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3869900" y="654650"/>
              <a:ext cx="38925" cy="31025"/>
            </a:xfrm>
            <a:custGeom>
              <a:rect b="b" l="l" r="r" t="t"/>
              <a:pathLst>
                <a:path extrusionOk="0" fill="none" h="1241" w="1557">
                  <a:moveTo>
                    <a:pt x="1557" y="0"/>
                  </a:moveTo>
                  <a:lnTo>
                    <a:pt x="1557" y="0"/>
                  </a:lnTo>
                  <a:lnTo>
                    <a:pt x="1253" y="279"/>
                  </a:lnTo>
                  <a:lnTo>
                    <a:pt x="886" y="582"/>
                  </a:lnTo>
                  <a:lnTo>
                    <a:pt x="469" y="898"/>
                  </a:lnTo>
                  <a:lnTo>
                    <a:pt x="1" y="1240"/>
                  </a:lnTo>
                  <a:lnTo>
                    <a:pt x="1" y="1240"/>
                  </a:lnTo>
                  <a:lnTo>
                    <a:pt x="1" y="1240"/>
                  </a:lnTo>
                  <a:lnTo>
                    <a:pt x="1" y="1240"/>
                  </a:lnTo>
                  <a:lnTo>
                    <a:pt x="482" y="898"/>
                  </a:lnTo>
                  <a:lnTo>
                    <a:pt x="899" y="582"/>
                  </a:lnTo>
                  <a:lnTo>
                    <a:pt x="1253" y="279"/>
                  </a:lnTo>
                  <a:lnTo>
                    <a:pt x="155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860100" y="685650"/>
              <a:ext cx="9825" cy="6025"/>
            </a:xfrm>
            <a:custGeom>
              <a:rect b="b" l="l" r="r" t="t"/>
              <a:pathLst>
                <a:path extrusionOk="0" h="241" w="393">
                  <a:moveTo>
                    <a:pt x="393" y="0"/>
                  </a:moveTo>
                  <a:lnTo>
                    <a:pt x="393" y="0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8E4A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860100" y="685650"/>
              <a:ext cx="9825" cy="6025"/>
            </a:xfrm>
            <a:custGeom>
              <a:rect b="b" l="l" r="r" t="t"/>
              <a:pathLst>
                <a:path extrusionOk="0" fill="none" h="241" w="393">
                  <a:moveTo>
                    <a:pt x="393" y="0"/>
                  </a:moveTo>
                  <a:lnTo>
                    <a:pt x="393" y="0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1" y="240"/>
                  </a:lnTo>
                  <a:lnTo>
                    <a:pt x="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3853775" y="692925"/>
              <a:ext cx="4775" cy="2550"/>
            </a:xfrm>
            <a:custGeom>
              <a:rect b="b" l="l" r="r" t="t"/>
              <a:pathLst>
                <a:path extrusionOk="0" h="102" w="191">
                  <a:moveTo>
                    <a:pt x="190" y="0"/>
                  </a:moveTo>
                  <a:lnTo>
                    <a:pt x="190" y="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8E4A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3853775" y="692925"/>
              <a:ext cx="4775" cy="2550"/>
            </a:xfrm>
            <a:custGeom>
              <a:rect b="b" l="l" r="r" t="t"/>
              <a:pathLst>
                <a:path extrusionOk="0" fill="none" h="102" w="191">
                  <a:moveTo>
                    <a:pt x="190" y="0"/>
                  </a:moveTo>
                  <a:lnTo>
                    <a:pt x="190" y="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3537500" y="739100"/>
              <a:ext cx="4775" cy="3800"/>
            </a:xfrm>
            <a:custGeom>
              <a:rect b="b" l="l" r="r" t="t"/>
              <a:pathLst>
                <a:path extrusionOk="0" h="152" w="191">
                  <a:moveTo>
                    <a:pt x="191" y="0"/>
                  </a:moveTo>
                  <a:lnTo>
                    <a:pt x="89" y="63"/>
                  </a:lnTo>
                  <a:lnTo>
                    <a:pt x="64" y="89"/>
                  </a:lnTo>
                  <a:lnTo>
                    <a:pt x="191" y="0"/>
                  </a:lnTo>
                  <a:close/>
                  <a:moveTo>
                    <a:pt x="64" y="89"/>
                  </a:moveTo>
                  <a:lnTo>
                    <a:pt x="64" y="89"/>
                  </a:lnTo>
                  <a:lnTo>
                    <a:pt x="64" y="89"/>
                  </a:lnTo>
                  <a:close/>
                  <a:moveTo>
                    <a:pt x="64" y="89"/>
                  </a:moveTo>
                  <a:lnTo>
                    <a:pt x="64" y="89"/>
                  </a:lnTo>
                  <a:lnTo>
                    <a:pt x="1" y="152"/>
                  </a:lnTo>
                  <a:lnTo>
                    <a:pt x="64" y="89"/>
                  </a:lnTo>
                  <a:close/>
                </a:path>
              </a:pathLst>
            </a:custGeom>
            <a:solidFill>
              <a:srgbClr val="DCA5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3525175" y="773575"/>
              <a:ext cx="7925" cy="57575"/>
            </a:xfrm>
            <a:custGeom>
              <a:rect b="b" l="l" r="r" t="t"/>
              <a:pathLst>
                <a:path extrusionOk="0" fill="none" h="2303" w="317">
                  <a:moveTo>
                    <a:pt x="26" y="0"/>
                  </a:moveTo>
                  <a:lnTo>
                    <a:pt x="26" y="0"/>
                  </a:lnTo>
                  <a:lnTo>
                    <a:pt x="13" y="266"/>
                  </a:lnTo>
                  <a:lnTo>
                    <a:pt x="0" y="544"/>
                  </a:lnTo>
                  <a:lnTo>
                    <a:pt x="26" y="835"/>
                  </a:lnTo>
                  <a:lnTo>
                    <a:pt x="51" y="1126"/>
                  </a:lnTo>
                  <a:lnTo>
                    <a:pt x="89" y="1430"/>
                  </a:lnTo>
                  <a:lnTo>
                    <a:pt x="152" y="1721"/>
                  </a:lnTo>
                  <a:lnTo>
                    <a:pt x="228" y="2012"/>
                  </a:lnTo>
                  <a:lnTo>
                    <a:pt x="317" y="2302"/>
                  </a:lnTo>
                  <a:lnTo>
                    <a:pt x="317" y="2302"/>
                  </a:lnTo>
                  <a:lnTo>
                    <a:pt x="317" y="2302"/>
                  </a:lnTo>
                  <a:lnTo>
                    <a:pt x="317" y="2302"/>
                  </a:lnTo>
                  <a:lnTo>
                    <a:pt x="228" y="2012"/>
                  </a:lnTo>
                  <a:lnTo>
                    <a:pt x="152" y="1721"/>
                  </a:lnTo>
                  <a:lnTo>
                    <a:pt x="89" y="1430"/>
                  </a:lnTo>
                  <a:lnTo>
                    <a:pt x="51" y="1126"/>
                  </a:lnTo>
                  <a:lnTo>
                    <a:pt x="26" y="835"/>
                  </a:lnTo>
                  <a:lnTo>
                    <a:pt x="0" y="544"/>
                  </a:lnTo>
                  <a:lnTo>
                    <a:pt x="13" y="266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3536250" y="739100"/>
              <a:ext cx="6025" cy="5075"/>
            </a:xfrm>
            <a:custGeom>
              <a:rect b="b" l="l" r="r" t="t"/>
              <a:pathLst>
                <a:path extrusionOk="0" fill="none" h="203" w="241">
                  <a:moveTo>
                    <a:pt x="241" y="0"/>
                  </a:moveTo>
                  <a:lnTo>
                    <a:pt x="241" y="0"/>
                  </a:lnTo>
                  <a:lnTo>
                    <a:pt x="114" y="89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51" y="152"/>
                  </a:lnTo>
                  <a:lnTo>
                    <a:pt x="51" y="152"/>
                  </a:lnTo>
                  <a:lnTo>
                    <a:pt x="139" y="63"/>
                  </a:lnTo>
                  <a:lnTo>
                    <a:pt x="2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542250" y="738775"/>
              <a:ext cx="350" cy="350"/>
            </a:xfrm>
            <a:custGeom>
              <a:rect b="b" l="l" r="r" t="t"/>
              <a:pathLst>
                <a:path extrusionOk="0" fill="none" h="14" w="14">
                  <a:moveTo>
                    <a:pt x="13" y="0"/>
                  </a:moveTo>
                  <a:lnTo>
                    <a:pt x="13" y="0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3542575" y="738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542575" y="738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3542575" y="738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3542575" y="738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3542875" y="738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55047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35508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35508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5511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35511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5514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5514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35514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3551425" y="736250"/>
              <a:ext cx="350" cy="25"/>
            </a:xfrm>
            <a:custGeom>
              <a:rect b="b" l="l" r="r" t="t"/>
              <a:pathLst>
                <a:path extrusionOk="0" fill="none" h="1" w="14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5517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35517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5517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3551750" y="736250"/>
              <a:ext cx="325" cy="25"/>
            </a:xfrm>
            <a:custGeom>
              <a:rect b="b" l="l" r="r" t="t"/>
              <a:pathLst>
                <a:path extrusionOk="0" fill="none" h="1"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35520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35520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35520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552050" y="736250"/>
              <a:ext cx="350" cy="25"/>
            </a:xfrm>
            <a:custGeom>
              <a:rect b="b" l="l" r="r" t="t"/>
              <a:pathLst>
                <a:path extrusionOk="0" fill="none" h="1" w="14">
                  <a:moveTo>
                    <a:pt x="13" y="0"/>
                  </a:moveTo>
                  <a:lnTo>
                    <a:pt x="13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3540025" y="6761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3540025" y="675825"/>
              <a:ext cx="25" cy="350"/>
            </a:xfrm>
            <a:custGeom>
              <a:rect b="b" l="l" r="r" t="t"/>
              <a:pathLst>
                <a:path extrusionOk="0" fill="none" h="14" w="1">
                  <a:moveTo>
                    <a:pt x="1" y="1"/>
                  </a:moveTo>
                  <a:lnTo>
                    <a:pt x="1" y="1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540350" y="675525"/>
              <a:ext cx="25" cy="325"/>
            </a:xfrm>
            <a:custGeom>
              <a:rect b="b" l="l" r="r" t="t"/>
              <a:pathLst>
                <a:path extrusionOk="0" fill="none" h="13" w="1">
                  <a:moveTo>
                    <a:pt x="1" y="0"/>
                  </a:moveTo>
                  <a:lnTo>
                    <a:pt x="1" y="0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540350" y="675200"/>
              <a:ext cx="25" cy="350"/>
            </a:xfrm>
            <a:custGeom>
              <a:rect b="b" l="l" r="r" t="t"/>
              <a:pathLst>
                <a:path extrusionOk="0" fill="none" h="14" w="1">
                  <a:moveTo>
                    <a:pt x="1" y="1"/>
                  </a:moveTo>
                  <a:lnTo>
                    <a:pt x="1" y="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3540350" y="674875"/>
              <a:ext cx="25" cy="350"/>
            </a:xfrm>
            <a:custGeom>
              <a:rect b="b" l="l" r="r" t="t"/>
              <a:pathLst>
                <a:path extrusionOk="0" fill="none" h="14" w="1">
                  <a:moveTo>
                    <a:pt x="1" y="1"/>
                  </a:moveTo>
                  <a:lnTo>
                    <a:pt x="1" y="1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3540350" y="674575"/>
              <a:ext cx="350" cy="325"/>
            </a:xfrm>
            <a:custGeom>
              <a:rect b="b" l="l" r="r" t="t"/>
              <a:pathLst>
                <a:path extrusionOk="0" fill="none" h="13" w="14">
                  <a:moveTo>
                    <a:pt x="13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3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3525175" y="742875"/>
              <a:ext cx="12350" cy="88275"/>
            </a:xfrm>
            <a:custGeom>
              <a:rect b="b" l="l" r="r" t="t"/>
              <a:pathLst>
                <a:path extrusionOk="0" h="3531" w="494">
                  <a:moveTo>
                    <a:pt x="494" y="1"/>
                  </a:moveTo>
                  <a:lnTo>
                    <a:pt x="443" y="51"/>
                  </a:lnTo>
                  <a:lnTo>
                    <a:pt x="411" y="93"/>
                  </a:lnTo>
                  <a:lnTo>
                    <a:pt x="494" y="1"/>
                  </a:lnTo>
                  <a:close/>
                  <a:moveTo>
                    <a:pt x="411" y="93"/>
                  </a:moveTo>
                  <a:lnTo>
                    <a:pt x="380" y="127"/>
                  </a:lnTo>
                  <a:lnTo>
                    <a:pt x="361" y="157"/>
                  </a:lnTo>
                  <a:lnTo>
                    <a:pt x="411" y="93"/>
                  </a:lnTo>
                  <a:close/>
                  <a:moveTo>
                    <a:pt x="361" y="157"/>
                  </a:moveTo>
                  <a:lnTo>
                    <a:pt x="355" y="165"/>
                  </a:lnTo>
                  <a:lnTo>
                    <a:pt x="347" y="180"/>
                  </a:lnTo>
                  <a:lnTo>
                    <a:pt x="361" y="157"/>
                  </a:lnTo>
                  <a:close/>
                  <a:moveTo>
                    <a:pt x="347" y="180"/>
                  </a:moveTo>
                  <a:lnTo>
                    <a:pt x="291" y="267"/>
                  </a:lnTo>
                  <a:lnTo>
                    <a:pt x="266" y="326"/>
                  </a:lnTo>
                  <a:lnTo>
                    <a:pt x="291" y="279"/>
                  </a:lnTo>
                  <a:lnTo>
                    <a:pt x="347" y="180"/>
                  </a:lnTo>
                  <a:close/>
                  <a:moveTo>
                    <a:pt x="266" y="326"/>
                  </a:moveTo>
                  <a:lnTo>
                    <a:pt x="215" y="418"/>
                  </a:lnTo>
                  <a:lnTo>
                    <a:pt x="165" y="558"/>
                  </a:lnTo>
                  <a:lnTo>
                    <a:pt x="159" y="577"/>
                  </a:lnTo>
                  <a:lnTo>
                    <a:pt x="215" y="444"/>
                  </a:lnTo>
                  <a:lnTo>
                    <a:pt x="266" y="326"/>
                  </a:lnTo>
                  <a:close/>
                  <a:moveTo>
                    <a:pt x="159" y="577"/>
                  </a:moveTo>
                  <a:lnTo>
                    <a:pt x="140" y="621"/>
                  </a:lnTo>
                  <a:lnTo>
                    <a:pt x="127" y="671"/>
                  </a:lnTo>
                  <a:lnTo>
                    <a:pt x="159" y="577"/>
                  </a:lnTo>
                  <a:close/>
                  <a:moveTo>
                    <a:pt x="127" y="671"/>
                  </a:moveTo>
                  <a:lnTo>
                    <a:pt x="114" y="709"/>
                  </a:lnTo>
                  <a:lnTo>
                    <a:pt x="76" y="874"/>
                  </a:lnTo>
                  <a:lnTo>
                    <a:pt x="60" y="984"/>
                  </a:lnTo>
                  <a:lnTo>
                    <a:pt x="89" y="823"/>
                  </a:lnTo>
                  <a:lnTo>
                    <a:pt x="127" y="671"/>
                  </a:lnTo>
                  <a:close/>
                  <a:moveTo>
                    <a:pt x="60" y="984"/>
                  </a:moveTo>
                  <a:lnTo>
                    <a:pt x="51" y="1038"/>
                  </a:lnTo>
                  <a:lnTo>
                    <a:pt x="45" y="1095"/>
                  </a:lnTo>
                  <a:lnTo>
                    <a:pt x="51" y="1051"/>
                  </a:lnTo>
                  <a:lnTo>
                    <a:pt x="60" y="984"/>
                  </a:lnTo>
                  <a:close/>
                  <a:moveTo>
                    <a:pt x="45" y="1095"/>
                  </a:moveTo>
                  <a:lnTo>
                    <a:pt x="26" y="1228"/>
                  </a:lnTo>
                  <a:lnTo>
                    <a:pt x="13" y="1494"/>
                  </a:lnTo>
                  <a:lnTo>
                    <a:pt x="26" y="1266"/>
                  </a:lnTo>
                  <a:lnTo>
                    <a:pt x="45" y="1095"/>
                  </a:lnTo>
                  <a:close/>
                  <a:moveTo>
                    <a:pt x="13" y="1494"/>
                  </a:moveTo>
                  <a:lnTo>
                    <a:pt x="0" y="1747"/>
                  </a:lnTo>
                  <a:lnTo>
                    <a:pt x="1" y="1759"/>
                  </a:lnTo>
                  <a:lnTo>
                    <a:pt x="13" y="1494"/>
                  </a:lnTo>
                  <a:close/>
                  <a:moveTo>
                    <a:pt x="1" y="1759"/>
                  </a:moveTo>
                  <a:lnTo>
                    <a:pt x="0" y="1772"/>
                  </a:lnTo>
                  <a:lnTo>
                    <a:pt x="3" y="1806"/>
                  </a:lnTo>
                  <a:lnTo>
                    <a:pt x="1" y="1759"/>
                  </a:lnTo>
                  <a:close/>
                  <a:moveTo>
                    <a:pt x="3" y="1806"/>
                  </a:moveTo>
                  <a:lnTo>
                    <a:pt x="13" y="2000"/>
                  </a:lnTo>
                  <a:lnTo>
                    <a:pt x="38" y="2253"/>
                  </a:lnTo>
                  <a:lnTo>
                    <a:pt x="47" y="2314"/>
                  </a:lnTo>
                  <a:lnTo>
                    <a:pt x="26" y="2063"/>
                  </a:lnTo>
                  <a:lnTo>
                    <a:pt x="3" y="1806"/>
                  </a:lnTo>
                  <a:close/>
                  <a:moveTo>
                    <a:pt x="47" y="2314"/>
                  </a:moveTo>
                  <a:lnTo>
                    <a:pt x="51" y="2354"/>
                  </a:lnTo>
                  <a:lnTo>
                    <a:pt x="89" y="2658"/>
                  </a:lnTo>
                  <a:lnTo>
                    <a:pt x="152" y="2949"/>
                  </a:lnTo>
                  <a:lnTo>
                    <a:pt x="228" y="3240"/>
                  </a:lnTo>
                  <a:lnTo>
                    <a:pt x="317" y="3530"/>
                  </a:lnTo>
                  <a:lnTo>
                    <a:pt x="241" y="3277"/>
                  </a:lnTo>
                  <a:lnTo>
                    <a:pt x="177" y="3024"/>
                  </a:lnTo>
                  <a:lnTo>
                    <a:pt x="114" y="2759"/>
                  </a:lnTo>
                  <a:lnTo>
                    <a:pt x="76" y="2506"/>
                  </a:lnTo>
                  <a:lnTo>
                    <a:pt x="47" y="2314"/>
                  </a:lnTo>
                  <a:close/>
                </a:path>
              </a:pathLst>
            </a:custGeom>
            <a:solidFill>
              <a:srgbClr val="E8A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3525175" y="742875"/>
              <a:ext cx="12350" cy="88275"/>
            </a:xfrm>
            <a:custGeom>
              <a:rect b="b" l="l" r="r" t="t"/>
              <a:pathLst>
                <a:path extrusionOk="0" fill="none" h="3531" w="494">
                  <a:moveTo>
                    <a:pt x="494" y="1"/>
                  </a:moveTo>
                  <a:lnTo>
                    <a:pt x="494" y="1"/>
                  </a:lnTo>
                  <a:lnTo>
                    <a:pt x="443" y="51"/>
                  </a:lnTo>
                  <a:lnTo>
                    <a:pt x="443" y="51"/>
                  </a:lnTo>
                  <a:lnTo>
                    <a:pt x="355" y="165"/>
                  </a:lnTo>
                  <a:lnTo>
                    <a:pt x="291" y="279"/>
                  </a:lnTo>
                  <a:lnTo>
                    <a:pt x="215" y="418"/>
                  </a:lnTo>
                  <a:lnTo>
                    <a:pt x="165" y="558"/>
                  </a:lnTo>
                  <a:lnTo>
                    <a:pt x="114" y="709"/>
                  </a:lnTo>
                  <a:lnTo>
                    <a:pt x="76" y="874"/>
                  </a:lnTo>
                  <a:lnTo>
                    <a:pt x="51" y="1051"/>
                  </a:lnTo>
                  <a:lnTo>
                    <a:pt x="26" y="1228"/>
                  </a:lnTo>
                  <a:lnTo>
                    <a:pt x="26" y="1228"/>
                  </a:lnTo>
                  <a:lnTo>
                    <a:pt x="13" y="1494"/>
                  </a:lnTo>
                  <a:lnTo>
                    <a:pt x="0" y="1772"/>
                  </a:lnTo>
                  <a:lnTo>
                    <a:pt x="26" y="2063"/>
                  </a:lnTo>
                  <a:lnTo>
                    <a:pt x="51" y="2354"/>
                  </a:lnTo>
                  <a:lnTo>
                    <a:pt x="89" y="2658"/>
                  </a:lnTo>
                  <a:lnTo>
                    <a:pt x="152" y="2949"/>
                  </a:lnTo>
                  <a:lnTo>
                    <a:pt x="228" y="3240"/>
                  </a:lnTo>
                  <a:lnTo>
                    <a:pt x="317" y="3530"/>
                  </a:lnTo>
                  <a:lnTo>
                    <a:pt x="317" y="3530"/>
                  </a:lnTo>
                  <a:lnTo>
                    <a:pt x="317" y="3530"/>
                  </a:lnTo>
                  <a:lnTo>
                    <a:pt x="317" y="3530"/>
                  </a:lnTo>
                  <a:lnTo>
                    <a:pt x="241" y="3277"/>
                  </a:lnTo>
                  <a:lnTo>
                    <a:pt x="177" y="3024"/>
                  </a:lnTo>
                  <a:lnTo>
                    <a:pt x="114" y="2759"/>
                  </a:lnTo>
                  <a:lnTo>
                    <a:pt x="76" y="2506"/>
                  </a:lnTo>
                  <a:lnTo>
                    <a:pt x="38" y="2253"/>
                  </a:lnTo>
                  <a:lnTo>
                    <a:pt x="13" y="2000"/>
                  </a:lnTo>
                  <a:lnTo>
                    <a:pt x="0" y="1747"/>
                  </a:lnTo>
                  <a:lnTo>
                    <a:pt x="13" y="1494"/>
                  </a:lnTo>
                  <a:lnTo>
                    <a:pt x="26" y="1266"/>
                  </a:lnTo>
                  <a:lnTo>
                    <a:pt x="51" y="1038"/>
                  </a:lnTo>
                  <a:lnTo>
                    <a:pt x="89" y="823"/>
                  </a:lnTo>
                  <a:lnTo>
                    <a:pt x="140" y="621"/>
                  </a:lnTo>
                  <a:lnTo>
                    <a:pt x="215" y="444"/>
                  </a:lnTo>
                  <a:lnTo>
                    <a:pt x="291" y="267"/>
                  </a:lnTo>
                  <a:lnTo>
                    <a:pt x="380" y="127"/>
                  </a:lnTo>
                  <a:lnTo>
                    <a:pt x="49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3684250" y="747625"/>
              <a:ext cx="4450" cy="650"/>
            </a:xfrm>
            <a:custGeom>
              <a:rect b="b" l="l" r="r" t="t"/>
              <a:pathLst>
                <a:path extrusionOk="0" h="26" w="178">
                  <a:moveTo>
                    <a:pt x="1" y="26"/>
                  </a:moveTo>
                  <a:lnTo>
                    <a:pt x="1" y="26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6"/>
                  </a:lnTo>
                  <a:close/>
                  <a:moveTo>
                    <a:pt x="1" y="26"/>
                  </a:moveTo>
                  <a:lnTo>
                    <a:pt x="1" y="26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6"/>
                  </a:lnTo>
                  <a:close/>
                  <a:moveTo>
                    <a:pt x="26" y="26"/>
                  </a:moveTo>
                  <a:lnTo>
                    <a:pt x="26" y="26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26" y="26"/>
                  </a:lnTo>
                  <a:close/>
                  <a:moveTo>
                    <a:pt x="51" y="26"/>
                  </a:moveTo>
                  <a:lnTo>
                    <a:pt x="51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51" y="26"/>
                  </a:lnTo>
                  <a:close/>
                  <a:moveTo>
                    <a:pt x="64" y="13"/>
                  </a:moveTo>
                  <a:lnTo>
                    <a:pt x="64" y="13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64" y="13"/>
                  </a:lnTo>
                  <a:close/>
                  <a:moveTo>
                    <a:pt x="89" y="13"/>
                  </a:moveTo>
                  <a:lnTo>
                    <a:pt x="89" y="13"/>
                  </a:lnTo>
                  <a:lnTo>
                    <a:pt x="77" y="13"/>
                  </a:lnTo>
                  <a:lnTo>
                    <a:pt x="77" y="13"/>
                  </a:lnTo>
                  <a:lnTo>
                    <a:pt x="89" y="13"/>
                  </a:lnTo>
                  <a:close/>
                  <a:moveTo>
                    <a:pt x="102" y="13"/>
                  </a:moveTo>
                  <a:lnTo>
                    <a:pt x="102" y="13"/>
                  </a:lnTo>
                  <a:lnTo>
                    <a:pt x="89" y="13"/>
                  </a:lnTo>
                  <a:lnTo>
                    <a:pt x="89" y="13"/>
                  </a:lnTo>
                  <a:lnTo>
                    <a:pt x="102" y="13"/>
                  </a:lnTo>
                  <a:close/>
                  <a:moveTo>
                    <a:pt x="153" y="13"/>
                  </a:moveTo>
                  <a:lnTo>
                    <a:pt x="153" y="13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53" y="13"/>
                  </a:lnTo>
                  <a:close/>
                  <a:moveTo>
                    <a:pt x="178" y="1"/>
                  </a:moveTo>
                  <a:lnTo>
                    <a:pt x="178" y="1"/>
                  </a:lnTo>
                  <a:lnTo>
                    <a:pt x="153" y="13"/>
                  </a:lnTo>
                  <a:lnTo>
                    <a:pt x="153" y="13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rgbClr val="E8A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3684250" y="748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3684250" y="748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3684250" y="748250"/>
              <a:ext cx="675" cy="25"/>
            </a:xfrm>
            <a:custGeom>
              <a:rect b="b" l="l" r="r" t="t"/>
              <a:pathLst>
                <a:path extrusionOk="0" fill="none" h="1" w="27">
                  <a:moveTo>
                    <a:pt x="26" y="1"/>
                  </a:moveTo>
                  <a:lnTo>
                    <a:pt x="26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3684900" y="748250"/>
              <a:ext cx="650" cy="25"/>
            </a:xfrm>
            <a:custGeom>
              <a:rect b="b" l="l" r="r" t="t"/>
              <a:pathLst>
                <a:path extrusionOk="0" fill="none" h="1" w="26">
                  <a:moveTo>
                    <a:pt x="25" y="1"/>
                  </a:moveTo>
                  <a:lnTo>
                    <a:pt x="2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3685525" y="747950"/>
              <a:ext cx="350" cy="325"/>
            </a:xfrm>
            <a:custGeom>
              <a:rect b="b" l="l" r="r" t="t"/>
              <a:pathLst>
                <a:path extrusionOk="0" fill="none" h="13" w="14">
                  <a:moveTo>
                    <a:pt x="13" y="0"/>
                  </a:moveTo>
                  <a:lnTo>
                    <a:pt x="13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3686150" y="747950"/>
              <a:ext cx="350" cy="25"/>
            </a:xfrm>
            <a:custGeom>
              <a:rect b="b" l="l" r="r" t="t"/>
              <a:pathLst>
                <a:path extrusionOk="0" fill="none" h="1" w="14">
                  <a:moveTo>
                    <a:pt x="13" y="0"/>
                  </a:moveTo>
                  <a:lnTo>
                    <a:pt x="13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3686475" y="747950"/>
              <a:ext cx="325" cy="25"/>
            </a:xfrm>
            <a:custGeom>
              <a:rect b="b" l="l" r="r" t="t"/>
              <a:pathLst>
                <a:path extrusionOk="0" fill="none" h="1"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3687100" y="747950"/>
              <a:ext cx="975" cy="25"/>
            </a:xfrm>
            <a:custGeom>
              <a:rect b="b" l="l" r="r" t="t"/>
              <a:pathLst>
                <a:path extrusionOk="0" fill="none" h="1" w="39">
                  <a:moveTo>
                    <a:pt x="39" y="0"/>
                  </a:moveTo>
                  <a:lnTo>
                    <a:pt x="39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3688050" y="747625"/>
              <a:ext cx="650" cy="350"/>
            </a:xfrm>
            <a:custGeom>
              <a:rect b="b" l="l" r="r" t="t"/>
              <a:pathLst>
                <a:path extrusionOk="0" fill="none" h="14" w="26">
                  <a:moveTo>
                    <a:pt x="26" y="1"/>
                  </a:moveTo>
                  <a:lnTo>
                    <a:pt x="26" y="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3513475" y="621750"/>
              <a:ext cx="410225" cy="213825"/>
            </a:xfrm>
            <a:custGeom>
              <a:rect b="b" l="l" r="r" t="t"/>
              <a:pathLst>
                <a:path extrusionOk="0" h="8553" w="16409">
                  <a:moveTo>
                    <a:pt x="6693" y="1"/>
                  </a:moveTo>
                  <a:lnTo>
                    <a:pt x="5731" y="13"/>
                  </a:lnTo>
                  <a:lnTo>
                    <a:pt x="4757" y="39"/>
                  </a:lnTo>
                  <a:lnTo>
                    <a:pt x="4087" y="89"/>
                  </a:lnTo>
                  <a:lnTo>
                    <a:pt x="3353" y="140"/>
                  </a:lnTo>
                  <a:lnTo>
                    <a:pt x="2973" y="190"/>
                  </a:lnTo>
                  <a:lnTo>
                    <a:pt x="2581" y="228"/>
                  </a:lnTo>
                  <a:lnTo>
                    <a:pt x="2189" y="292"/>
                  </a:lnTo>
                  <a:lnTo>
                    <a:pt x="1797" y="355"/>
                  </a:lnTo>
                  <a:lnTo>
                    <a:pt x="1594" y="785"/>
                  </a:lnTo>
                  <a:lnTo>
                    <a:pt x="1405" y="1215"/>
                  </a:lnTo>
                  <a:lnTo>
                    <a:pt x="1240" y="1658"/>
                  </a:lnTo>
                  <a:lnTo>
                    <a:pt x="1088" y="2113"/>
                  </a:lnTo>
                  <a:lnTo>
                    <a:pt x="1076" y="2126"/>
                  </a:lnTo>
                  <a:lnTo>
                    <a:pt x="1076" y="2139"/>
                  </a:lnTo>
                  <a:lnTo>
                    <a:pt x="1076" y="2151"/>
                  </a:lnTo>
                  <a:lnTo>
                    <a:pt x="1076" y="2164"/>
                  </a:lnTo>
                  <a:lnTo>
                    <a:pt x="1063" y="2164"/>
                  </a:lnTo>
                  <a:lnTo>
                    <a:pt x="1063" y="2177"/>
                  </a:lnTo>
                  <a:lnTo>
                    <a:pt x="848" y="2910"/>
                  </a:lnTo>
                  <a:lnTo>
                    <a:pt x="645" y="3669"/>
                  </a:lnTo>
                  <a:lnTo>
                    <a:pt x="468" y="4454"/>
                  </a:lnTo>
                  <a:lnTo>
                    <a:pt x="304" y="5263"/>
                  </a:lnTo>
                  <a:lnTo>
                    <a:pt x="228" y="5681"/>
                  </a:lnTo>
                  <a:lnTo>
                    <a:pt x="165" y="6086"/>
                  </a:lnTo>
                  <a:lnTo>
                    <a:pt x="114" y="6503"/>
                  </a:lnTo>
                  <a:lnTo>
                    <a:pt x="64" y="6908"/>
                  </a:lnTo>
                  <a:lnTo>
                    <a:pt x="38" y="7325"/>
                  </a:lnTo>
                  <a:lnTo>
                    <a:pt x="13" y="7730"/>
                  </a:lnTo>
                  <a:lnTo>
                    <a:pt x="0" y="8148"/>
                  </a:lnTo>
                  <a:lnTo>
                    <a:pt x="0" y="8553"/>
                  </a:lnTo>
                  <a:lnTo>
                    <a:pt x="392" y="8451"/>
                  </a:lnTo>
                  <a:lnTo>
                    <a:pt x="785" y="8375"/>
                  </a:lnTo>
                  <a:lnTo>
                    <a:pt x="696" y="8085"/>
                  </a:lnTo>
                  <a:lnTo>
                    <a:pt x="620" y="7794"/>
                  </a:lnTo>
                  <a:lnTo>
                    <a:pt x="557" y="7503"/>
                  </a:lnTo>
                  <a:lnTo>
                    <a:pt x="519" y="7199"/>
                  </a:lnTo>
                  <a:lnTo>
                    <a:pt x="494" y="6908"/>
                  </a:lnTo>
                  <a:lnTo>
                    <a:pt x="468" y="6617"/>
                  </a:lnTo>
                  <a:lnTo>
                    <a:pt x="481" y="6339"/>
                  </a:lnTo>
                  <a:lnTo>
                    <a:pt x="494" y="6073"/>
                  </a:lnTo>
                  <a:lnTo>
                    <a:pt x="519" y="5896"/>
                  </a:lnTo>
                  <a:lnTo>
                    <a:pt x="544" y="5719"/>
                  </a:lnTo>
                  <a:lnTo>
                    <a:pt x="582" y="5554"/>
                  </a:lnTo>
                  <a:lnTo>
                    <a:pt x="633" y="5403"/>
                  </a:lnTo>
                  <a:lnTo>
                    <a:pt x="683" y="5263"/>
                  </a:lnTo>
                  <a:lnTo>
                    <a:pt x="759" y="5124"/>
                  </a:lnTo>
                  <a:lnTo>
                    <a:pt x="823" y="5010"/>
                  </a:lnTo>
                  <a:lnTo>
                    <a:pt x="911" y="4896"/>
                  </a:lnTo>
                  <a:lnTo>
                    <a:pt x="1025" y="4783"/>
                  </a:lnTo>
                  <a:lnTo>
                    <a:pt x="1152" y="4694"/>
                  </a:lnTo>
                  <a:lnTo>
                    <a:pt x="1164" y="4681"/>
                  </a:lnTo>
                  <a:lnTo>
                    <a:pt x="1177" y="4681"/>
                  </a:lnTo>
                  <a:lnTo>
                    <a:pt x="1240" y="4643"/>
                  </a:lnTo>
                  <a:lnTo>
                    <a:pt x="1316" y="4618"/>
                  </a:lnTo>
                  <a:lnTo>
                    <a:pt x="1392" y="4593"/>
                  </a:lnTo>
                  <a:lnTo>
                    <a:pt x="1480" y="4580"/>
                  </a:lnTo>
                  <a:lnTo>
                    <a:pt x="1556" y="4580"/>
                  </a:lnTo>
                  <a:lnTo>
                    <a:pt x="1771" y="4568"/>
                  </a:lnTo>
                  <a:lnTo>
                    <a:pt x="2037" y="4580"/>
                  </a:lnTo>
                  <a:lnTo>
                    <a:pt x="2290" y="4606"/>
                  </a:lnTo>
                  <a:lnTo>
                    <a:pt x="2505" y="4643"/>
                  </a:lnTo>
                  <a:lnTo>
                    <a:pt x="2708" y="4681"/>
                  </a:lnTo>
                  <a:lnTo>
                    <a:pt x="2897" y="4745"/>
                  </a:lnTo>
                  <a:lnTo>
                    <a:pt x="3049" y="4808"/>
                  </a:lnTo>
                  <a:lnTo>
                    <a:pt x="3201" y="4884"/>
                  </a:lnTo>
                  <a:lnTo>
                    <a:pt x="3315" y="4972"/>
                  </a:lnTo>
                  <a:lnTo>
                    <a:pt x="3315" y="4934"/>
                  </a:lnTo>
                  <a:lnTo>
                    <a:pt x="3606" y="5706"/>
                  </a:lnTo>
                  <a:lnTo>
                    <a:pt x="3897" y="6478"/>
                  </a:lnTo>
                  <a:lnTo>
                    <a:pt x="4049" y="6845"/>
                  </a:lnTo>
                  <a:lnTo>
                    <a:pt x="4200" y="7186"/>
                  </a:lnTo>
                  <a:lnTo>
                    <a:pt x="4340" y="7490"/>
                  </a:lnTo>
                  <a:lnTo>
                    <a:pt x="4479" y="7743"/>
                  </a:lnTo>
                  <a:lnTo>
                    <a:pt x="5579" y="7578"/>
                  </a:lnTo>
                  <a:lnTo>
                    <a:pt x="5807" y="7199"/>
                  </a:lnTo>
                  <a:lnTo>
                    <a:pt x="6022" y="6794"/>
                  </a:lnTo>
                  <a:lnTo>
                    <a:pt x="6237" y="6377"/>
                  </a:lnTo>
                  <a:lnTo>
                    <a:pt x="6427" y="5972"/>
                  </a:lnTo>
                  <a:lnTo>
                    <a:pt x="6718" y="5327"/>
                  </a:lnTo>
                  <a:lnTo>
                    <a:pt x="6832" y="5061"/>
                  </a:lnTo>
                  <a:lnTo>
                    <a:pt x="6882" y="5061"/>
                  </a:lnTo>
                  <a:lnTo>
                    <a:pt x="6895" y="5048"/>
                  </a:lnTo>
                  <a:lnTo>
                    <a:pt x="6984" y="5048"/>
                  </a:lnTo>
                  <a:lnTo>
                    <a:pt x="7009" y="5036"/>
                  </a:lnTo>
                  <a:lnTo>
                    <a:pt x="7540" y="4972"/>
                  </a:lnTo>
                  <a:lnTo>
                    <a:pt x="8072" y="4884"/>
                  </a:lnTo>
                  <a:lnTo>
                    <a:pt x="8578" y="4795"/>
                  </a:lnTo>
                  <a:lnTo>
                    <a:pt x="9058" y="4694"/>
                  </a:lnTo>
                  <a:lnTo>
                    <a:pt x="9526" y="4580"/>
                  </a:lnTo>
                  <a:lnTo>
                    <a:pt x="9982" y="4466"/>
                  </a:lnTo>
                  <a:lnTo>
                    <a:pt x="10425" y="4327"/>
                  </a:lnTo>
                  <a:lnTo>
                    <a:pt x="10842" y="4201"/>
                  </a:lnTo>
                  <a:lnTo>
                    <a:pt x="11247" y="4062"/>
                  </a:lnTo>
                  <a:lnTo>
                    <a:pt x="11626" y="3910"/>
                  </a:lnTo>
                  <a:lnTo>
                    <a:pt x="11993" y="3758"/>
                  </a:lnTo>
                  <a:lnTo>
                    <a:pt x="12348" y="3606"/>
                  </a:lnTo>
                  <a:lnTo>
                    <a:pt x="12689" y="3442"/>
                  </a:lnTo>
                  <a:lnTo>
                    <a:pt x="13018" y="3277"/>
                  </a:lnTo>
                  <a:lnTo>
                    <a:pt x="13322" y="3113"/>
                  </a:lnTo>
                  <a:lnTo>
                    <a:pt x="13613" y="2948"/>
                  </a:lnTo>
                  <a:lnTo>
                    <a:pt x="13802" y="2847"/>
                  </a:lnTo>
                  <a:lnTo>
                    <a:pt x="13866" y="2796"/>
                  </a:lnTo>
                  <a:lnTo>
                    <a:pt x="14258" y="2556"/>
                  </a:lnTo>
                  <a:lnTo>
                    <a:pt x="14726" y="2214"/>
                  </a:lnTo>
                  <a:lnTo>
                    <a:pt x="15143" y="1898"/>
                  </a:lnTo>
                  <a:lnTo>
                    <a:pt x="15510" y="1595"/>
                  </a:lnTo>
                  <a:lnTo>
                    <a:pt x="15814" y="1316"/>
                  </a:lnTo>
                  <a:lnTo>
                    <a:pt x="16004" y="1127"/>
                  </a:lnTo>
                  <a:lnTo>
                    <a:pt x="16168" y="962"/>
                  </a:lnTo>
                  <a:lnTo>
                    <a:pt x="16409" y="684"/>
                  </a:lnTo>
                  <a:lnTo>
                    <a:pt x="15751" y="583"/>
                  </a:lnTo>
                  <a:lnTo>
                    <a:pt x="15093" y="494"/>
                  </a:lnTo>
                  <a:lnTo>
                    <a:pt x="14435" y="418"/>
                  </a:lnTo>
                  <a:lnTo>
                    <a:pt x="13790" y="367"/>
                  </a:lnTo>
                  <a:lnTo>
                    <a:pt x="12019" y="228"/>
                  </a:lnTo>
                  <a:lnTo>
                    <a:pt x="10248" y="114"/>
                  </a:lnTo>
                  <a:lnTo>
                    <a:pt x="9362" y="64"/>
                  </a:lnTo>
                  <a:lnTo>
                    <a:pt x="8476" y="26"/>
                  </a:lnTo>
                  <a:lnTo>
                    <a:pt x="7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3513475" y="621750"/>
              <a:ext cx="410225" cy="213825"/>
            </a:xfrm>
            <a:custGeom>
              <a:rect b="b" l="l" r="r" t="t"/>
              <a:pathLst>
                <a:path extrusionOk="0" fill="none" h="8553" w="16409">
                  <a:moveTo>
                    <a:pt x="6693" y="1"/>
                  </a:moveTo>
                  <a:lnTo>
                    <a:pt x="6693" y="1"/>
                  </a:lnTo>
                  <a:lnTo>
                    <a:pt x="5731" y="13"/>
                  </a:lnTo>
                  <a:lnTo>
                    <a:pt x="4757" y="39"/>
                  </a:lnTo>
                  <a:lnTo>
                    <a:pt x="4757" y="39"/>
                  </a:lnTo>
                  <a:lnTo>
                    <a:pt x="4087" y="89"/>
                  </a:lnTo>
                  <a:lnTo>
                    <a:pt x="3353" y="140"/>
                  </a:lnTo>
                  <a:lnTo>
                    <a:pt x="2973" y="190"/>
                  </a:lnTo>
                  <a:lnTo>
                    <a:pt x="2581" y="228"/>
                  </a:lnTo>
                  <a:lnTo>
                    <a:pt x="2189" y="292"/>
                  </a:lnTo>
                  <a:lnTo>
                    <a:pt x="1797" y="355"/>
                  </a:lnTo>
                  <a:lnTo>
                    <a:pt x="1797" y="355"/>
                  </a:lnTo>
                  <a:lnTo>
                    <a:pt x="1594" y="785"/>
                  </a:lnTo>
                  <a:lnTo>
                    <a:pt x="1405" y="1215"/>
                  </a:lnTo>
                  <a:lnTo>
                    <a:pt x="1240" y="1658"/>
                  </a:lnTo>
                  <a:lnTo>
                    <a:pt x="1088" y="2113"/>
                  </a:lnTo>
                  <a:lnTo>
                    <a:pt x="1088" y="2113"/>
                  </a:lnTo>
                  <a:lnTo>
                    <a:pt x="1088" y="2113"/>
                  </a:lnTo>
                  <a:lnTo>
                    <a:pt x="1076" y="2126"/>
                  </a:lnTo>
                  <a:lnTo>
                    <a:pt x="1076" y="2126"/>
                  </a:lnTo>
                  <a:lnTo>
                    <a:pt x="1076" y="2126"/>
                  </a:lnTo>
                  <a:lnTo>
                    <a:pt x="1076" y="2126"/>
                  </a:lnTo>
                  <a:lnTo>
                    <a:pt x="1076" y="2139"/>
                  </a:lnTo>
                  <a:lnTo>
                    <a:pt x="1076" y="2139"/>
                  </a:lnTo>
                  <a:lnTo>
                    <a:pt x="1076" y="2139"/>
                  </a:lnTo>
                  <a:lnTo>
                    <a:pt x="1076" y="2139"/>
                  </a:lnTo>
                  <a:lnTo>
                    <a:pt x="1076" y="2151"/>
                  </a:lnTo>
                  <a:lnTo>
                    <a:pt x="1076" y="2151"/>
                  </a:lnTo>
                  <a:lnTo>
                    <a:pt x="1076" y="2151"/>
                  </a:lnTo>
                  <a:lnTo>
                    <a:pt x="1076" y="2151"/>
                  </a:lnTo>
                  <a:lnTo>
                    <a:pt x="1076" y="2164"/>
                  </a:lnTo>
                  <a:lnTo>
                    <a:pt x="1076" y="2164"/>
                  </a:lnTo>
                  <a:lnTo>
                    <a:pt x="1063" y="2164"/>
                  </a:lnTo>
                  <a:lnTo>
                    <a:pt x="1063" y="2164"/>
                  </a:lnTo>
                  <a:lnTo>
                    <a:pt x="1063" y="2177"/>
                  </a:lnTo>
                  <a:lnTo>
                    <a:pt x="1063" y="2177"/>
                  </a:lnTo>
                  <a:lnTo>
                    <a:pt x="1063" y="2177"/>
                  </a:lnTo>
                  <a:lnTo>
                    <a:pt x="1063" y="2177"/>
                  </a:lnTo>
                  <a:lnTo>
                    <a:pt x="1063" y="2177"/>
                  </a:lnTo>
                  <a:lnTo>
                    <a:pt x="1063" y="2177"/>
                  </a:lnTo>
                  <a:lnTo>
                    <a:pt x="848" y="2910"/>
                  </a:lnTo>
                  <a:lnTo>
                    <a:pt x="645" y="3669"/>
                  </a:lnTo>
                  <a:lnTo>
                    <a:pt x="468" y="4454"/>
                  </a:lnTo>
                  <a:lnTo>
                    <a:pt x="304" y="5263"/>
                  </a:lnTo>
                  <a:lnTo>
                    <a:pt x="228" y="5681"/>
                  </a:lnTo>
                  <a:lnTo>
                    <a:pt x="165" y="6086"/>
                  </a:lnTo>
                  <a:lnTo>
                    <a:pt x="114" y="6503"/>
                  </a:lnTo>
                  <a:lnTo>
                    <a:pt x="64" y="6908"/>
                  </a:lnTo>
                  <a:lnTo>
                    <a:pt x="38" y="7325"/>
                  </a:lnTo>
                  <a:lnTo>
                    <a:pt x="13" y="7730"/>
                  </a:lnTo>
                  <a:lnTo>
                    <a:pt x="0" y="8148"/>
                  </a:lnTo>
                  <a:lnTo>
                    <a:pt x="0" y="8553"/>
                  </a:lnTo>
                  <a:lnTo>
                    <a:pt x="0" y="8553"/>
                  </a:lnTo>
                  <a:lnTo>
                    <a:pt x="392" y="8451"/>
                  </a:lnTo>
                  <a:lnTo>
                    <a:pt x="785" y="8375"/>
                  </a:lnTo>
                  <a:lnTo>
                    <a:pt x="785" y="8375"/>
                  </a:lnTo>
                  <a:lnTo>
                    <a:pt x="696" y="8085"/>
                  </a:lnTo>
                  <a:lnTo>
                    <a:pt x="620" y="7794"/>
                  </a:lnTo>
                  <a:lnTo>
                    <a:pt x="557" y="7503"/>
                  </a:lnTo>
                  <a:lnTo>
                    <a:pt x="519" y="7199"/>
                  </a:lnTo>
                  <a:lnTo>
                    <a:pt x="494" y="6908"/>
                  </a:lnTo>
                  <a:lnTo>
                    <a:pt x="468" y="6617"/>
                  </a:lnTo>
                  <a:lnTo>
                    <a:pt x="481" y="6339"/>
                  </a:lnTo>
                  <a:lnTo>
                    <a:pt x="494" y="6073"/>
                  </a:lnTo>
                  <a:lnTo>
                    <a:pt x="494" y="6073"/>
                  </a:lnTo>
                  <a:lnTo>
                    <a:pt x="519" y="5896"/>
                  </a:lnTo>
                  <a:lnTo>
                    <a:pt x="544" y="5719"/>
                  </a:lnTo>
                  <a:lnTo>
                    <a:pt x="582" y="5554"/>
                  </a:lnTo>
                  <a:lnTo>
                    <a:pt x="633" y="5403"/>
                  </a:lnTo>
                  <a:lnTo>
                    <a:pt x="683" y="5263"/>
                  </a:lnTo>
                  <a:lnTo>
                    <a:pt x="759" y="5124"/>
                  </a:lnTo>
                  <a:lnTo>
                    <a:pt x="823" y="5010"/>
                  </a:lnTo>
                  <a:lnTo>
                    <a:pt x="911" y="4896"/>
                  </a:lnTo>
                  <a:lnTo>
                    <a:pt x="911" y="4896"/>
                  </a:lnTo>
                  <a:lnTo>
                    <a:pt x="1025" y="4783"/>
                  </a:lnTo>
                  <a:lnTo>
                    <a:pt x="1152" y="4694"/>
                  </a:lnTo>
                  <a:lnTo>
                    <a:pt x="1152" y="4694"/>
                  </a:lnTo>
                  <a:lnTo>
                    <a:pt x="1152" y="4694"/>
                  </a:lnTo>
                  <a:lnTo>
                    <a:pt x="1152" y="4694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64" y="4681"/>
                  </a:lnTo>
                  <a:lnTo>
                    <a:pt x="1177" y="4681"/>
                  </a:lnTo>
                  <a:lnTo>
                    <a:pt x="1177" y="4681"/>
                  </a:lnTo>
                  <a:lnTo>
                    <a:pt x="1177" y="4681"/>
                  </a:lnTo>
                  <a:lnTo>
                    <a:pt x="1177" y="4681"/>
                  </a:lnTo>
                  <a:lnTo>
                    <a:pt x="1240" y="4643"/>
                  </a:lnTo>
                  <a:lnTo>
                    <a:pt x="1316" y="4618"/>
                  </a:lnTo>
                  <a:lnTo>
                    <a:pt x="1392" y="4593"/>
                  </a:lnTo>
                  <a:lnTo>
                    <a:pt x="1480" y="4580"/>
                  </a:lnTo>
                  <a:lnTo>
                    <a:pt x="1480" y="4580"/>
                  </a:lnTo>
                  <a:lnTo>
                    <a:pt x="1480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493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06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18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31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44" y="4580"/>
                  </a:lnTo>
                  <a:lnTo>
                    <a:pt x="1556" y="4580"/>
                  </a:lnTo>
                  <a:lnTo>
                    <a:pt x="1556" y="4580"/>
                  </a:lnTo>
                  <a:lnTo>
                    <a:pt x="1556" y="4580"/>
                  </a:lnTo>
                  <a:lnTo>
                    <a:pt x="1771" y="4568"/>
                  </a:lnTo>
                  <a:lnTo>
                    <a:pt x="1771" y="4568"/>
                  </a:lnTo>
                  <a:lnTo>
                    <a:pt x="2037" y="4580"/>
                  </a:lnTo>
                  <a:lnTo>
                    <a:pt x="2290" y="4606"/>
                  </a:lnTo>
                  <a:lnTo>
                    <a:pt x="2505" y="4643"/>
                  </a:lnTo>
                  <a:lnTo>
                    <a:pt x="2708" y="4681"/>
                  </a:lnTo>
                  <a:lnTo>
                    <a:pt x="2897" y="4745"/>
                  </a:lnTo>
                  <a:lnTo>
                    <a:pt x="3049" y="4808"/>
                  </a:lnTo>
                  <a:lnTo>
                    <a:pt x="3201" y="4884"/>
                  </a:lnTo>
                  <a:lnTo>
                    <a:pt x="3315" y="4972"/>
                  </a:lnTo>
                  <a:lnTo>
                    <a:pt x="3315" y="4972"/>
                  </a:lnTo>
                  <a:lnTo>
                    <a:pt x="3315" y="4934"/>
                  </a:lnTo>
                  <a:lnTo>
                    <a:pt x="3315" y="4934"/>
                  </a:lnTo>
                  <a:lnTo>
                    <a:pt x="3315" y="4934"/>
                  </a:lnTo>
                  <a:lnTo>
                    <a:pt x="3315" y="4934"/>
                  </a:lnTo>
                  <a:lnTo>
                    <a:pt x="3606" y="5706"/>
                  </a:lnTo>
                  <a:lnTo>
                    <a:pt x="3897" y="6478"/>
                  </a:lnTo>
                  <a:lnTo>
                    <a:pt x="4049" y="6845"/>
                  </a:lnTo>
                  <a:lnTo>
                    <a:pt x="4200" y="7186"/>
                  </a:lnTo>
                  <a:lnTo>
                    <a:pt x="4340" y="7490"/>
                  </a:lnTo>
                  <a:lnTo>
                    <a:pt x="4479" y="7743"/>
                  </a:lnTo>
                  <a:lnTo>
                    <a:pt x="4479" y="7743"/>
                  </a:lnTo>
                  <a:lnTo>
                    <a:pt x="5579" y="7578"/>
                  </a:lnTo>
                  <a:lnTo>
                    <a:pt x="5579" y="7578"/>
                  </a:lnTo>
                  <a:lnTo>
                    <a:pt x="5807" y="7199"/>
                  </a:lnTo>
                  <a:lnTo>
                    <a:pt x="6022" y="6794"/>
                  </a:lnTo>
                  <a:lnTo>
                    <a:pt x="6237" y="6377"/>
                  </a:lnTo>
                  <a:lnTo>
                    <a:pt x="6427" y="5972"/>
                  </a:lnTo>
                  <a:lnTo>
                    <a:pt x="6718" y="5327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32" y="5061"/>
                  </a:lnTo>
                  <a:lnTo>
                    <a:pt x="6857" y="5061"/>
                  </a:lnTo>
                  <a:lnTo>
                    <a:pt x="6857" y="5061"/>
                  </a:lnTo>
                  <a:lnTo>
                    <a:pt x="6857" y="5061"/>
                  </a:lnTo>
                  <a:lnTo>
                    <a:pt x="6857" y="5061"/>
                  </a:lnTo>
                  <a:lnTo>
                    <a:pt x="6882" y="5061"/>
                  </a:lnTo>
                  <a:lnTo>
                    <a:pt x="6882" y="5061"/>
                  </a:lnTo>
                  <a:lnTo>
                    <a:pt x="6882" y="5061"/>
                  </a:lnTo>
                  <a:lnTo>
                    <a:pt x="6882" y="5061"/>
                  </a:lnTo>
                  <a:lnTo>
                    <a:pt x="6895" y="5048"/>
                  </a:lnTo>
                  <a:lnTo>
                    <a:pt x="6895" y="5048"/>
                  </a:lnTo>
                  <a:lnTo>
                    <a:pt x="6908" y="5048"/>
                  </a:lnTo>
                  <a:lnTo>
                    <a:pt x="6908" y="5048"/>
                  </a:lnTo>
                  <a:lnTo>
                    <a:pt x="6920" y="5048"/>
                  </a:lnTo>
                  <a:lnTo>
                    <a:pt x="6920" y="5048"/>
                  </a:lnTo>
                  <a:lnTo>
                    <a:pt x="6920" y="5048"/>
                  </a:lnTo>
                  <a:lnTo>
                    <a:pt x="6920" y="5048"/>
                  </a:lnTo>
                  <a:lnTo>
                    <a:pt x="6933" y="5048"/>
                  </a:lnTo>
                  <a:lnTo>
                    <a:pt x="6933" y="5048"/>
                  </a:lnTo>
                  <a:lnTo>
                    <a:pt x="6946" y="5048"/>
                  </a:lnTo>
                  <a:lnTo>
                    <a:pt x="6946" y="5048"/>
                  </a:lnTo>
                  <a:lnTo>
                    <a:pt x="6984" y="5048"/>
                  </a:lnTo>
                  <a:lnTo>
                    <a:pt x="6984" y="5048"/>
                  </a:lnTo>
                  <a:lnTo>
                    <a:pt x="6984" y="5048"/>
                  </a:lnTo>
                  <a:lnTo>
                    <a:pt x="7009" y="5036"/>
                  </a:lnTo>
                  <a:lnTo>
                    <a:pt x="7009" y="5036"/>
                  </a:lnTo>
                  <a:lnTo>
                    <a:pt x="7009" y="5036"/>
                  </a:lnTo>
                  <a:lnTo>
                    <a:pt x="7540" y="4972"/>
                  </a:lnTo>
                  <a:lnTo>
                    <a:pt x="8072" y="4884"/>
                  </a:lnTo>
                  <a:lnTo>
                    <a:pt x="8578" y="4795"/>
                  </a:lnTo>
                  <a:lnTo>
                    <a:pt x="9058" y="4694"/>
                  </a:lnTo>
                  <a:lnTo>
                    <a:pt x="9526" y="4580"/>
                  </a:lnTo>
                  <a:lnTo>
                    <a:pt x="9982" y="4466"/>
                  </a:lnTo>
                  <a:lnTo>
                    <a:pt x="10425" y="4327"/>
                  </a:lnTo>
                  <a:lnTo>
                    <a:pt x="10842" y="4201"/>
                  </a:lnTo>
                  <a:lnTo>
                    <a:pt x="11247" y="4062"/>
                  </a:lnTo>
                  <a:lnTo>
                    <a:pt x="11626" y="3910"/>
                  </a:lnTo>
                  <a:lnTo>
                    <a:pt x="11993" y="3758"/>
                  </a:lnTo>
                  <a:lnTo>
                    <a:pt x="12348" y="3606"/>
                  </a:lnTo>
                  <a:lnTo>
                    <a:pt x="12689" y="3442"/>
                  </a:lnTo>
                  <a:lnTo>
                    <a:pt x="13018" y="3277"/>
                  </a:lnTo>
                  <a:lnTo>
                    <a:pt x="13322" y="3113"/>
                  </a:lnTo>
                  <a:lnTo>
                    <a:pt x="13613" y="2948"/>
                  </a:lnTo>
                  <a:lnTo>
                    <a:pt x="13613" y="2948"/>
                  </a:lnTo>
                  <a:lnTo>
                    <a:pt x="13802" y="2847"/>
                  </a:lnTo>
                  <a:lnTo>
                    <a:pt x="13802" y="2847"/>
                  </a:lnTo>
                  <a:lnTo>
                    <a:pt x="13866" y="2796"/>
                  </a:lnTo>
                  <a:lnTo>
                    <a:pt x="13866" y="2796"/>
                  </a:lnTo>
                  <a:lnTo>
                    <a:pt x="14258" y="2556"/>
                  </a:lnTo>
                  <a:lnTo>
                    <a:pt x="14258" y="2556"/>
                  </a:lnTo>
                  <a:lnTo>
                    <a:pt x="14726" y="2214"/>
                  </a:lnTo>
                  <a:lnTo>
                    <a:pt x="15143" y="1898"/>
                  </a:lnTo>
                  <a:lnTo>
                    <a:pt x="15510" y="1595"/>
                  </a:lnTo>
                  <a:lnTo>
                    <a:pt x="15814" y="1316"/>
                  </a:lnTo>
                  <a:lnTo>
                    <a:pt x="15814" y="1316"/>
                  </a:lnTo>
                  <a:lnTo>
                    <a:pt x="16004" y="1127"/>
                  </a:lnTo>
                  <a:lnTo>
                    <a:pt x="16168" y="962"/>
                  </a:lnTo>
                  <a:lnTo>
                    <a:pt x="16409" y="684"/>
                  </a:lnTo>
                  <a:lnTo>
                    <a:pt x="16409" y="684"/>
                  </a:lnTo>
                  <a:lnTo>
                    <a:pt x="15751" y="583"/>
                  </a:lnTo>
                  <a:lnTo>
                    <a:pt x="15093" y="494"/>
                  </a:lnTo>
                  <a:lnTo>
                    <a:pt x="14435" y="418"/>
                  </a:lnTo>
                  <a:lnTo>
                    <a:pt x="13790" y="367"/>
                  </a:lnTo>
                  <a:lnTo>
                    <a:pt x="13790" y="367"/>
                  </a:lnTo>
                  <a:lnTo>
                    <a:pt x="12019" y="228"/>
                  </a:lnTo>
                  <a:lnTo>
                    <a:pt x="10248" y="114"/>
                  </a:lnTo>
                  <a:lnTo>
                    <a:pt x="9362" y="64"/>
                  </a:lnTo>
                  <a:lnTo>
                    <a:pt x="8476" y="26"/>
                  </a:lnTo>
                  <a:lnTo>
                    <a:pt x="7591" y="1"/>
                  </a:lnTo>
                  <a:lnTo>
                    <a:pt x="669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3974900" y="728975"/>
              <a:ext cx="7300" cy="8875"/>
            </a:xfrm>
            <a:custGeom>
              <a:rect b="b" l="l" r="r" t="t"/>
              <a:pathLst>
                <a:path extrusionOk="0" h="355" w="292">
                  <a:moveTo>
                    <a:pt x="1" y="0"/>
                  </a:moveTo>
                  <a:lnTo>
                    <a:pt x="140" y="190"/>
                  </a:lnTo>
                  <a:lnTo>
                    <a:pt x="292" y="354"/>
                  </a:lnTo>
                  <a:lnTo>
                    <a:pt x="153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8A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3968275" y="718525"/>
              <a:ext cx="27525" cy="30700"/>
            </a:xfrm>
            <a:custGeom>
              <a:rect b="b" l="l" r="r" t="t"/>
              <a:pathLst>
                <a:path extrusionOk="0" fill="none" h="1228" w="110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27" y="216"/>
                  </a:lnTo>
                  <a:lnTo>
                    <a:pt x="266" y="418"/>
                  </a:lnTo>
                  <a:lnTo>
                    <a:pt x="405" y="608"/>
                  </a:lnTo>
                  <a:lnTo>
                    <a:pt x="557" y="772"/>
                  </a:lnTo>
                  <a:lnTo>
                    <a:pt x="696" y="924"/>
                  </a:lnTo>
                  <a:lnTo>
                    <a:pt x="835" y="1051"/>
                  </a:lnTo>
                  <a:lnTo>
                    <a:pt x="974" y="1152"/>
                  </a:lnTo>
                  <a:lnTo>
                    <a:pt x="1101" y="1228"/>
                  </a:lnTo>
                  <a:lnTo>
                    <a:pt x="1101" y="1228"/>
                  </a:lnTo>
                  <a:lnTo>
                    <a:pt x="974" y="1152"/>
                  </a:lnTo>
                  <a:lnTo>
                    <a:pt x="835" y="1051"/>
                  </a:lnTo>
                  <a:lnTo>
                    <a:pt x="696" y="924"/>
                  </a:lnTo>
                  <a:lnTo>
                    <a:pt x="557" y="772"/>
                  </a:lnTo>
                  <a:lnTo>
                    <a:pt x="418" y="608"/>
                  </a:lnTo>
                  <a:lnTo>
                    <a:pt x="266" y="418"/>
                  </a:lnTo>
                  <a:lnTo>
                    <a:pt x="127" y="21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3936950" y="656225"/>
              <a:ext cx="25650" cy="53150"/>
            </a:xfrm>
            <a:custGeom>
              <a:rect b="b" l="l" r="r" t="t"/>
              <a:pathLst>
                <a:path extrusionOk="0" fill="none" h="2126" w="1026">
                  <a:moveTo>
                    <a:pt x="1" y="1"/>
                  </a:moveTo>
                  <a:lnTo>
                    <a:pt x="1" y="1"/>
                  </a:lnTo>
                  <a:lnTo>
                    <a:pt x="216" y="481"/>
                  </a:lnTo>
                  <a:lnTo>
                    <a:pt x="456" y="1025"/>
                  </a:lnTo>
                  <a:lnTo>
                    <a:pt x="735" y="1582"/>
                  </a:lnTo>
                  <a:lnTo>
                    <a:pt x="1026" y="2126"/>
                  </a:lnTo>
                  <a:lnTo>
                    <a:pt x="1026" y="2126"/>
                  </a:lnTo>
                  <a:lnTo>
                    <a:pt x="1026" y="2126"/>
                  </a:lnTo>
                  <a:lnTo>
                    <a:pt x="1026" y="2126"/>
                  </a:lnTo>
                  <a:lnTo>
                    <a:pt x="735" y="1582"/>
                  </a:lnTo>
                  <a:lnTo>
                    <a:pt x="456" y="1025"/>
                  </a:lnTo>
                  <a:lnTo>
                    <a:pt x="216" y="48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3962575" y="709350"/>
              <a:ext cx="5725" cy="9200"/>
            </a:xfrm>
            <a:custGeom>
              <a:rect b="b" l="l" r="r" t="t"/>
              <a:pathLst>
                <a:path extrusionOk="0" h="368" w="229">
                  <a:moveTo>
                    <a:pt x="1" y="1"/>
                  </a:moveTo>
                  <a:lnTo>
                    <a:pt x="1" y="1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E4A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3962575" y="709350"/>
              <a:ext cx="5725" cy="9200"/>
            </a:xfrm>
            <a:custGeom>
              <a:rect b="b" l="l" r="r" t="t"/>
              <a:pathLst>
                <a:path extrusionOk="0" fill="none" h="368" w="229">
                  <a:moveTo>
                    <a:pt x="1" y="1"/>
                  </a:moveTo>
                  <a:lnTo>
                    <a:pt x="1" y="1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228" y="368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4102675" y="748900"/>
              <a:ext cx="6350" cy="18675"/>
            </a:xfrm>
            <a:custGeom>
              <a:rect b="b" l="l" r="r" t="t"/>
              <a:pathLst>
                <a:path extrusionOk="0" h="747" w="254">
                  <a:moveTo>
                    <a:pt x="1" y="0"/>
                  </a:moveTo>
                  <a:lnTo>
                    <a:pt x="77" y="152"/>
                  </a:lnTo>
                  <a:lnTo>
                    <a:pt x="140" y="310"/>
                  </a:lnTo>
                  <a:lnTo>
                    <a:pt x="115" y="241"/>
                  </a:lnTo>
                  <a:lnTo>
                    <a:pt x="64" y="114"/>
                  </a:lnTo>
                  <a:lnTo>
                    <a:pt x="1" y="0"/>
                  </a:lnTo>
                  <a:close/>
                  <a:moveTo>
                    <a:pt x="140" y="310"/>
                  </a:moveTo>
                  <a:lnTo>
                    <a:pt x="156" y="354"/>
                  </a:lnTo>
                  <a:lnTo>
                    <a:pt x="153" y="342"/>
                  </a:lnTo>
                  <a:lnTo>
                    <a:pt x="140" y="310"/>
                  </a:lnTo>
                  <a:close/>
                  <a:moveTo>
                    <a:pt x="156" y="354"/>
                  </a:moveTo>
                  <a:lnTo>
                    <a:pt x="203" y="532"/>
                  </a:lnTo>
                  <a:lnTo>
                    <a:pt x="254" y="747"/>
                  </a:lnTo>
                  <a:lnTo>
                    <a:pt x="203" y="519"/>
                  </a:lnTo>
                  <a:lnTo>
                    <a:pt x="165" y="380"/>
                  </a:lnTo>
                  <a:lnTo>
                    <a:pt x="156" y="354"/>
                  </a:lnTo>
                  <a:close/>
                </a:path>
              </a:pathLst>
            </a:custGeom>
            <a:solidFill>
              <a:srgbClr val="DCA5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102675" y="748900"/>
              <a:ext cx="6350" cy="18675"/>
            </a:xfrm>
            <a:custGeom>
              <a:rect b="b" l="l" r="r" t="t"/>
              <a:pathLst>
                <a:path extrusionOk="0" fill="none" h="747" w="254">
                  <a:moveTo>
                    <a:pt x="1" y="0"/>
                  </a:moveTo>
                  <a:lnTo>
                    <a:pt x="1" y="0"/>
                  </a:lnTo>
                  <a:lnTo>
                    <a:pt x="64" y="114"/>
                  </a:lnTo>
                  <a:lnTo>
                    <a:pt x="115" y="241"/>
                  </a:lnTo>
                  <a:lnTo>
                    <a:pt x="165" y="380"/>
                  </a:lnTo>
                  <a:lnTo>
                    <a:pt x="203" y="519"/>
                  </a:lnTo>
                  <a:lnTo>
                    <a:pt x="203" y="519"/>
                  </a:lnTo>
                  <a:lnTo>
                    <a:pt x="254" y="747"/>
                  </a:lnTo>
                  <a:lnTo>
                    <a:pt x="254" y="747"/>
                  </a:lnTo>
                  <a:lnTo>
                    <a:pt x="203" y="532"/>
                  </a:lnTo>
                  <a:lnTo>
                    <a:pt x="153" y="342"/>
                  </a:lnTo>
                  <a:lnTo>
                    <a:pt x="77" y="15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4102675" y="748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4102675" y="748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40846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40846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40843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40843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408435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40840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40840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4084025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40837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40837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40837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40834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4083400" y="736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4090025" y="761850"/>
              <a:ext cx="20275" cy="94925"/>
            </a:xfrm>
            <a:custGeom>
              <a:rect b="b" l="l" r="r" t="t"/>
              <a:pathLst>
                <a:path extrusionOk="0" h="3797" w="811">
                  <a:moveTo>
                    <a:pt x="709" y="1"/>
                  </a:moveTo>
                  <a:lnTo>
                    <a:pt x="747" y="203"/>
                  </a:lnTo>
                  <a:lnTo>
                    <a:pt x="780" y="401"/>
                  </a:lnTo>
                  <a:lnTo>
                    <a:pt x="760" y="229"/>
                  </a:lnTo>
                  <a:lnTo>
                    <a:pt x="709" y="1"/>
                  </a:lnTo>
                  <a:close/>
                  <a:moveTo>
                    <a:pt x="780" y="401"/>
                  </a:moveTo>
                  <a:lnTo>
                    <a:pt x="785" y="444"/>
                  </a:lnTo>
                  <a:lnTo>
                    <a:pt x="792" y="545"/>
                  </a:lnTo>
                  <a:lnTo>
                    <a:pt x="785" y="431"/>
                  </a:lnTo>
                  <a:lnTo>
                    <a:pt x="780" y="401"/>
                  </a:lnTo>
                  <a:close/>
                  <a:moveTo>
                    <a:pt x="792" y="545"/>
                  </a:moveTo>
                  <a:lnTo>
                    <a:pt x="798" y="659"/>
                  </a:lnTo>
                  <a:lnTo>
                    <a:pt x="811" y="899"/>
                  </a:lnTo>
                  <a:lnTo>
                    <a:pt x="811" y="874"/>
                  </a:lnTo>
                  <a:lnTo>
                    <a:pt x="798" y="646"/>
                  </a:lnTo>
                  <a:lnTo>
                    <a:pt x="792" y="545"/>
                  </a:lnTo>
                  <a:close/>
                  <a:moveTo>
                    <a:pt x="811" y="1102"/>
                  </a:moveTo>
                  <a:lnTo>
                    <a:pt x="806" y="1187"/>
                  </a:lnTo>
                  <a:lnTo>
                    <a:pt x="811" y="1140"/>
                  </a:lnTo>
                  <a:lnTo>
                    <a:pt x="811" y="1102"/>
                  </a:lnTo>
                  <a:close/>
                  <a:moveTo>
                    <a:pt x="806" y="1187"/>
                  </a:moveTo>
                  <a:lnTo>
                    <a:pt x="785" y="1393"/>
                  </a:lnTo>
                  <a:lnTo>
                    <a:pt x="760" y="1646"/>
                  </a:lnTo>
                  <a:lnTo>
                    <a:pt x="747" y="1730"/>
                  </a:lnTo>
                  <a:lnTo>
                    <a:pt x="773" y="1570"/>
                  </a:lnTo>
                  <a:lnTo>
                    <a:pt x="798" y="1329"/>
                  </a:lnTo>
                  <a:lnTo>
                    <a:pt x="806" y="1187"/>
                  </a:lnTo>
                  <a:close/>
                  <a:moveTo>
                    <a:pt x="747" y="1730"/>
                  </a:moveTo>
                  <a:lnTo>
                    <a:pt x="735" y="1810"/>
                  </a:lnTo>
                  <a:lnTo>
                    <a:pt x="714" y="1939"/>
                  </a:lnTo>
                  <a:lnTo>
                    <a:pt x="722" y="1899"/>
                  </a:lnTo>
                  <a:lnTo>
                    <a:pt x="747" y="1730"/>
                  </a:lnTo>
                  <a:close/>
                  <a:moveTo>
                    <a:pt x="714" y="1939"/>
                  </a:moveTo>
                  <a:lnTo>
                    <a:pt x="685" y="2092"/>
                  </a:lnTo>
                  <a:lnTo>
                    <a:pt x="697" y="2050"/>
                  </a:lnTo>
                  <a:lnTo>
                    <a:pt x="714" y="1939"/>
                  </a:lnTo>
                  <a:close/>
                  <a:moveTo>
                    <a:pt x="685" y="2092"/>
                  </a:moveTo>
                  <a:lnTo>
                    <a:pt x="633" y="2278"/>
                  </a:lnTo>
                  <a:lnTo>
                    <a:pt x="570" y="2518"/>
                  </a:lnTo>
                  <a:lnTo>
                    <a:pt x="529" y="2667"/>
                  </a:lnTo>
                  <a:lnTo>
                    <a:pt x="532" y="2658"/>
                  </a:lnTo>
                  <a:lnTo>
                    <a:pt x="608" y="2417"/>
                  </a:lnTo>
                  <a:lnTo>
                    <a:pt x="671" y="2164"/>
                  </a:lnTo>
                  <a:lnTo>
                    <a:pt x="685" y="2092"/>
                  </a:lnTo>
                  <a:close/>
                  <a:moveTo>
                    <a:pt x="529" y="2667"/>
                  </a:moveTo>
                  <a:lnTo>
                    <a:pt x="450" y="2893"/>
                  </a:lnTo>
                  <a:lnTo>
                    <a:pt x="507" y="2746"/>
                  </a:lnTo>
                  <a:lnTo>
                    <a:pt x="529" y="2667"/>
                  </a:lnTo>
                  <a:close/>
                  <a:moveTo>
                    <a:pt x="450" y="2893"/>
                  </a:moveTo>
                  <a:lnTo>
                    <a:pt x="418" y="2974"/>
                  </a:lnTo>
                  <a:lnTo>
                    <a:pt x="330" y="3189"/>
                  </a:lnTo>
                  <a:lnTo>
                    <a:pt x="355" y="3138"/>
                  </a:lnTo>
                  <a:lnTo>
                    <a:pt x="444" y="2911"/>
                  </a:lnTo>
                  <a:lnTo>
                    <a:pt x="450" y="2893"/>
                  </a:lnTo>
                  <a:close/>
                  <a:moveTo>
                    <a:pt x="330" y="3189"/>
                  </a:moveTo>
                  <a:lnTo>
                    <a:pt x="241" y="3366"/>
                  </a:lnTo>
                  <a:lnTo>
                    <a:pt x="127" y="3581"/>
                  </a:lnTo>
                  <a:lnTo>
                    <a:pt x="1" y="3784"/>
                  </a:lnTo>
                  <a:lnTo>
                    <a:pt x="1" y="3796"/>
                  </a:lnTo>
                  <a:lnTo>
                    <a:pt x="127" y="3606"/>
                  </a:lnTo>
                  <a:lnTo>
                    <a:pt x="229" y="3404"/>
                  </a:lnTo>
                  <a:lnTo>
                    <a:pt x="330" y="3189"/>
                  </a:lnTo>
                  <a:close/>
                </a:path>
              </a:pathLst>
            </a:custGeom>
            <a:solidFill>
              <a:srgbClr val="E8A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4090025" y="761850"/>
              <a:ext cx="20275" cy="94925"/>
            </a:xfrm>
            <a:custGeom>
              <a:rect b="b" l="l" r="r" t="t"/>
              <a:pathLst>
                <a:path extrusionOk="0" fill="none" h="3797" w="811">
                  <a:moveTo>
                    <a:pt x="709" y="1"/>
                  </a:moveTo>
                  <a:lnTo>
                    <a:pt x="709" y="1"/>
                  </a:lnTo>
                  <a:lnTo>
                    <a:pt x="747" y="203"/>
                  </a:lnTo>
                  <a:lnTo>
                    <a:pt x="785" y="431"/>
                  </a:lnTo>
                  <a:lnTo>
                    <a:pt x="798" y="659"/>
                  </a:lnTo>
                  <a:lnTo>
                    <a:pt x="811" y="899"/>
                  </a:lnTo>
                  <a:lnTo>
                    <a:pt x="811" y="1140"/>
                  </a:lnTo>
                  <a:lnTo>
                    <a:pt x="785" y="1393"/>
                  </a:lnTo>
                  <a:lnTo>
                    <a:pt x="760" y="1646"/>
                  </a:lnTo>
                  <a:lnTo>
                    <a:pt x="722" y="1899"/>
                  </a:lnTo>
                  <a:lnTo>
                    <a:pt x="671" y="2164"/>
                  </a:lnTo>
                  <a:lnTo>
                    <a:pt x="608" y="2417"/>
                  </a:lnTo>
                  <a:lnTo>
                    <a:pt x="532" y="2658"/>
                  </a:lnTo>
                  <a:lnTo>
                    <a:pt x="444" y="2911"/>
                  </a:lnTo>
                  <a:lnTo>
                    <a:pt x="355" y="3138"/>
                  </a:lnTo>
                  <a:lnTo>
                    <a:pt x="241" y="3366"/>
                  </a:lnTo>
                  <a:lnTo>
                    <a:pt x="127" y="3581"/>
                  </a:lnTo>
                  <a:lnTo>
                    <a:pt x="1" y="3784"/>
                  </a:lnTo>
                  <a:lnTo>
                    <a:pt x="1" y="3784"/>
                  </a:lnTo>
                  <a:lnTo>
                    <a:pt x="1" y="3796"/>
                  </a:lnTo>
                  <a:lnTo>
                    <a:pt x="1" y="3796"/>
                  </a:lnTo>
                  <a:lnTo>
                    <a:pt x="127" y="3606"/>
                  </a:lnTo>
                  <a:lnTo>
                    <a:pt x="229" y="3404"/>
                  </a:lnTo>
                  <a:lnTo>
                    <a:pt x="330" y="3189"/>
                  </a:lnTo>
                  <a:lnTo>
                    <a:pt x="418" y="2974"/>
                  </a:lnTo>
                  <a:lnTo>
                    <a:pt x="507" y="2746"/>
                  </a:lnTo>
                  <a:lnTo>
                    <a:pt x="570" y="2518"/>
                  </a:lnTo>
                  <a:lnTo>
                    <a:pt x="633" y="2278"/>
                  </a:lnTo>
                  <a:lnTo>
                    <a:pt x="697" y="2050"/>
                  </a:lnTo>
                  <a:lnTo>
                    <a:pt x="735" y="1810"/>
                  </a:lnTo>
                  <a:lnTo>
                    <a:pt x="773" y="1570"/>
                  </a:lnTo>
                  <a:lnTo>
                    <a:pt x="798" y="1329"/>
                  </a:lnTo>
                  <a:lnTo>
                    <a:pt x="811" y="1102"/>
                  </a:lnTo>
                  <a:lnTo>
                    <a:pt x="811" y="874"/>
                  </a:lnTo>
                  <a:lnTo>
                    <a:pt x="798" y="646"/>
                  </a:lnTo>
                  <a:lnTo>
                    <a:pt x="785" y="444"/>
                  </a:lnTo>
                  <a:lnTo>
                    <a:pt x="760" y="229"/>
                  </a:lnTo>
                  <a:lnTo>
                    <a:pt x="760" y="229"/>
                  </a:lnTo>
                  <a:lnTo>
                    <a:pt x="70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996100" y="7492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3996100" y="7492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3996100" y="7492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3995775" y="749200"/>
              <a:ext cx="350" cy="25"/>
            </a:xfrm>
            <a:custGeom>
              <a:rect b="b" l="l" r="r" t="t"/>
              <a:pathLst>
                <a:path extrusionOk="0" fill="none" h="1" w="14">
                  <a:moveTo>
                    <a:pt x="1" y="1"/>
                  </a:moveTo>
                  <a:lnTo>
                    <a:pt x="1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3930625" y="640100"/>
              <a:ext cx="186950" cy="223300"/>
            </a:xfrm>
            <a:custGeom>
              <a:rect b="b" l="l" r="r" t="t"/>
              <a:pathLst>
                <a:path extrusionOk="0" h="8932" w="7478">
                  <a:moveTo>
                    <a:pt x="1" y="0"/>
                  </a:moveTo>
                  <a:lnTo>
                    <a:pt x="254" y="646"/>
                  </a:lnTo>
                  <a:lnTo>
                    <a:pt x="469" y="1126"/>
                  </a:lnTo>
                  <a:lnTo>
                    <a:pt x="709" y="1670"/>
                  </a:lnTo>
                  <a:lnTo>
                    <a:pt x="988" y="2227"/>
                  </a:lnTo>
                  <a:lnTo>
                    <a:pt x="1279" y="2771"/>
                  </a:lnTo>
                  <a:lnTo>
                    <a:pt x="1506" y="3138"/>
                  </a:lnTo>
                  <a:lnTo>
                    <a:pt x="1633" y="3353"/>
                  </a:lnTo>
                  <a:lnTo>
                    <a:pt x="1772" y="3555"/>
                  </a:lnTo>
                  <a:lnTo>
                    <a:pt x="1924" y="3745"/>
                  </a:lnTo>
                  <a:lnTo>
                    <a:pt x="2063" y="3909"/>
                  </a:lnTo>
                  <a:lnTo>
                    <a:pt x="2202" y="4061"/>
                  </a:lnTo>
                  <a:lnTo>
                    <a:pt x="2341" y="4188"/>
                  </a:lnTo>
                  <a:lnTo>
                    <a:pt x="2480" y="4289"/>
                  </a:lnTo>
                  <a:lnTo>
                    <a:pt x="2607" y="4365"/>
                  </a:lnTo>
                  <a:lnTo>
                    <a:pt x="2620" y="4365"/>
                  </a:lnTo>
                  <a:lnTo>
                    <a:pt x="2670" y="4706"/>
                  </a:lnTo>
                  <a:lnTo>
                    <a:pt x="2721" y="5061"/>
                  </a:lnTo>
                  <a:lnTo>
                    <a:pt x="2784" y="5453"/>
                  </a:lnTo>
                  <a:lnTo>
                    <a:pt x="2873" y="5845"/>
                  </a:lnTo>
                  <a:lnTo>
                    <a:pt x="2936" y="6035"/>
                  </a:lnTo>
                  <a:lnTo>
                    <a:pt x="2986" y="6199"/>
                  </a:lnTo>
                  <a:lnTo>
                    <a:pt x="3050" y="6338"/>
                  </a:lnTo>
                  <a:lnTo>
                    <a:pt x="3126" y="6440"/>
                  </a:lnTo>
                  <a:lnTo>
                    <a:pt x="3164" y="6478"/>
                  </a:lnTo>
                  <a:lnTo>
                    <a:pt x="3202" y="6516"/>
                  </a:lnTo>
                  <a:lnTo>
                    <a:pt x="3239" y="6528"/>
                  </a:lnTo>
                  <a:lnTo>
                    <a:pt x="3277" y="6541"/>
                  </a:lnTo>
                  <a:lnTo>
                    <a:pt x="3328" y="6516"/>
                  </a:lnTo>
                  <a:lnTo>
                    <a:pt x="3379" y="6478"/>
                  </a:lnTo>
                  <a:lnTo>
                    <a:pt x="3442" y="6402"/>
                  </a:lnTo>
                  <a:lnTo>
                    <a:pt x="3518" y="6313"/>
                  </a:lnTo>
                  <a:lnTo>
                    <a:pt x="3670" y="6060"/>
                  </a:lnTo>
                  <a:lnTo>
                    <a:pt x="3834" y="5744"/>
                  </a:lnTo>
                  <a:lnTo>
                    <a:pt x="4011" y="5377"/>
                  </a:lnTo>
                  <a:lnTo>
                    <a:pt x="4188" y="4959"/>
                  </a:lnTo>
                  <a:lnTo>
                    <a:pt x="4542" y="4112"/>
                  </a:lnTo>
                  <a:lnTo>
                    <a:pt x="4669" y="4061"/>
                  </a:lnTo>
                  <a:lnTo>
                    <a:pt x="4796" y="3998"/>
                  </a:lnTo>
                  <a:lnTo>
                    <a:pt x="4947" y="3960"/>
                  </a:lnTo>
                  <a:lnTo>
                    <a:pt x="5099" y="3909"/>
                  </a:lnTo>
                  <a:lnTo>
                    <a:pt x="5276" y="3884"/>
                  </a:lnTo>
                  <a:lnTo>
                    <a:pt x="5466" y="3859"/>
                  </a:lnTo>
                  <a:lnTo>
                    <a:pt x="5668" y="3846"/>
                  </a:lnTo>
                  <a:lnTo>
                    <a:pt x="5896" y="3834"/>
                  </a:lnTo>
                  <a:lnTo>
                    <a:pt x="6111" y="3846"/>
                  </a:lnTo>
                  <a:lnTo>
                    <a:pt x="6162" y="3846"/>
                  </a:lnTo>
                  <a:lnTo>
                    <a:pt x="6276" y="3859"/>
                  </a:lnTo>
                  <a:lnTo>
                    <a:pt x="6390" y="3897"/>
                  </a:lnTo>
                  <a:lnTo>
                    <a:pt x="6478" y="3947"/>
                  </a:lnTo>
                  <a:lnTo>
                    <a:pt x="6579" y="3998"/>
                  </a:lnTo>
                  <a:lnTo>
                    <a:pt x="6655" y="4074"/>
                  </a:lnTo>
                  <a:lnTo>
                    <a:pt x="6744" y="4150"/>
                  </a:lnTo>
                  <a:lnTo>
                    <a:pt x="6807" y="4238"/>
                  </a:lnTo>
                  <a:lnTo>
                    <a:pt x="6883" y="4340"/>
                  </a:lnTo>
                  <a:lnTo>
                    <a:pt x="6883" y="4352"/>
                  </a:lnTo>
                  <a:lnTo>
                    <a:pt x="6959" y="4504"/>
                  </a:lnTo>
                  <a:lnTo>
                    <a:pt x="7035" y="4694"/>
                  </a:lnTo>
                  <a:lnTo>
                    <a:pt x="7085" y="4884"/>
                  </a:lnTo>
                  <a:lnTo>
                    <a:pt x="7136" y="5099"/>
                  </a:lnTo>
                  <a:lnTo>
                    <a:pt x="7161" y="5314"/>
                  </a:lnTo>
                  <a:lnTo>
                    <a:pt x="7174" y="5516"/>
                  </a:lnTo>
                  <a:lnTo>
                    <a:pt x="7187" y="5744"/>
                  </a:lnTo>
                  <a:lnTo>
                    <a:pt x="7187" y="5972"/>
                  </a:lnTo>
                  <a:lnTo>
                    <a:pt x="7174" y="6199"/>
                  </a:lnTo>
                  <a:lnTo>
                    <a:pt x="7149" y="6440"/>
                  </a:lnTo>
                  <a:lnTo>
                    <a:pt x="7111" y="6680"/>
                  </a:lnTo>
                  <a:lnTo>
                    <a:pt x="7073" y="6920"/>
                  </a:lnTo>
                  <a:lnTo>
                    <a:pt x="7009" y="7148"/>
                  </a:lnTo>
                  <a:lnTo>
                    <a:pt x="6946" y="7388"/>
                  </a:lnTo>
                  <a:lnTo>
                    <a:pt x="6883" y="7616"/>
                  </a:lnTo>
                  <a:lnTo>
                    <a:pt x="6794" y="7844"/>
                  </a:lnTo>
                  <a:lnTo>
                    <a:pt x="6706" y="8059"/>
                  </a:lnTo>
                  <a:lnTo>
                    <a:pt x="6605" y="8274"/>
                  </a:lnTo>
                  <a:lnTo>
                    <a:pt x="6503" y="8476"/>
                  </a:lnTo>
                  <a:lnTo>
                    <a:pt x="6377" y="8666"/>
                  </a:lnTo>
                  <a:lnTo>
                    <a:pt x="6491" y="8692"/>
                  </a:lnTo>
                  <a:lnTo>
                    <a:pt x="7224" y="8932"/>
                  </a:lnTo>
                  <a:lnTo>
                    <a:pt x="7326" y="8401"/>
                  </a:lnTo>
                  <a:lnTo>
                    <a:pt x="7414" y="7869"/>
                  </a:lnTo>
                  <a:lnTo>
                    <a:pt x="7452" y="7325"/>
                  </a:lnTo>
                  <a:lnTo>
                    <a:pt x="7478" y="6807"/>
                  </a:lnTo>
                  <a:lnTo>
                    <a:pt x="7478" y="6275"/>
                  </a:lnTo>
                  <a:lnTo>
                    <a:pt x="7465" y="5769"/>
                  </a:lnTo>
                  <a:lnTo>
                    <a:pt x="7427" y="5250"/>
                  </a:lnTo>
                  <a:lnTo>
                    <a:pt x="7364" y="4757"/>
                  </a:lnTo>
                  <a:lnTo>
                    <a:pt x="7288" y="4264"/>
                  </a:lnTo>
                  <a:lnTo>
                    <a:pt x="7199" y="3783"/>
                  </a:lnTo>
                  <a:lnTo>
                    <a:pt x="7098" y="3315"/>
                  </a:lnTo>
                  <a:lnTo>
                    <a:pt x="6984" y="2859"/>
                  </a:lnTo>
                  <a:lnTo>
                    <a:pt x="6870" y="2417"/>
                  </a:lnTo>
                  <a:lnTo>
                    <a:pt x="6744" y="1987"/>
                  </a:lnTo>
                  <a:lnTo>
                    <a:pt x="6605" y="1582"/>
                  </a:lnTo>
                  <a:lnTo>
                    <a:pt x="6478" y="1190"/>
                  </a:lnTo>
                  <a:lnTo>
                    <a:pt x="5668" y="1063"/>
                  </a:lnTo>
                  <a:lnTo>
                    <a:pt x="4859" y="924"/>
                  </a:lnTo>
                  <a:lnTo>
                    <a:pt x="4049" y="772"/>
                  </a:lnTo>
                  <a:lnTo>
                    <a:pt x="3239" y="620"/>
                  </a:lnTo>
                  <a:lnTo>
                    <a:pt x="1620" y="304"/>
                  </a:lnTo>
                  <a:lnTo>
                    <a:pt x="810" y="1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3930625" y="640100"/>
              <a:ext cx="186950" cy="223300"/>
            </a:xfrm>
            <a:custGeom>
              <a:rect b="b" l="l" r="r" t="t"/>
              <a:pathLst>
                <a:path extrusionOk="0" fill="none" h="8932" w="7478">
                  <a:moveTo>
                    <a:pt x="1" y="0"/>
                  </a:moveTo>
                  <a:lnTo>
                    <a:pt x="1" y="0"/>
                  </a:lnTo>
                  <a:lnTo>
                    <a:pt x="254" y="646"/>
                  </a:lnTo>
                  <a:lnTo>
                    <a:pt x="254" y="646"/>
                  </a:lnTo>
                  <a:lnTo>
                    <a:pt x="469" y="1126"/>
                  </a:lnTo>
                  <a:lnTo>
                    <a:pt x="709" y="1670"/>
                  </a:lnTo>
                  <a:lnTo>
                    <a:pt x="988" y="2227"/>
                  </a:lnTo>
                  <a:lnTo>
                    <a:pt x="1279" y="2771"/>
                  </a:lnTo>
                  <a:lnTo>
                    <a:pt x="1279" y="2771"/>
                  </a:lnTo>
                  <a:lnTo>
                    <a:pt x="1506" y="3138"/>
                  </a:lnTo>
                  <a:lnTo>
                    <a:pt x="1506" y="3138"/>
                  </a:lnTo>
                  <a:lnTo>
                    <a:pt x="1633" y="3353"/>
                  </a:lnTo>
                  <a:lnTo>
                    <a:pt x="1772" y="3555"/>
                  </a:lnTo>
                  <a:lnTo>
                    <a:pt x="1924" y="3745"/>
                  </a:lnTo>
                  <a:lnTo>
                    <a:pt x="2063" y="3909"/>
                  </a:lnTo>
                  <a:lnTo>
                    <a:pt x="2202" y="4061"/>
                  </a:lnTo>
                  <a:lnTo>
                    <a:pt x="2341" y="4188"/>
                  </a:lnTo>
                  <a:lnTo>
                    <a:pt x="2480" y="4289"/>
                  </a:lnTo>
                  <a:lnTo>
                    <a:pt x="2607" y="4365"/>
                  </a:lnTo>
                  <a:lnTo>
                    <a:pt x="2607" y="4365"/>
                  </a:lnTo>
                  <a:lnTo>
                    <a:pt x="2607" y="4365"/>
                  </a:lnTo>
                  <a:lnTo>
                    <a:pt x="2607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20" y="4365"/>
                  </a:lnTo>
                  <a:lnTo>
                    <a:pt x="2670" y="4706"/>
                  </a:lnTo>
                  <a:lnTo>
                    <a:pt x="2721" y="5061"/>
                  </a:lnTo>
                  <a:lnTo>
                    <a:pt x="2784" y="5453"/>
                  </a:lnTo>
                  <a:lnTo>
                    <a:pt x="2873" y="5845"/>
                  </a:lnTo>
                  <a:lnTo>
                    <a:pt x="2936" y="6035"/>
                  </a:lnTo>
                  <a:lnTo>
                    <a:pt x="2986" y="6199"/>
                  </a:lnTo>
                  <a:lnTo>
                    <a:pt x="3050" y="6338"/>
                  </a:lnTo>
                  <a:lnTo>
                    <a:pt x="3126" y="6440"/>
                  </a:lnTo>
                  <a:lnTo>
                    <a:pt x="3164" y="6478"/>
                  </a:lnTo>
                  <a:lnTo>
                    <a:pt x="3202" y="6516"/>
                  </a:lnTo>
                  <a:lnTo>
                    <a:pt x="3239" y="6528"/>
                  </a:lnTo>
                  <a:lnTo>
                    <a:pt x="3277" y="6541"/>
                  </a:lnTo>
                  <a:lnTo>
                    <a:pt x="3277" y="6541"/>
                  </a:lnTo>
                  <a:lnTo>
                    <a:pt x="3328" y="6516"/>
                  </a:lnTo>
                  <a:lnTo>
                    <a:pt x="3379" y="6478"/>
                  </a:lnTo>
                  <a:lnTo>
                    <a:pt x="3442" y="6402"/>
                  </a:lnTo>
                  <a:lnTo>
                    <a:pt x="3518" y="6313"/>
                  </a:lnTo>
                  <a:lnTo>
                    <a:pt x="3670" y="6060"/>
                  </a:lnTo>
                  <a:lnTo>
                    <a:pt x="3834" y="5744"/>
                  </a:lnTo>
                  <a:lnTo>
                    <a:pt x="4011" y="5377"/>
                  </a:lnTo>
                  <a:lnTo>
                    <a:pt x="4188" y="4959"/>
                  </a:lnTo>
                  <a:lnTo>
                    <a:pt x="4542" y="4112"/>
                  </a:lnTo>
                  <a:lnTo>
                    <a:pt x="4542" y="4112"/>
                  </a:lnTo>
                  <a:lnTo>
                    <a:pt x="4669" y="4061"/>
                  </a:lnTo>
                  <a:lnTo>
                    <a:pt x="4796" y="3998"/>
                  </a:lnTo>
                  <a:lnTo>
                    <a:pt x="4947" y="3960"/>
                  </a:lnTo>
                  <a:lnTo>
                    <a:pt x="5099" y="3909"/>
                  </a:lnTo>
                  <a:lnTo>
                    <a:pt x="5276" y="3884"/>
                  </a:lnTo>
                  <a:lnTo>
                    <a:pt x="5466" y="3859"/>
                  </a:lnTo>
                  <a:lnTo>
                    <a:pt x="5668" y="3846"/>
                  </a:lnTo>
                  <a:lnTo>
                    <a:pt x="5896" y="3834"/>
                  </a:lnTo>
                  <a:lnTo>
                    <a:pt x="5896" y="3834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11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24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37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49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162" y="3846"/>
                  </a:lnTo>
                  <a:lnTo>
                    <a:pt x="6276" y="3859"/>
                  </a:lnTo>
                  <a:lnTo>
                    <a:pt x="6390" y="3897"/>
                  </a:lnTo>
                  <a:lnTo>
                    <a:pt x="6478" y="3947"/>
                  </a:lnTo>
                  <a:lnTo>
                    <a:pt x="6579" y="3998"/>
                  </a:lnTo>
                  <a:lnTo>
                    <a:pt x="6655" y="4074"/>
                  </a:lnTo>
                  <a:lnTo>
                    <a:pt x="6744" y="4150"/>
                  </a:lnTo>
                  <a:lnTo>
                    <a:pt x="6807" y="4238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40"/>
                  </a:lnTo>
                  <a:lnTo>
                    <a:pt x="6883" y="4352"/>
                  </a:lnTo>
                  <a:lnTo>
                    <a:pt x="6883" y="4352"/>
                  </a:lnTo>
                  <a:lnTo>
                    <a:pt x="6959" y="4504"/>
                  </a:lnTo>
                  <a:lnTo>
                    <a:pt x="7035" y="4694"/>
                  </a:lnTo>
                  <a:lnTo>
                    <a:pt x="7085" y="4884"/>
                  </a:lnTo>
                  <a:lnTo>
                    <a:pt x="7136" y="5099"/>
                  </a:lnTo>
                  <a:lnTo>
                    <a:pt x="7136" y="5099"/>
                  </a:lnTo>
                  <a:lnTo>
                    <a:pt x="7161" y="5314"/>
                  </a:lnTo>
                  <a:lnTo>
                    <a:pt x="7174" y="5516"/>
                  </a:lnTo>
                  <a:lnTo>
                    <a:pt x="7187" y="5744"/>
                  </a:lnTo>
                  <a:lnTo>
                    <a:pt x="7187" y="5972"/>
                  </a:lnTo>
                  <a:lnTo>
                    <a:pt x="7174" y="6199"/>
                  </a:lnTo>
                  <a:lnTo>
                    <a:pt x="7149" y="6440"/>
                  </a:lnTo>
                  <a:lnTo>
                    <a:pt x="7111" y="6680"/>
                  </a:lnTo>
                  <a:lnTo>
                    <a:pt x="7073" y="6920"/>
                  </a:lnTo>
                  <a:lnTo>
                    <a:pt x="7009" y="7148"/>
                  </a:lnTo>
                  <a:lnTo>
                    <a:pt x="6946" y="7388"/>
                  </a:lnTo>
                  <a:lnTo>
                    <a:pt x="6883" y="7616"/>
                  </a:lnTo>
                  <a:lnTo>
                    <a:pt x="6794" y="7844"/>
                  </a:lnTo>
                  <a:lnTo>
                    <a:pt x="6706" y="8059"/>
                  </a:lnTo>
                  <a:lnTo>
                    <a:pt x="6605" y="8274"/>
                  </a:lnTo>
                  <a:lnTo>
                    <a:pt x="6503" y="8476"/>
                  </a:lnTo>
                  <a:lnTo>
                    <a:pt x="6377" y="8666"/>
                  </a:lnTo>
                  <a:lnTo>
                    <a:pt x="6377" y="8666"/>
                  </a:lnTo>
                  <a:lnTo>
                    <a:pt x="6491" y="8692"/>
                  </a:lnTo>
                  <a:lnTo>
                    <a:pt x="6491" y="8692"/>
                  </a:lnTo>
                  <a:lnTo>
                    <a:pt x="7224" y="8932"/>
                  </a:lnTo>
                  <a:lnTo>
                    <a:pt x="7224" y="8932"/>
                  </a:lnTo>
                  <a:lnTo>
                    <a:pt x="7326" y="8401"/>
                  </a:lnTo>
                  <a:lnTo>
                    <a:pt x="7414" y="7869"/>
                  </a:lnTo>
                  <a:lnTo>
                    <a:pt x="7452" y="7325"/>
                  </a:lnTo>
                  <a:lnTo>
                    <a:pt x="7478" y="6807"/>
                  </a:lnTo>
                  <a:lnTo>
                    <a:pt x="7478" y="6275"/>
                  </a:lnTo>
                  <a:lnTo>
                    <a:pt x="7465" y="5769"/>
                  </a:lnTo>
                  <a:lnTo>
                    <a:pt x="7427" y="5250"/>
                  </a:lnTo>
                  <a:lnTo>
                    <a:pt x="7364" y="4757"/>
                  </a:lnTo>
                  <a:lnTo>
                    <a:pt x="7288" y="4264"/>
                  </a:lnTo>
                  <a:lnTo>
                    <a:pt x="7199" y="3783"/>
                  </a:lnTo>
                  <a:lnTo>
                    <a:pt x="7098" y="3315"/>
                  </a:lnTo>
                  <a:lnTo>
                    <a:pt x="6984" y="2859"/>
                  </a:lnTo>
                  <a:lnTo>
                    <a:pt x="6870" y="2417"/>
                  </a:lnTo>
                  <a:lnTo>
                    <a:pt x="6744" y="1987"/>
                  </a:lnTo>
                  <a:lnTo>
                    <a:pt x="6605" y="1582"/>
                  </a:lnTo>
                  <a:lnTo>
                    <a:pt x="6478" y="1190"/>
                  </a:lnTo>
                  <a:lnTo>
                    <a:pt x="6478" y="1190"/>
                  </a:lnTo>
                  <a:lnTo>
                    <a:pt x="5668" y="1063"/>
                  </a:lnTo>
                  <a:lnTo>
                    <a:pt x="4859" y="924"/>
                  </a:lnTo>
                  <a:lnTo>
                    <a:pt x="4049" y="772"/>
                  </a:lnTo>
                  <a:lnTo>
                    <a:pt x="3239" y="620"/>
                  </a:lnTo>
                  <a:lnTo>
                    <a:pt x="1620" y="304"/>
                  </a:lnTo>
                  <a:lnTo>
                    <a:pt x="810" y="1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3537200" y="513275"/>
              <a:ext cx="533875" cy="168900"/>
            </a:xfrm>
            <a:custGeom>
              <a:rect b="b" l="l" r="r" t="t"/>
              <a:pathLst>
                <a:path extrusionOk="0" h="6756" w="21355">
                  <a:moveTo>
                    <a:pt x="20153" y="0"/>
                  </a:moveTo>
                  <a:lnTo>
                    <a:pt x="19951" y="114"/>
                  </a:lnTo>
                  <a:lnTo>
                    <a:pt x="19723" y="215"/>
                  </a:lnTo>
                  <a:lnTo>
                    <a:pt x="19482" y="317"/>
                  </a:lnTo>
                  <a:lnTo>
                    <a:pt x="19229" y="405"/>
                  </a:lnTo>
                  <a:lnTo>
                    <a:pt x="18698" y="595"/>
                  </a:lnTo>
                  <a:lnTo>
                    <a:pt x="18104" y="772"/>
                  </a:lnTo>
                  <a:lnTo>
                    <a:pt x="17471" y="924"/>
                  </a:lnTo>
                  <a:lnTo>
                    <a:pt x="16813" y="1076"/>
                  </a:lnTo>
                  <a:lnTo>
                    <a:pt x="16105" y="1215"/>
                  </a:lnTo>
                  <a:lnTo>
                    <a:pt x="15384" y="1341"/>
                  </a:lnTo>
                  <a:lnTo>
                    <a:pt x="14625" y="1455"/>
                  </a:lnTo>
                  <a:lnTo>
                    <a:pt x="13853" y="1556"/>
                  </a:lnTo>
                  <a:lnTo>
                    <a:pt x="13068" y="1658"/>
                  </a:lnTo>
                  <a:lnTo>
                    <a:pt x="12271" y="1733"/>
                  </a:lnTo>
                  <a:lnTo>
                    <a:pt x="11474" y="1822"/>
                  </a:lnTo>
                  <a:lnTo>
                    <a:pt x="10677" y="1885"/>
                  </a:lnTo>
                  <a:lnTo>
                    <a:pt x="9083" y="1999"/>
                  </a:lnTo>
                  <a:lnTo>
                    <a:pt x="7540" y="2088"/>
                  </a:lnTo>
                  <a:lnTo>
                    <a:pt x="6098" y="2151"/>
                  </a:lnTo>
                  <a:lnTo>
                    <a:pt x="4769" y="2202"/>
                  </a:lnTo>
                  <a:lnTo>
                    <a:pt x="3593" y="2227"/>
                  </a:lnTo>
                  <a:lnTo>
                    <a:pt x="1885" y="2252"/>
                  </a:lnTo>
                  <a:lnTo>
                    <a:pt x="1253" y="2252"/>
                  </a:lnTo>
                  <a:lnTo>
                    <a:pt x="0" y="6756"/>
                  </a:lnTo>
                  <a:lnTo>
                    <a:pt x="1442" y="6680"/>
                  </a:lnTo>
                  <a:lnTo>
                    <a:pt x="3036" y="6591"/>
                  </a:lnTo>
                  <a:lnTo>
                    <a:pt x="5023" y="6503"/>
                  </a:lnTo>
                  <a:lnTo>
                    <a:pt x="7249" y="6402"/>
                  </a:lnTo>
                  <a:lnTo>
                    <a:pt x="9577" y="6313"/>
                  </a:lnTo>
                  <a:lnTo>
                    <a:pt x="11867" y="6263"/>
                  </a:lnTo>
                  <a:lnTo>
                    <a:pt x="12942" y="6237"/>
                  </a:lnTo>
                  <a:lnTo>
                    <a:pt x="13967" y="6237"/>
                  </a:lnTo>
                  <a:lnTo>
                    <a:pt x="14447" y="6225"/>
                  </a:lnTo>
                  <a:lnTo>
                    <a:pt x="14903" y="6212"/>
                  </a:lnTo>
                  <a:lnTo>
                    <a:pt x="15346" y="6187"/>
                  </a:lnTo>
                  <a:lnTo>
                    <a:pt x="15776" y="6136"/>
                  </a:lnTo>
                  <a:lnTo>
                    <a:pt x="16193" y="6085"/>
                  </a:lnTo>
                  <a:lnTo>
                    <a:pt x="16585" y="6035"/>
                  </a:lnTo>
                  <a:lnTo>
                    <a:pt x="16952" y="5972"/>
                  </a:lnTo>
                  <a:lnTo>
                    <a:pt x="17319" y="5896"/>
                  </a:lnTo>
                  <a:lnTo>
                    <a:pt x="17661" y="5807"/>
                  </a:lnTo>
                  <a:lnTo>
                    <a:pt x="17990" y="5719"/>
                  </a:lnTo>
                  <a:lnTo>
                    <a:pt x="18293" y="5630"/>
                  </a:lnTo>
                  <a:lnTo>
                    <a:pt x="18597" y="5541"/>
                  </a:lnTo>
                  <a:lnTo>
                    <a:pt x="18875" y="5440"/>
                  </a:lnTo>
                  <a:lnTo>
                    <a:pt x="19128" y="5339"/>
                  </a:lnTo>
                  <a:lnTo>
                    <a:pt x="19609" y="5137"/>
                  </a:lnTo>
                  <a:lnTo>
                    <a:pt x="20026" y="4922"/>
                  </a:lnTo>
                  <a:lnTo>
                    <a:pt x="20393" y="4732"/>
                  </a:lnTo>
                  <a:lnTo>
                    <a:pt x="20684" y="4542"/>
                  </a:lnTo>
                  <a:lnTo>
                    <a:pt x="20925" y="4378"/>
                  </a:lnTo>
                  <a:lnTo>
                    <a:pt x="21114" y="4238"/>
                  </a:lnTo>
                  <a:lnTo>
                    <a:pt x="21241" y="4125"/>
                  </a:lnTo>
                  <a:lnTo>
                    <a:pt x="21355" y="4023"/>
                  </a:lnTo>
                  <a:lnTo>
                    <a:pt x="201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3452125" y="238125"/>
              <a:ext cx="666075" cy="443750"/>
            </a:xfrm>
            <a:custGeom>
              <a:rect b="b" l="l" r="r" t="t"/>
              <a:pathLst>
                <a:path extrusionOk="0" h="17750" w="26643">
                  <a:moveTo>
                    <a:pt x="13119" y="0"/>
                  </a:moveTo>
                  <a:lnTo>
                    <a:pt x="12714" y="13"/>
                  </a:lnTo>
                  <a:lnTo>
                    <a:pt x="12284" y="38"/>
                  </a:lnTo>
                  <a:lnTo>
                    <a:pt x="11867" y="76"/>
                  </a:lnTo>
                  <a:lnTo>
                    <a:pt x="11449" y="127"/>
                  </a:lnTo>
                  <a:lnTo>
                    <a:pt x="11032" y="190"/>
                  </a:lnTo>
                  <a:lnTo>
                    <a:pt x="10614" y="278"/>
                  </a:lnTo>
                  <a:lnTo>
                    <a:pt x="10197" y="367"/>
                  </a:lnTo>
                  <a:lnTo>
                    <a:pt x="9792" y="481"/>
                  </a:lnTo>
                  <a:lnTo>
                    <a:pt x="9387" y="620"/>
                  </a:lnTo>
                  <a:lnTo>
                    <a:pt x="9007" y="772"/>
                  </a:lnTo>
                  <a:lnTo>
                    <a:pt x="8628" y="936"/>
                  </a:lnTo>
                  <a:lnTo>
                    <a:pt x="8261" y="1139"/>
                  </a:lnTo>
                  <a:lnTo>
                    <a:pt x="7919" y="1354"/>
                  </a:lnTo>
                  <a:lnTo>
                    <a:pt x="7755" y="1468"/>
                  </a:lnTo>
                  <a:lnTo>
                    <a:pt x="7591" y="1594"/>
                  </a:lnTo>
                  <a:lnTo>
                    <a:pt x="7287" y="1847"/>
                  </a:lnTo>
                  <a:lnTo>
                    <a:pt x="7009" y="2087"/>
                  </a:lnTo>
                  <a:lnTo>
                    <a:pt x="6490" y="2543"/>
                  </a:lnTo>
                  <a:lnTo>
                    <a:pt x="6047" y="2986"/>
                  </a:lnTo>
                  <a:lnTo>
                    <a:pt x="5642" y="3403"/>
                  </a:lnTo>
                  <a:lnTo>
                    <a:pt x="5301" y="3808"/>
                  </a:lnTo>
                  <a:lnTo>
                    <a:pt x="4997" y="4175"/>
                  </a:lnTo>
                  <a:lnTo>
                    <a:pt x="4719" y="4529"/>
                  </a:lnTo>
                  <a:lnTo>
                    <a:pt x="4478" y="4858"/>
                  </a:lnTo>
                  <a:lnTo>
                    <a:pt x="4036" y="5465"/>
                  </a:lnTo>
                  <a:lnTo>
                    <a:pt x="3833" y="5731"/>
                  </a:lnTo>
                  <a:lnTo>
                    <a:pt x="3618" y="5984"/>
                  </a:lnTo>
                  <a:lnTo>
                    <a:pt x="3403" y="6212"/>
                  </a:lnTo>
                  <a:lnTo>
                    <a:pt x="3163" y="6414"/>
                  </a:lnTo>
                  <a:lnTo>
                    <a:pt x="3036" y="6515"/>
                  </a:lnTo>
                  <a:lnTo>
                    <a:pt x="2897" y="6604"/>
                  </a:lnTo>
                  <a:lnTo>
                    <a:pt x="2758" y="6692"/>
                  </a:lnTo>
                  <a:lnTo>
                    <a:pt x="2606" y="6768"/>
                  </a:lnTo>
                  <a:lnTo>
                    <a:pt x="2442" y="6857"/>
                  </a:lnTo>
                  <a:lnTo>
                    <a:pt x="2290" y="6958"/>
                  </a:lnTo>
                  <a:lnTo>
                    <a:pt x="2151" y="7059"/>
                  </a:lnTo>
                  <a:lnTo>
                    <a:pt x="1999" y="7186"/>
                  </a:lnTo>
                  <a:lnTo>
                    <a:pt x="1847" y="7325"/>
                  </a:lnTo>
                  <a:lnTo>
                    <a:pt x="1708" y="7464"/>
                  </a:lnTo>
                  <a:lnTo>
                    <a:pt x="1569" y="7616"/>
                  </a:lnTo>
                  <a:lnTo>
                    <a:pt x="1442" y="7780"/>
                  </a:lnTo>
                  <a:lnTo>
                    <a:pt x="1177" y="8122"/>
                  </a:lnTo>
                  <a:lnTo>
                    <a:pt x="949" y="8489"/>
                  </a:lnTo>
                  <a:lnTo>
                    <a:pt x="734" y="8868"/>
                  </a:lnTo>
                  <a:lnTo>
                    <a:pt x="531" y="9248"/>
                  </a:lnTo>
                  <a:lnTo>
                    <a:pt x="367" y="9640"/>
                  </a:lnTo>
                  <a:lnTo>
                    <a:pt x="228" y="10007"/>
                  </a:lnTo>
                  <a:lnTo>
                    <a:pt x="127" y="10374"/>
                  </a:lnTo>
                  <a:lnTo>
                    <a:pt x="51" y="10715"/>
                  </a:lnTo>
                  <a:lnTo>
                    <a:pt x="25" y="10880"/>
                  </a:lnTo>
                  <a:lnTo>
                    <a:pt x="13" y="11032"/>
                  </a:lnTo>
                  <a:lnTo>
                    <a:pt x="0" y="11171"/>
                  </a:lnTo>
                  <a:lnTo>
                    <a:pt x="13" y="11297"/>
                  </a:lnTo>
                  <a:lnTo>
                    <a:pt x="25" y="11424"/>
                  </a:lnTo>
                  <a:lnTo>
                    <a:pt x="51" y="11525"/>
                  </a:lnTo>
                  <a:lnTo>
                    <a:pt x="76" y="11626"/>
                  </a:lnTo>
                  <a:lnTo>
                    <a:pt x="127" y="11702"/>
                  </a:lnTo>
                  <a:lnTo>
                    <a:pt x="114" y="11879"/>
                  </a:lnTo>
                  <a:lnTo>
                    <a:pt x="101" y="12094"/>
                  </a:lnTo>
                  <a:lnTo>
                    <a:pt x="101" y="12360"/>
                  </a:lnTo>
                  <a:lnTo>
                    <a:pt x="114" y="12676"/>
                  </a:lnTo>
                  <a:lnTo>
                    <a:pt x="127" y="13043"/>
                  </a:lnTo>
                  <a:lnTo>
                    <a:pt x="177" y="13435"/>
                  </a:lnTo>
                  <a:lnTo>
                    <a:pt x="253" y="13840"/>
                  </a:lnTo>
                  <a:lnTo>
                    <a:pt x="291" y="14055"/>
                  </a:lnTo>
                  <a:lnTo>
                    <a:pt x="354" y="14270"/>
                  </a:lnTo>
                  <a:lnTo>
                    <a:pt x="417" y="14485"/>
                  </a:lnTo>
                  <a:lnTo>
                    <a:pt x="481" y="14688"/>
                  </a:lnTo>
                  <a:lnTo>
                    <a:pt x="569" y="14903"/>
                  </a:lnTo>
                  <a:lnTo>
                    <a:pt x="671" y="15105"/>
                  </a:lnTo>
                  <a:lnTo>
                    <a:pt x="772" y="15295"/>
                  </a:lnTo>
                  <a:lnTo>
                    <a:pt x="886" y="15485"/>
                  </a:lnTo>
                  <a:lnTo>
                    <a:pt x="1025" y="15675"/>
                  </a:lnTo>
                  <a:lnTo>
                    <a:pt x="1164" y="15839"/>
                  </a:lnTo>
                  <a:lnTo>
                    <a:pt x="1328" y="16003"/>
                  </a:lnTo>
                  <a:lnTo>
                    <a:pt x="1505" y="16155"/>
                  </a:lnTo>
                  <a:lnTo>
                    <a:pt x="1695" y="16294"/>
                  </a:lnTo>
                  <a:lnTo>
                    <a:pt x="1898" y="16408"/>
                  </a:lnTo>
                  <a:lnTo>
                    <a:pt x="2113" y="16509"/>
                  </a:lnTo>
                  <a:lnTo>
                    <a:pt x="2353" y="16598"/>
                  </a:lnTo>
                  <a:lnTo>
                    <a:pt x="2505" y="16674"/>
                  </a:lnTo>
                  <a:lnTo>
                    <a:pt x="2935" y="16876"/>
                  </a:lnTo>
                  <a:lnTo>
                    <a:pt x="3239" y="17003"/>
                  </a:lnTo>
                  <a:lnTo>
                    <a:pt x="3593" y="17142"/>
                  </a:lnTo>
                  <a:lnTo>
                    <a:pt x="3998" y="17281"/>
                  </a:lnTo>
                  <a:lnTo>
                    <a:pt x="4440" y="17420"/>
                  </a:lnTo>
                  <a:lnTo>
                    <a:pt x="4921" y="17534"/>
                  </a:lnTo>
                  <a:lnTo>
                    <a:pt x="5440" y="17635"/>
                  </a:lnTo>
                  <a:lnTo>
                    <a:pt x="5706" y="17673"/>
                  </a:lnTo>
                  <a:lnTo>
                    <a:pt x="5984" y="17711"/>
                  </a:lnTo>
                  <a:lnTo>
                    <a:pt x="6262" y="17737"/>
                  </a:lnTo>
                  <a:lnTo>
                    <a:pt x="6541" y="17749"/>
                  </a:lnTo>
                  <a:lnTo>
                    <a:pt x="7122" y="17749"/>
                  </a:lnTo>
                  <a:lnTo>
                    <a:pt x="7413" y="17724"/>
                  </a:lnTo>
                  <a:lnTo>
                    <a:pt x="7704" y="17686"/>
                  </a:lnTo>
                  <a:lnTo>
                    <a:pt x="7995" y="17648"/>
                  </a:lnTo>
                  <a:lnTo>
                    <a:pt x="8299" y="17585"/>
                  </a:lnTo>
                  <a:lnTo>
                    <a:pt x="8590" y="17509"/>
                  </a:lnTo>
                  <a:lnTo>
                    <a:pt x="8894" y="17408"/>
                  </a:lnTo>
                  <a:lnTo>
                    <a:pt x="9450" y="17205"/>
                  </a:lnTo>
                  <a:lnTo>
                    <a:pt x="9944" y="17003"/>
                  </a:lnTo>
                  <a:lnTo>
                    <a:pt x="10374" y="16813"/>
                  </a:lnTo>
                  <a:lnTo>
                    <a:pt x="10741" y="16623"/>
                  </a:lnTo>
                  <a:lnTo>
                    <a:pt x="11057" y="16434"/>
                  </a:lnTo>
                  <a:lnTo>
                    <a:pt x="11335" y="16256"/>
                  </a:lnTo>
                  <a:lnTo>
                    <a:pt x="11550" y="16105"/>
                  </a:lnTo>
                  <a:lnTo>
                    <a:pt x="11727" y="15953"/>
                  </a:lnTo>
                  <a:lnTo>
                    <a:pt x="11867" y="15814"/>
                  </a:lnTo>
                  <a:lnTo>
                    <a:pt x="11980" y="15687"/>
                  </a:lnTo>
                  <a:lnTo>
                    <a:pt x="12056" y="15573"/>
                  </a:lnTo>
                  <a:lnTo>
                    <a:pt x="12120" y="15485"/>
                  </a:lnTo>
                  <a:lnTo>
                    <a:pt x="12158" y="15409"/>
                  </a:lnTo>
                  <a:lnTo>
                    <a:pt x="12170" y="15358"/>
                  </a:lnTo>
                  <a:lnTo>
                    <a:pt x="12183" y="15308"/>
                  </a:lnTo>
                  <a:lnTo>
                    <a:pt x="12233" y="15384"/>
                  </a:lnTo>
                  <a:lnTo>
                    <a:pt x="12360" y="15573"/>
                  </a:lnTo>
                  <a:lnTo>
                    <a:pt x="12550" y="15852"/>
                  </a:lnTo>
                  <a:lnTo>
                    <a:pt x="12676" y="16003"/>
                  </a:lnTo>
                  <a:lnTo>
                    <a:pt x="12803" y="16155"/>
                  </a:lnTo>
                  <a:lnTo>
                    <a:pt x="12955" y="16294"/>
                  </a:lnTo>
                  <a:lnTo>
                    <a:pt x="13119" y="16434"/>
                  </a:lnTo>
                  <a:lnTo>
                    <a:pt x="13283" y="16560"/>
                  </a:lnTo>
                  <a:lnTo>
                    <a:pt x="13461" y="16674"/>
                  </a:lnTo>
                  <a:lnTo>
                    <a:pt x="13650" y="16750"/>
                  </a:lnTo>
                  <a:lnTo>
                    <a:pt x="13739" y="16775"/>
                  </a:lnTo>
                  <a:lnTo>
                    <a:pt x="13840" y="16800"/>
                  </a:lnTo>
                  <a:lnTo>
                    <a:pt x="14144" y="16800"/>
                  </a:lnTo>
                  <a:lnTo>
                    <a:pt x="14245" y="16775"/>
                  </a:lnTo>
                  <a:lnTo>
                    <a:pt x="14460" y="16725"/>
                  </a:lnTo>
                  <a:lnTo>
                    <a:pt x="14700" y="16674"/>
                  </a:lnTo>
                  <a:lnTo>
                    <a:pt x="15244" y="16573"/>
                  </a:lnTo>
                  <a:lnTo>
                    <a:pt x="15523" y="16509"/>
                  </a:lnTo>
                  <a:lnTo>
                    <a:pt x="15814" y="16421"/>
                  </a:lnTo>
                  <a:lnTo>
                    <a:pt x="16105" y="16307"/>
                  </a:lnTo>
                  <a:lnTo>
                    <a:pt x="16256" y="16231"/>
                  </a:lnTo>
                  <a:lnTo>
                    <a:pt x="16396" y="16155"/>
                  </a:lnTo>
                  <a:lnTo>
                    <a:pt x="16535" y="16067"/>
                  </a:lnTo>
                  <a:lnTo>
                    <a:pt x="16674" y="15965"/>
                  </a:lnTo>
                  <a:lnTo>
                    <a:pt x="16800" y="15852"/>
                  </a:lnTo>
                  <a:lnTo>
                    <a:pt x="16927" y="15738"/>
                  </a:lnTo>
                  <a:lnTo>
                    <a:pt x="17053" y="15599"/>
                  </a:lnTo>
                  <a:lnTo>
                    <a:pt x="17167" y="15447"/>
                  </a:lnTo>
                  <a:lnTo>
                    <a:pt x="17281" y="15282"/>
                  </a:lnTo>
                  <a:lnTo>
                    <a:pt x="17382" y="15105"/>
                  </a:lnTo>
                  <a:lnTo>
                    <a:pt x="17484" y="14915"/>
                  </a:lnTo>
                  <a:lnTo>
                    <a:pt x="17559" y="14700"/>
                  </a:lnTo>
                  <a:lnTo>
                    <a:pt x="17648" y="14473"/>
                  </a:lnTo>
                  <a:lnTo>
                    <a:pt x="17711" y="14232"/>
                  </a:lnTo>
                  <a:lnTo>
                    <a:pt x="17775" y="13967"/>
                  </a:lnTo>
                  <a:lnTo>
                    <a:pt x="17825" y="13676"/>
                  </a:lnTo>
                  <a:lnTo>
                    <a:pt x="17863" y="13372"/>
                  </a:lnTo>
                  <a:lnTo>
                    <a:pt x="17888" y="13043"/>
                  </a:lnTo>
                  <a:lnTo>
                    <a:pt x="18470" y="12942"/>
                  </a:lnTo>
                  <a:lnTo>
                    <a:pt x="19103" y="12815"/>
                  </a:lnTo>
                  <a:lnTo>
                    <a:pt x="19900" y="12638"/>
                  </a:lnTo>
                  <a:lnTo>
                    <a:pt x="20330" y="12537"/>
                  </a:lnTo>
                  <a:lnTo>
                    <a:pt x="20785" y="12423"/>
                  </a:lnTo>
                  <a:lnTo>
                    <a:pt x="21241" y="12284"/>
                  </a:lnTo>
                  <a:lnTo>
                    <a:pt x="21709" y="12145"/>
                  </a:lnTo>
                  <a:lnTo>
                    <a:pt x="22164" y="11993"/>
                  </a:lnTo>
                  <a:lnTo>
                    <a:pt x="22607" y="11829"/>
                  </a:lnTo>
                  <a:lnTo>
                    <a:pt x="23025" y="11652"/>
                  </a:lnTo>
                  <a:lnTo>
                    <a:pt x="23417" y="11462"/>
                  </a:lnTo>
                  <a:lnTo>
                    <a:pt x="23467" y="11082"/>
                  </a:lnTo>
                  <a:lnTo>
                    <a:pt x="23581" y="10222"/>
                  </a:lnTo>
                  <a:lnTo>
                    <a:pt x="23657" y="9716"/>
                  </a:lnTo>
                  <a:lnTo>
                    <a:pt x="23746" y="9235"/>
                  </a:lnTo>
                  <a:lnTo>
                    <a:pt x="23834" y="8830"/>
                  </a:lnTo>
                  <a:lnTo>
                    <a:pt x="23885" y="8666"/>
                  </a:lnTo>
                  <a:lnTo>
                    <a:pt x="23936" y="8552"/>
                  </a:lnTo>
                  <a:lnTo>
                    <a:pt x="24049" y="8476"/>
                  </a:lnTo>
                  <a:lnTo>
                    <a:pt x="24340" y="8274"/>
                  </a:lnTo>
                  <a:lnTo>
                    <a:pt x="24745" y="7970"/>
                  </a:lnTo>
                  <a:lnTo>
                    <a:pt x="24986" y="7780"/>
                  </a:lnTo>
                  <a:lnTo>
                    <a:pt x="25226" y="7578"/>
                  </a:lnTo>
                  <a:lnTo>
                    <a:pt x="25479" y="7350"/>
                  </a:lnTo>
                  <a:lnTo>
                    <a:pt x="25719" y="7122"/>
                  </a:lnTo>
                  <a:lnTo>
                    <a:pt x="25934" y="6869"/>
                  </a:lnTo>
                  <a:lnTo>
                    <a:pt x="26149" y="6616"/>
                  </a:lnTo>
                  <a:lnTo>
                    <a:pt x="26327" y="6351"/>
                  </a:lnTo>
                  <a:lnTo>
                    <a:pt x="26402" y="6212"/>
                  </a:lnTo>
                  <a:lnTo>
                    <a:pt x="26478" y="6085"/>
                  </a:lnTo>
                  <a:lnTo>
                    <a:pt x="26529" y="5946"/>
                  </a:lnTo>
                  <a:lnTo>
                    <a:pt x="26580" y="5819"/>
                  </a:lnTo>
                  <a:lnTo>
                    <a:pt x="26605" y="5680"/>
                  </a:lnTo>
                  <a:lnTo>
                    <a:pt x="26630" y="5554"/>
                  </a:lnTo>
                  <a:lnTo>
                    <a:pt x="26643" y="5415"/>
                  </a:lnTo>
                  <a:lnTo>
                    <a:pt x="26643" y="5275"/>
                  </a:lnTo>
                  <a:lnTo>
                    <a:pt x="26630" y="5010"/>
                  </a:lnTo>
                  <a:lnTo>
                    <a:pt x="26580" y="4744"/>
                  </a:lnTo>
                  <a:lnTo>
                    <a:pt x="26516" y="4478"/>
                  </a:lnTo>
                  <a:lnTo>
                    <a:pt x="26415" y="4225"/>
                  </a:lnTo>
                  <a:lnTo>
                    <a:pt x="26289" y="3985"/>
                  </a:lnTo>
                  <a:lnTo>
                    <a:pt x="26149" y="3757"/>
                  </a:lnTo>
                  <a:lnTo>
                    <a:pt x="25985" y="3542"/>
                  </a:lnTo>
                  <a:lnTo>
                    <a:pt x="25795" y="3340"/>
                  </a:lnTo>
                  <a:lnTo>
                    <a:pt x="25593" y="3150"/>
                  </a:lnTo>
                  <a:lnTo>
                    <a:pt x="25378" y="2998"/>
                  </a:lnTo>
                  <a:lnTo>
                    <a:pt x="25150" y="2859"/>
                  </a:lnTo>
                  <a:lnTo>
                    <a:pt x="24910" y="2745"/>
                  </a:lnTo>
                  <a:lnTo>
                    <a:pt x="24783" y="2707"/>
                  </a:lnTo>
                  <a:lnTo>
                    <a:pt x="24644" y="2669"/>
                  </a:lnTo>
                  <a:lnTo>
                    <a:pt x="24517" y="2631"/>
                  </a:lnTo>
                  <a:lnTo>
                    <a:pt x="24378" y="2619"/>
                  </a:lnTo>
                  <a:lnTo>
                    <a:pt x="24252" y="2606"/>
                  </a:lnTo>
                  <a:lnTo>
                    <a:pt x="24113" y="2593"/>
                  </a:lnTo>
                  <a:lnTo>
                    <a:pt x="24062" y="2454"/>
                  </a:lnTo>
                  <a:lnTo>
                    <a:pt x="23999" y="2277"/>
                  </a:lnTo>
                  <a:lnTo>
                    <a:pt x="23910" y="2075"/>
                  </a:lnTo>
                  <a:lnTo>
                    <a:pt x="23758" y="1822"/>
                  </a:lnTo>
                  <a:lnTo>
                    <a:pt x="23670" y="1695"/>
                  </a:lnTo>
                  <a:lnTo>
                    <a:pt x="23581" y="1556"/>
                  </a:lnTo>
                  <a:lnTo>
                    <a:pt x="23467" y="1417"/>
                  </a:lnTo>
                  <a:lnTo>
                    <a:pt x="23328" y="1290"/>
                  </a:lnTo>
                  <a:lnTo>
                    <a:pt x="23189" y="1151"/>
                  </a:lnTo>
                  <a:lnTo>
                    <a:pt x="23025" y="1012"/>
                  </a:lnTo>
                  <a:lnTo>
                    <a:pt x="22860" y="886"/>
                  </a:lnTo>
                  <a:lnTo>
                    <a:pt x="22658" y="759"/>
                  </a:lnTo>
                  <a:lnTo>
                    <a:pt x="22455" y="645"/>
                  </a:lnTo>
                  <a:lnTo>
                    <a:pt x="22215" y="531"/>
                  </a:lnTo>
                  <a:lnTo>
                    <a:pt x="21975" y="430"/>
                  </a:lnTo>
                  <a:lnTo>
                    <a:pt x="21696" y="342"/>
                  </a:lnTo>
                  <a:lnTo>
                    <a:pt x="21405" y="266"/>
                  </a:lnTo>
                  <a:lnTo>
                    <a:pt x="21102" y="215"/>
                  </a:lnTo>
                  <a:lnTo>
                    <a:pt x="20760" y="164"/>
                  </a:lnTo>
                  <a:lnTo>
                    <a:pt x="20406" y="139"/>
                  </a:lnTo>
                  <a:lnTo>
                    <a:pt x="20014" y="139"/>
                  </a:lnTo>
                  <a:lnTo>
                    <a:pt x="19609" y="152"/>
                  </a:lnTo>
                  <a:lnTo>
                    <a:pt x="19179" y="190"/>
                  </a:lnTo>
                  <a:lnTo>
                    <a:pt x="18711" y="253"/>
                  </a:lnTo>
                  <a:lnTo>
                    <a:pt x="18230" y="342"/>
                  </a:lnTo>
                  <a:lnTo>
                    <a:pt x="17711" y="455"/>
                  </a:lnTo>
                  <a:lnTo>
                    <a:pt x="17420" y="392"/>
                  </a:lnTo>
                  <a:lnTo>
                    <a:pt x="17066" y="329"/>
                  </a:lnTo>
                  <a:lnTo>
                    <a:pt x="16611" y="253"/>
                  </a:lnTo>
                  <a:lnTo>
                    <a:pt x="16054" y="177"/>
                  </a:lnTo>
                  <a:lnTo>
                    <a:pt x="15409" y="101"/>
                  </a:lnTo>
                  <a:lnTo>
                    <a:pt x="14700" y="38"/>
                  </a:lnTo>
                  <a:lnTo>
                    <a:pt x="14321" y="25"/>
                  </a:lnTo>
                  <a:lnTo>
                    <a:pt x="13929" y="13"/>
                  </a:lnTo>
                  <a:lnTo>
                    <a:pt x="13524" y="0"/>
                  </a:lnTo>
                  <a:close/>
                </a:path>
              </a:pathLst>
            </a:custGeom>
            <a:solidFill>
              <a:srgbClr val="EAE3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3735800" y="523400"/>
              <a:ext cx="25025" cy="97750"/>
            </a:xfrm>
            <a:custGeom>
              <a:rect b="b" l="l" r="r" t="t"/>
              <a:pathLst>
                <a:path extrusionOk="0" h="3910" w="1001">
                  <a:moveTo>
                    <a:pt x="1000" y="0"/>
                  </a:moveTo>
                  <a:lnTo>
                    <a:pt x="886" y="89"/>
                  </a:lnTo>
                  <a:lnTo>
                    <a:pt x="785" y="177"/>
                  </a:lnTo>
                  <a:lnTo>
                    <a:pt x="697" y="278"/>
                  </a:lnTo>
                  <a:lnTo>
                    <a:pt x="608" y="380"/>
                  </a:lnTo>
                  <a:lnTo>
                    <a:pt x="520" y="494"/>
                  </a:lnTo>
                  <a:lnTo>
                    <a:pt x="444" y="607"/>
                  </a:lnTo>
                  <a:lnTo>
                    <a:pt x="317" y="848"/>
                  </a:lnTo>
                  <a:lnTo>
                    <a:pt x="203" y="1101"/>
                  </a:lnTo>
                  <a:lnTo>
                    <a:pt x="115" y="1366"/>
                  </a:lnTo>
                  <a:lnTo>
                    <a:pt x="51" y="1645"/>
                  </a:lnTo>
                  <a:lnTo>
                    <a:pt x="14" y="1910"/>
                  </a:lnTo>
                  <a:lnTo>
                    <a:pt x="1" y="2189"/>
                  </a:lnTo>
                  <a:lnTo>
                    <a:pt x="14" y="2467"/>
                  </a:lnTo>
                  <a:lnTo>
                    <a:pt x="39" y="2745"/>
                  </a:lnTo>
                  <a:lnTo>
                    <a:pt x="102" y="3024"/>
                  </a:lnTo>
                  <a:lnTo>
                    <a:pt x="140" y="3150"/>
                  </a:lnTo>
                  <a:lnTo>
                    <a:pt x="191" y="3277"/>
                  </a:lnTo>
                  <a:lnTo>
                    <a:pt x="304" y="3530"/>
                  </a:lnTo>
                  <a:lnTo>
                    <a:pt x="444" y="3770"/>
                  </a:lnTo>
                  <a:lnTo>
                    <a:pt x="494" y="3833"/>
                  </a:lnTo>
                  <a:lnTo>
                    <a:pt x="558" y="3884"/>
                  </a:lnTo>
                  <a:lnTo>
                    <a:pt x="595" y="3897"/>
                  </a:lnTo>
                  <a:lnTo>
                    <a:pt x="633" y="3909"/>
                  </a:lnTo>
                  <a:lnTo>
                    <a:pt x="671" y="3897"/>
                  </a:lnTo>
                  <a:lnTo>
                    <a:pt x="697" y="3871"/>
                  </a:lnTo>
                  <a:lnTo>
                    <a:pt x="646" y="3859"/>
                  </a:lnTo>
                  <a:lnTo>
                    <a:pt x="608" y="3821"/>
                  </a:lnTo>
                  <a:lnTo>
                    <a:pt x="595" y="3770"/>
                  </a:lnTo>
                  <a:lnTo>
                    <a:pt x="583" y="3720"/>
                  </a:lnTo>
                  <a:lnTo>
                    <a:pt x="570" y="3580"/>
                  </a:lnTo>
                  <a:lnTo>
                    <a:pt x="545" y="3454"/>
                  </a:lnTo>
                  <a:lnTo>
                    <a:pt x="520" y="3201"/>
                  </a:lnTo>
                  <a:lnTo>
                    <a:pt x="507" y="2948"/>
                  </a:lnTo>
                  <a:lnTo>
                    <a:pt x="494" y="2707"/>
                  </a:lnTo>
                  <a:lnTo>
                    <a:pt x="494" y="2454"/>
                  </a:lnTo>
                  <a:lnTo>
                    <a:pt x="507" y="2214"/>
                  </a:lnTo>
                  <a:lnTo>
                    <a:pt x="532" y="1961"/>
                  </a:lnTo>
                  <a:lnTo>
                    <a:pt x="558" y="1721"/>
                  </a:lnTo>
                  <a:lnTo>
                    <a:pt x="595" y="1480"/>
                  </a:lnTo>
                  <a:lnTo>
                    <a:pt x="633" y="1240"/>
                  </a:lnTo>
                  <a:lnTo>
                    <a:pt x="697" y="1000"/>
                  </a:lnTo>
                  <a:lnTo>
                    <a:pt x="836" y="506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3457175" y="456975"/>
              <a:ext cx="177125" cy="76875"/>
            </a:xfrm>
            <a:custGeom>
              <a:rect b="b" l="l" r="r" t="t"/>
              <a:pathLst>
                <a:path extrusionOk="0" h="3075" w="7085">
                  <a:moveTo>
                    <a:pt x="7085" y="0"/>
                  </a:moveTo>
                  <a:lnTo>
                    <a:pt x="6883" y="152"/>
                  </a:lnTo>
                  <a:lnTo>
                    <a:pt x="6680" y="279"/>
                  </a:lnTo>
                  <a:lnTo>
                    <a:pt x="6465" y="380"/>
                  </a:lnTo>
                  <a:lnTo>
                    <a:pt x="6250" y="469"/>
                  </a:lnTo>
                  <a:lnTo>
                    <a:pt x="6010" y="532"/>
                  </a:lnTo>
                  <a:lnTo>
                    <a:pt x="5782" y="595"/>
                  </a:lnTo>
                  <a:lnTo>
                    <a:pt x="5314" y="684"/>
                  </a:lnTo>
                  <a:lnTo>
                    <a:pt x="4833" y="747"/>
                  </a:lnTo>
                  <a:lnTo>
                    <a:pt x="4340" y="823"/>
                  </a:lnTo>
                  <a:lnTo>
                    <a:pt x="3846" y="899"/>
                  </a:lnTo>
                  <a:lnTo>
                    <a:pt x="3353" y="1013"/>
                  </a:lnTo>
                  <a:lnTo>
                    <a:pt x="2872" y="1152"/>
                  </a:lnTo>
                  <a:lnTo>
                    <a:pt x="2391" y="1303"/>
                  </a:lnTo>
                  <a:lnTo>
                    <a:pt x="2151" y="1392"/>
                  </a:lnTo>
                  <a:lnTo>
                    <a:pt x="1923" y="1493"/>
                  </a:lnTo>
                  <a:lnTo>
                    <a:pt x="1696" y="1594"/>
                  </a:lnTo>
                  <a:lnTo>
                    <a:pt x="1468" y="1708"/>
                  </a:lnTo>
                  <a:lnTo>
                    <a:pt x="1240" y="1835"/>
                  </a:lnTo>
                  <a:lnTo>
                    <a:pt x="1025" y="1961"/>
                  </a:lnTo>
                  <a:lnTo>
                    <a:pt x="810" y="2113"/>
                  </a:lnTo>
                  <a:lnTo>
                    <a:pt x="608" y="2278"/>
                  </a:lnTo>
                  <a:lnTo>
                    <a:pt x="431" y="2455"/>
                  </a:lnTo>
                  <a:lnTo>
                    <a:pt x="266" y="2644"/>
                  </a:lnTo>
                  <a:lnTo>
                    <a:pt x="114" y="2847"/>
                  </a:lnTo>
                  <a:lnTo>
                    <a:pt x="51" y="2961"/>
                  </a:lnTo>
                  <a:lnTo>
                    <a:pt x="0" y="3075"/>
                  </a:lnTo>
                  <a:lnTo>
                    <a:pt x="178" y="2898"/>
                  </a:lnTo>
                  <a:lnTo>
                    <a:pt x="355" y="2746"/>
                  </a:lnTo>
                  <a:lnTo>
                    <a:pt x="557" y="2607"/>
                  </a:lnTo>
                  <a:lnTo>
                    <a:pt x="759" y="2480"/>
                  </a:lnTo>
                  <a:lnTo>
                    <a:pt x="975" y="2366"/>
                  </a:lnTo>
                  <a:lnTo>
                    <a:pt x="1190" y="2265"/>
                  </a:lnTo>
                  <a:lnTo>
                    <a:pt x="1632" y="2088"/>
                  </a:lnTo>
                  <a:lnTo>
                    <a:pt x="2088" y="1923"/>
                  </a:lnTo>
                  <a:lnTo>
                    <a:pt x="2543" y="1772"/>
                  </a:lnTo>
                  <a:lnTo>
                    <a:pt x="3011" y="1632"/>
                  </a:lnTo>
                  <a:lnTo>
                    <a:pt x="3479" y="1519"/>
                  </a:lnTo>
                  <a:lnTo>
                    <a:pt x="3948" y="1405"/>
                  </a:lnTo>
                  <a:lnTo>
                    <a:pt x="4428" y="1303"/>
                  </a:lnTo>
                  <a:lnTo>
                    <a:pt x="4909" y="1202"/>
                  </a:lnTo>
                  <a:lnTo>
                    <a:pt x="5402" y="1076"/>
                  </a:lnTo>
                  <a:lnTo>
                    <a:pt x="5643" y="1013"/>
                  </a:lnTo>
                  <a:lnTo>
                    <a:pt x="5883" y="924"/>
                  </a:lnTo>
                  <a:lnTo>
                    <a:pt x="6123" y="823"/>
                  </a:lnTo>
                  <a:lnTo>
                    <a:pt x="6351" y="696"/>
                  </a:lnTo>
                  <a:lnTo>
                    <a:pt x="6566" y="557"/>
                  </a:lnTo>
                  <a:lnTo>
                    <a:pt x="6667" y="481"/>
                  </a:lnTo>
                  <a:lnTo>
                    <a:pt x="6769" y="393"/>
                  </a:lnTo>
                  <a:lnTo>
                    <a:pt x="6857" y="304"/>
                  </a:lnTo>
                  <a:lnTo>
                    <a:pt x="6933" y="203"/>
                  </a:lnTo>
                  <a:lnTo>
                    <a:pt x="7009" y="102"/>
                  </a:lnTo>
                  <a:lnTo>
                    <a:pt x="7085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3881925" y="256150"/>
              <a:ext cx="22800" cy="26275"/>
            </a:xfrm>
            <a:custGeom>
              <a:rect b="b" l="l" r="r" t="t"/>
              <a:pathLst>
                <a:path extrusionOk="0" h="1051" w="912">
                  <a:moveTo>
                    <a:pt x="798" y="0"/>
                  </a:moveTo>
                  <a:lnTo>
                    <a:pt x="696" y="13"/>
                  </a:lnTo>
                  <a:lnTo>
                    <a:pt x="595" y="25"/>
                  </a:lnTo>
                  <a:lnTo>
                    <a:pt x="507" y="63"/>
                  </a:lnTo>
                  <a:lnTo>
                    <a:pt x="418" y="114"/>
                  </a:lnTo>
                  <a:lnTo>
                    <a:pt x="330" y="165"/>
                  </a:lnTo>
                  <a:lnTo>
                    <a:pt x="266" y="228"/>
                  </a:lnTo>
                  <a:lnTo>
                    <a:pt x="190" y="304"/>
                  </a:lnTo>
                  <a:lnTo>
                    <a:pt x="140" y="380"/>
                  </a:lnTo>
                  <a:lnTo>
                    <a:pt x="89" y="456"/>
                  </a:lnTo>
                  <a:lnTo>
                    <a:pt x="51" y="544"/>
                  </a:lnTo>
                  <a:lnTo>
                    <a:pt x="26" y="645"/>
                  </a:lnTo>
                  <a:lnTo>
                    <a:pt x="1" y="734"/>
                  </a:lnTo>
                  <a:lnTo>
                    <a:pt x="1" y="835"/>
                  </a:lnTo>
                  <a:lnTo>
                    <a:pt x="13" y="949"/>
                  </a:lnTo>
                  <a:lnTo>
                    <a:pt x="51" y="1050"/>
                  </a:lnTo>
                  <a:lnTo>
                    <a:pt x="228" y="949"/>
                  </a:lnTo>
                  <a:lnTo>
                    <a:pt x="380" y="848"/>
                  </a:lnTo>
                  <a:lnTo>
                    <a:pt x="494" y="747"/>
                  </a:lnTo>
                  <a:lnTo>
                    <a:pt x="595" y="633"/>
                  </a:lnTo>
                  <a:lnTo>
                    <a:pt x="684" y="506"/>
                  </a:lnTo>
                  <a:lnTo>
                    <a:pt x="772" y="380"/>
                  </a:lnTo>
                  <a:lnTo>
                    <a:pt x="848" y="215"/>
                  </a:lnTo>
                  <a:lnTo>
                    <a:pt x="911" y="13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4031525" y="296300"/>
              <a:ext cx="19325" cy="15225"/>
            </a:xfrm>
            <a:custGeom>
              <a:rect b="b" l="l" r="r" t="t"/>
              <a:pathLst>
                <a:path extrusionOk="0" h="609" w="773">
                  <a:moveTo>
                    <a:pt x="469" y="1"/>
                  </a:moveTo>
                  <a:lnTo>
                    <a:pt x="405" y="13"/>
                  </a:lnTo>
                  <a:lnTo>
                    <a:pt x="355" y="26"/>
                  </a:lnTo>
                  <a:lnTo>
                    <a:pt x="241" y="77"/>
                  </a:lnTo>
                  <a:lnTo>
                    <a:pt x="152" y="165"/>
                  </a:lnTo>
                  <a:lnTo>
                    <a:pt x="114" y="203"/>
                  </a:lnTo>
                  <a:lnTo>
                    <a:pt x="76" y="254"/>
                  </a:lnTo>
                  <a:lnTo>
                    <a:pt x="51" y="317"/>
                  </a:lnTo>
                  <a:lnTo>
                    <a:pt x="26" y="393"/>
                  </a:lnTo>
                  <a:lnTo>
                    <a:pt x="0" y="469"/>
                  </a:lnTo>
                  <a:lnTo>
                    <a:pt x="0" y="557"/>
                  </a:lnTo>
                  <a:lnTo>
                    <a:pt x="89" y="583"/>
                  </a:lnTo>
                  <a:lnTo>
                    <a:pt x="165" y="595"/>
                  </a:lnTo>
                  <a:lnTo>
                    <a:pt x="241" y="608"/>
                  </a:lnTo>
                  <a:lnTo>
                    <a:pt x="304" y="595"/>
                  </a:lnTo>
                  <a:lnTo>
                    <a:pt x="367" y="583"/>
                  </a:lnTo>
                  <a:lnTo>
                    <a:pt x="418" y="570"/>
                  </a:lnTo>
                  <a:lnTo>
                    <a:pt x="532" y="519"/>
                  </a:lnTo>
                  <a:lnTo>
                    <a:pt x="620" y="444"/>
                  </a:lnTo>
                  <a:lnTo>
                    <a:pt x="658" y="393"/>
                  </a:lnTo>
                  <a:lnTo>
                    <a:pt x="696" y="342"/>
                  </a:lnTo>
                  <a:lnTo>
                    <a:pt x="722" y="279"/>
                  </a:lnTo>
                  <a:lnTo>
                    <a:pt x="747" y="216"/>
                  </a:lnTo>
                  <a:lnTo>
                    <a:pt x="772" y="127"/>
                  </a:lnTo>
                  <a:lnTo>
                    <a:pt x="772" y="39"/>
                  </a:lnTo>
                  <a:lnTo>
                    <a:pt x="684" y="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FC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3889825" y="586025"/>
              <a:ext cx="158800" cy="40800"/>
            </a:xfrm>
            <a:custGeom>
              <a:rect b="b" l="l" r="r" t="t"/>
              <a:pathLst>
                <a:path extrusionOk="0" h="1632" w="6352">
                  <a:moveTo>
                    <a:pt x="6352" y="0"/>
                  </a:moveTo>
                  <a:lnTo>
                    <a:pt x="5555" y="228"/>
                  </a:lnTo>
                  <a:lnTo>
                    <a:pt x="4770" y="443"/>
                  </a:lnTo>
                  <a:lnTo>
                    <a:pt x="3986" y="633"/>
                  </a:lnTo>
                  <a:lnTo>
                    <a:pt x="3189" y="822"/>
                  </a:lnTo>
                  <a:lnTo>
                    <a:pt x="1595" y="1177"/>
                  </a:lnTo>
                  <a:lnTo>
                    <a:pt x="1190" y="1278"/>
                  </a:lnTo>
                  <a:lnTo>
                    <a:pt x="798" y="1379"/>
                  </a:lnTo>
                  <a:lnTo>
                    <a:pt x="393" y="1493"/>
                  </a:lnTo>
                  <a:lnTo>
                    <a:pt x="1" y="1619"/>
                  </a:lnTo>
                  <a:lnTo>
                    <a:pt x="418" y="1632"/>
                  </a:lnTo>
                  <a:lnTo>
                    <a:pt x="836" y="1632"/>
                  </a:lnTo>
                  <a:lnTo>
                    <a:pt x="1241" y="1607"/>
                  </a:lnTo>
                  <a:lnTo>
                    <a:pt x="1658" y="1581"/>
                  </a:lnTo>
                  <a:lnTo>
                    <a:pt x="2076" y="1531"/>
                  </a:lnTo>
                  <a:lnTo>
                    <a:pt x="2480" y="1480"/>
                  </a:lnTo>
                  <a:lnTo>
                    <a:pt x="2898" y="1404"/>
                  </a:lnTo>
                  <a:lnTo>
                    <a:pt x="3303" y="1328"/>
                  </a:lnTo>
                  <a:lnTo>
                    <a:pt x="3708" y="1227"/>
                  </a:lnTo>
                  <a:lnTo>
                    <a:pt x="4112" y="1113"/>
                  </a:lnTo>
                  <a:lnTo>
                    <a:pt x="4505" y="974"/>
                  </a:lnTo>
                  <a:lnTo>
                    <a:pt x="4897" y="822"/>
                  </a:lnTo>
                  <a:lnTo>
                    <a:pt x="5276" y="658"/>
                  </a:lnTo>
                  <a:lnTo>
                    <a:pt x="5656" y="455"/>
                  </a:lnTo>
                  <a:lnTo>
                    <a:pt x="6010" y="240"/>
                  </a:lnTo>
                  <a:lnTo>
                    <a:pt x="6187" y="127"/>
                  </a:lnTo>
                  <a:lnTo>
                    <a:pt x="6352" y="0"/>
                  </a:lnTo>
                  <a:close/>
                </a:path>
              </a:pathLst>
            </a:custGeom>
            <a:solidFill>
              <a:srgbClr val="D646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3916075" y="566400"/>
              <a:ext cx="130350" cy="23750"/>
            </a:xfrm>
            <a:custGeom>
              <a:rect b="b" l="l" r="r" t="t"/>
              <a:pathLst>
                <a:path extrusionOk="0" h="950" w="5214">
                  <a:moveTo>
                    <a:pt x="5213" y="1"/>
                  </a:moveTo>
                  <a:lnTo>
                    <a:pt x="4871" y="13"/>
                  </a:lnTo>
                  <a:lnTo>
                    <a:pt x="4543" y="26"/>
                  </a:lnTo>
                  <a:lnTo>
                    <a:pt x="4214" y="64"/>
                  </a:lnTo>
                  <a:lnTo>
                    <a:pt x="3885" y="89"/>
                  </a:lnTo>
                  <a:lnTo>
                    <a:pt x="3227" y="178"/>
                  </a:lnTo>
                  <a:lnTo>
                    <a:pt x="2582" y="279"/>
                  </a:lnTo>
                  <a:lnTo>
                    <a:pt x="1936" y="405"/>
                  </a:lnTo>
                  <a:lnTo>
                    <a:pt x="1291" y="532"/>
                  </a:lnTo>
                  <a:lnTo>
                    <a:pt x="962" y="608"/>
                  </a:lnTo>
                  <a:lnTo>
                    <a:pt x="646" y="696"/>
                  </a:lnTo>
                  <a:lnTo>
                    <a:pt x="330" y="785"/>
                  </a:lnTo>
                  <a:lnTo>
                    <a:pt x="1" y="886"/>
                  </a:lnTo>
                  <a:lnTo>
                    <a:pt x="342" y="924"/>
                  </a:lnTo>
                  <a:lnTo>
                    <a:pt x="671" y="949"/>
                  </a:lnTo>
                  <a:lnTo>
                    <a:pt x="1013" y="949"/>
                  </a:lnTo>
                  <a:lnTo>
                    <a:pt x="1342" y="937"/>
                  </a:lnTo>
                  <a:lnTo>
                    <a:pt x="1671" y="924"/>
                  </a:lnTo>
                  <a:lnTo>
                    <a:pt x="2012" y="886"/>
                  </a:lnTo>
                  <a:lnTo>
                    <a:pt x="2341" y="848"/>
                  </a:lnTo>
                  <a:lnTo>
                    <a:pt x="2670" y="798"/>
                  </a:lnTo>
                  <a:lnTo>
                    <a:pt x="2999" y="734"/>
                  </a:lnTo>
                  <a:lnTo>
                    <a:pt x="3315" y="659"/>
                  </a:lnTo>
                  <a:lnTo>
                    <a:pt x="3644" y="583"/>
                  </a:lnTo>
                  <a:lnTo>
                    <a:pt x="3961" y="494"/>
                  </a:lnTo>
                  <a:lnTo>
                    <a:pt x="4277" y="393"/>
                  </a:lnTo>
                  <a:lnTo>
                    <a:pt x="4593" y="279"/>
                  </a:lnTo>
                  <a:lnTo>
                    <a:pt x="4909" y="152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rgbClr val="D646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20"/>
          <p:cNvSpPr txBox="1"/>
          <p:nvPr/>
        </p:nvSpPr>
        <p:spPr>
          <a:xfrm>
            <a:off x="457200" y="1712810"/>
            <a:ext cx="74052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Run XAMPP application.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Start MySQL and Apache Server.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Open </a:t>
            </a:r>
            <a:r>
              <a:rPr lang="en" sz="12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http://localhost/phpmyadmin/index.php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Run the </a:t>
            </a:r>
            <a:r>
              <a:rPr lang="en" sz="12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restaurant-management-system.sql</a:t>
            </a:r>
            <a:r>
              <a:rPr lang="en">
                <a:solidFill>
                  <a:srgbClr val="1D1D1D"/>
                </a:solidFill>
                <a:latin typeface="Roboto"/>
                <a:ea typeface="Roboto"/>
                <a:cs typeface="Roboto"/>
                <a:sym typeface="Roboto"/>
              </a:rPr>
              <a:t> as raw SQL query.</a:t>
            </a:r>
            <a:endParaRPr>
              <a:solidFill>
                <a:srgbClr val="1D1D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Future Vision &amp; Conclusion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360" name="Google Shape;360;p21"/>
          <p:cNvGrpSpPr/>
          <p:nvPr/>
        </p:nvGrpSpPr>
        <p:grpSpPr>
          <a:xfrm>
            <a:off x="7229988" y="947397"/>
            <a:ext cx="1460700" cy="3863453"/>
            <a:chOff x="2380138" y="947397"/>
            <a:chExt cx="1460700" cy="3863453"/>
          </a:xfrm>
        </p:grpSpPr>
        <p:sp>
          <p:nvSpPr>
            <p:cNvPr id="361" name="Google Shape;361;p21"/>
            <p:cNvSpPr/>
            <p:nvPr/>
          </p:nvSpPr>
          <p:spPr>
            <a:xfrm>
              <a:off x="2380138" y="4653050"/>
              <a:ext cx="1460700" cy="1578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" name="Google Shape;362;p21"/>
            <p:cNvGrpSpPr/>
            <p:nvPr/>
          </p:nvGrpSpPr>
          <p:grpSpPr>
            <a:xfrm>
              <a:off x="2532608" y="947397"/>
              <a:ext cx="1212161" cy="3784320"/>
              <a:chOff x="3898625" y="238125"/>
              <a:chExt cx="1275825" cy="3983075"/>
            </a:xfrm>
          </p:grpSpPr>
          <p:sp>
            <p:nvSpPr>
              <p:cNvPr id="363" name="Google Shape;363;p21"/>
              <p:cNvSpPr/>
              <p:nvPr/>
            </p:nvSpPr>
            <p:spPr>
              <a:xfrm>
                <a:off x="3947500" y="3998250"/>
                <a:ext cx="363250" cy="219700"/>
              </a:xfrm>
              <a:custGeom>
                <a:rect b="b" l="l" r="r" t="t"/>
                <a:pathLst>
                  <a:path extrusionOk="0" h="8788" w="14530">
                    <a:moveTo>
                      <a:pt x="7859" y="1"/>
                    </a:moveTo>
                    <a:lnTo>
                      <a:pt x="7599" y="3873"/>
                    </a:lnTo>
                    <a:lnTo>
                      <a:pt x="7422" y="4072"/>
                    </a:lnTo>
                    <a:lnTo>
                      <a:pt x="7223" y="4287"/>
                    </a:lnTo>
                    <a:lnTo>
                      <a:pt x="6993" y="4524"/>
                    </a:lnTo>
                    <a:lnTo>
                      <a:pt x="6725" y="4777"/>
                    </a:lnTo>
                    <a:lnTo>
                      <a:pt x="6433" y="5038"/>
                    </a:lnTo>
                    <a:lnTo>
                      <a:pt x="6265" y="5176"/>
                    </a:lnTo>
                    <a:lnTo>
                      <a:pt x="6096" y="5314"/>
                    </a:lnTo>
                    <a:lnTo>
                      <a:pt x="5912" y="5452"/>
                    </a:lnTo>
                    <a:lnTo>
                      <a:pt x="5720" y="5598"/>
                    </a:lnTo>
                    <a:lnTo>
                      <a:pt x="5513" y="5736"/>
                    </a:lnTo>
                    <a:lnTo>
                      <a:pt x="5299" y="5882"/>
                    </a:lnTo>
                    <a:lnTo>
                      <a:pt x="5069" y="6027"/>
                    </a:lnTo>
                    <a:lnTo>
                      <a:pt x="4831" y="6165"/>
                    </a:lnTo>
                    <a:lnTo>
                      <a:pt x="4578" y="6311"/>
                    </a:lnTo>
                    <a:lnTo>
                      <a:pt x="4317" y="6457"/>
                    </a:lnTo>
                    <a:lnTo>
                      <a:pt x="4041" y="6595"/>
                    </a:lnTo>
                    <a:lnTo>
                      <a:pt x="3750" y="6740"/>
                    </a:lnTo>
                    <a:lnTo>
                      <a:pt x="3443" y="6878"/>
                    </a:lnTo>
                    <a:lnTo>
                      <a:pt x="3129" y="7016"/>
                    </a:lnTo>
                    <a:lnTo>
                      <a:pt x="2799" y="7147"/>
                    </a:lnTo>
                    <a:lnTo>
                      <a:pt x="2446" y="7277"/>
                    </a:lnTo>
                    <a:lnTo>
                      <a:pt x="2086" y="7407"/>
                    </a:lnTo>
                    <a:lnTo>
                      <a:pt x="1710" y="7538"/>
                    </a:lnTo>
                    <a:lnTo>
                      <a:pt x="1319" y="7660"/>
                    </a:lnTo>
                    <a:lnTo>
                      <a:pt x="913" y="7775"/>
                    </a:lnTo>
                    <a:lnTo>
                      <a:pt x="484" y="7890"/>
                    </a:lnTo>
                    <a:lnTo>
                      <a:pt x="39" y="7998"/>
                    </a:lnTo>
                    <a:lnTo>
                      <a:pt x="1" y="8787"/>
                    </a:lnTo>
                    <a:lnTo>
                      <a:pt x="13510" y="8787"/>
                    </a:lnTo>
                    <a:lnTo>
                      <a:pt x="13587" y="8780"/>
                    </a:lnTo>
                    <a:lnTo>
                      <a:pt x="13663" y="8772"/>
                    </a:lnTo>
                    <a:lnTo>
                      <a:pt x="13732" y="8757"/>
                    </a:lnTo>
                    <a:lnTo>
                      <a:pt x="13809" y="8734"/>
                    </a:lnTo>
                    <a:lnTo>
                      <a:pt x="13878" y="8703"/>
                    </a:lnTo>
                    <a:lnTo>
                      <a:pt x="13947" y="8672"/>
                    </a:lnTo>
                    <a:lnTo>
                      <a:pt x="14008" y="8634"/>
                    </a:lnTo>
                    <a:lnTo>
                      <a:pt x="14070" y="8588"/>
                    </a:lnTo>
                    <a:lnTo>
                      <a:pt x="14131" y="8534"/>
                    </a:lnTo>
                    <a:lnTo>
                      <a:pt x="14185" y="8481"/>
                    </a:lnTo>
                    <a:lnTo>
                      <a:pt x="14231" y="8427"/>
                    </a:lnTo>
                    <a:lnTo>
                      <a:pt x="14277" y="8366"/>
                    </a:lnTo>
                    <a:lnTo>
                      <a:pt x="14323" y="8297"/>
                    </a:lnTo>
                    <a:lnTo>
                      <a:pt x="14353" y="8228"/>
                    </a:lnTo>
                    <a:lnTo>
                      <a:pt x="14392" y="8151"/>
                    </a:lnTo>
                    <a:lnTo>
                      <a:pt x="14415" y="8074"/>
                    </a:lnTo>
                    <a:lnTo>
                      <a:pt x="14461" y="7890"/>
                    </a:lnTo>
                    <a:lnTo>
                      <a:pt x="14499" y="7676"/>
                    </a:lnTo>
                    <a:lnTo>
                      <a:pt x="14522" y="7438"/>
                    </a:lnTo>
                    <a:lnTo>
                      <a:pt x="14530" y="7170"/>
                    </a:lnTo>
                    <a:lnTo>
                      <a:pt x="14530" y="7024"/>
                    </a:lnTo>
                    <a:lnTo>
                      <a:pt x="14522" y="6878"/>
                    </a:lnTo>
                    <a:lnTo>
                      <a:pt x="14514" y="6717"/>
                    </a:lnTo>
                    <a:lnTo>
                      <a:pt x="14499" y="6556"/>
                    </a:lnTo>
                    <a:lnTo>
                      <a:pt x="14476" y="6380"/>
                    </a:lnTo>
                    <a:lnTo>
                      <a:pt x="14445" y="6204"/>
                    </a:lnTo>
                    <a:lnTo>
                      <a:pt x="14407" y="6012"/>
                    </a:lnTo>
                    <a:lnTo>
                      <a:pt x="14361" y="5820"/>
                    </a:lnTo>
                    <a:lnTo>
                      <a:pt x="14338" y="5721"/>
                    </a:lnTo>
                    <a:lnTo>
                      <a:pt x="14292" y="5621"/>
                    </a:lnTo>
                    <a:lnTo>
                      <a:pt x="14246" y="5514"/>
                    </a:lnTo>
                    <a:lnTo>
                      <a:pt x="14185" y="5391"/>
                    </a:lnTo>
                    <a:lnTo>
                      <a:pt x="14116" y="5276"/>
                    </a:lnTo>
                    <a:lnTo>
                      <a:pt x="14039" y="5153"/>
                    </a:lnTo>
                    <a:lnTo>
                      <a:pt x="13863" y="4892"/>
                    </a:lnTo>
                    <a:lnTo>
                      <a:pt x="13671" y="4639"/>
                    </a:lnTo>
                    <a:lnTo>
                      <a:pt x="13472" y="4386"/>
                    </a:lnTo>
                    <a:lnTo>
                      <a:pt x="13272" y="4149"/>
                    </a:lnTo>
                    <a:lnTo>
                      <a:pt x="13088" y="3926"/>
                    </a:lnTo>
                    <a:lnTo>
                      <a:pt x="13272" y="3482"/>
                    </a:lnTo>
                    <a:lnTo>
                      <a:pt x="13410" y="3129"/>
                    </a:lnTo>
                    <a:lnTo>
                      <a:pt x="13587" y="2677"/>
                    </a:lnTo>
                    <a:lnTo>
                      <a:pt x="13786" y="2140"/>
                    </a:lnTo>
                    <a:lnTo>
                      <a:pt x="14008" y="1511"/>
                    </a:lnTo>
                    <a:lnTo>
                      <a:pt x="14254" y="798"/>
                    </a:lnTo>
                    <a:lnTo>
                      <a:pt x="14514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3936575" y="4101950"/>
                <a:ext cx="380500" cy="119250"/>
              </a:xfrm>
              <a:custGeom>
                <a:rect b="b" l="l" r="r" t="t"/>
                <a:pathLst>
                  <a:path extrusionOk="0" h="4770" w="15220">
                    <a:moveTo>
                      <a:pt x="7461" y="1"/>
                    </a:moveTo>
                    <a:lnTo>
                      <a:pt x="7369" y="16"/>
                    </a:lnTo>
                    <a:lnTo>
                      <a:pt x="7277" y="31"/>
                    </a:lnTo>
                    <a:lnTo>
                      <a:pt x="7185" y="47"/>
                    </a:lnTo>
                    <a:lnTo>
                      <a:pt x="7093" y="77"/>
                    </a:lnTo>
                    <a:lnTo>
                      <a:pt x="7001" y="108"/>
                    </a:lnTo>
                    <a:lnTo>
                      <a:pt x="6916" y="146"/>
                    </a:lnTo>
                    <a:lnTo>
                      <a:pt x="6832" y="192"/>
                    </a:lnTo>
                    <a:lnTo>
                      <a:pt x="5345" y="1028"/>
                    </a:lnTo>
                    <a:lnTo>
                      <a:pt x="4494" y="1511"/>
                    </a:lnTo>
                    <a:lnTo>
                      <a:pt x="3635" y="1987"/>
                    </a:lnTo>
                    <a:lnTo>
                      <a:pt x="2807" y="2431"/>
                    </a:lnTo>
                    <a:lnTo>
                      <a:pt x="2078" y="2822"/>
                    </a:lnTo>
                    <a:lnTo>
                      <a:pt x="1473" y="3129"/>
                    </a:lnTo>
                    <a:lnTo>
                      <a:pt x="1243" y="3244"/>
                    </a:lnTo>
                    <a:lnTo>
                      <a:pt x="1059" y="3321"/>
                    </a:lnTo>
                    <a:lnTo>
                      <a:pt x="959" y="3367"/>
                    </a:lnTo>
                    <a:lnTo>
                      <a:pt x="859" y="3413"/>
                    </a:lnTo>
                    <a:lnTo>
                      <a:pt x="775" y="3466"/>
                    </a:lnTo>
                    <a:lnTo>
                      <a:pt x="691" y="3520"/>
                    </a:lnTo>
                    <a:lnTo>
                      <a:pt x="614" y="3574"/>
                    </a:lnTo>
                    <a:lnTo>
                      <a:pt x="545" y="3627"/>
                    </a:lnTo>
                    <a:lnTo>
                      <a:pt x="484" y="3689"/>
                    </a:lnTo>
                    <a:lnTo>
                      <a:pt x="422" y="3742"/>
                    </a:lnTo>
                    <a:lnTo>
                      <a:pt x="315" y="3865"/>
                    </a:lnTo>
                    <a:lnTo>
                      <a:pt x="231" y="3980"/>
                    </a:lnTo>
                    <a:lnTo>
                      <a:pt x="162" y="4103"/>
                    </a:lnTo>
                    <a:lnTo>
                      <a:pt x="116" y="4218"/>
                    </a:lnTo>
                    <a:lnTo>
                      <a:pt x="70" y="4333"/>
                    </a:lnTo>
                    <a:lnTo>
                      <a:pt x="47" y="4432"/>
                    </a:lnTo>
                    <a:lnTo>
                      <a:pt x="24" y="4524"/>
                    </a:lnTo>
                    <a:lnTo>
                      <a:pt x="8" y="4609"/>
                    </a:lnTo>
                    <a:lnTo>
                      <a:pt x="1" y="4724"/>
                    </a:lnTo>
                    <a:lnTo>
                      <a:pt x="8" y="4770"/>
                    </a:lnTo>
                    <a:lnTo>
                      <a:pt x="14974" y="4770"/>
                    </a:lnTo>
                    <a:lnTo>
                      <a:pt x="15020" y="4409"/>
                    </a:lnTo>
                    <a:lnTo>
                      <a:pt x="15066" y="4011"/>
                    </a:lnTo>
                    <a:lnTo>
                      <a:pt x="15112" y="3512"/>
                    </a:lnTo>
                    <a:lnTo>
                      <a:pt x="15166" y="2945"/>
                    </a:lnTo>
                    <a:lnTo>
                      <a:pt x="15197" y="2339"/>
                    </a:lnTo>
                    <a:lnTo>
                      <a:pt x="15212" y="2040"/>
                    </a:lnTo>
                    <a:lnTo>
                      <a:pt x="15220" y="1734"/>
                    </a:lnTo>
                    <a:lnTo>
                      <a:pt x="15220" y="1450"/>
                    </a:lnTo>
                    <a:lnTo>
                      <a:pt x="15212" y="1166"/>
                    </a:lnTo>
                    <a:lnTo>
                      <a:pt x="15204" y="1051"/>
                    </a:lnTo>
                    <a:lnTo>
                      <a:pt x="15181" y="928"/>
                    </a:lnTo>
                    <a:lnTo>
                      <a:pt x="15151" y="821"/>
                    </a:lnTo>
                    <a:lnTo>
                      <a:pt x="15105" y="714"/>
                    </a:lnTo>
                    <a:lnTo>
                      <a:pt x="15051" y="606"/>
                    </a:lnTo>
                    <a:lnTo>
                      <a:pt x="14990" y="514"/>
                    </a:lnTo>
                    <a:lnTo>
                      <a:pt x="14921" y="422"/>
                    </a:lnTo>
                    <a:lnTo>
                      <a:pt x="14844" y="338"/>
                    </a:lnTo>
                    <a:lnTo>
                      <a:pt x="14760" y="261"/>
                    </a:lnTo>
                    <a:lnTo>
                      <a:pt x="14668" y="200"/>
                    </a:lnTo>
                    <a:lnTo>
                      <a:pt x="14568" y="139"/>
                    </a:lnTo>
                    <a:lnTo>
                      <a:pt x="14461" y="93"/>
                    </a:lnTo>
                    <a:lnTo>
                      <a:pt x="14353" y="54"/>
                    </a:lnTo>
                    <a:lnTo>
                      <a:pt x="14238" y="24"/>
                    </a:lnTo>
                    <a:lnTo>
                      <a:pt x="14123" y="8"/>
                    </a:lnTo>
                    <a:lnTo>
                      <a:pt x="14001" y="1"/>
                    </a:lnTo>
                    <a:lnTo>
                      <a:pt x="13341" y="1"/>
                    </a:lnTo>
                    <a:lnTo>
                      <a:pt x="13211" y="208"/>
                    </a:lnTo>
                    <a:lnTo>
                      <a:pt x="13058" y="438"/>
                    </a:lnTo>
                    <a:lnTo>
                      <a:pt x="12881" y="691"/>
                    </a:lnTo>
                    <a:lnTo>
                      <a:pt x="12782" y="813"/>
                    </a:lnTo>
                    <a:lnTo>
                      <a:pt x="12682" y="928"/>
                    </a:lnTo>
                    <a:lnTo>
                      <a:pt x="12582" y="1043"/>
                    </a:lnTo>
                    <a:lnTo>
                      <a:pt x="12483" y="1151"/>
                    </a:lnTo>
                    <a:lnTo>
                      <a:pt x="12383" y="1251"/>
                    </a:lnTo>
                    <a:lnTo>
                      <a:pt x="12276" y="1335"/>
                    </a:lnTo>
                    <a:lnTo>
                      <a:pt x="12176" y="1404"/>
                    </a:lnTo>
                    <a:lnTo>
                      <a:pt x="12076" y="1465"/>
                    </a:lnTo>
                    <a:lnTo>
                      <a:pt x="11977" y="1496"/>
                    </a:lnTo>
                    <a:lnTo>
                      <a:pt x="11931" y="1511"/>
                    </a:lnTo>
                    <a:lnTo>
                      <a:pt x="11839" y="1511"/>
                    </a:lnTo>
                    <a:lnTo>
                      <a:pt x="11793" y="1504"/>
                    </a:lnTo>
                    <a:lnTo>
                      <a:pt x="11747" y="1496"/>
                    </a:lnTo>
                    <a:lnTo>
                      <a:pt x="11708" y="1481"/>
                    </a:lnTo>
                    <a:lnTo>
                      <a:pt x="11624" y="1427"/>
                    </a:lnTo>
                    <a:lnTo>
                      <a:pt x="11540" y="1366"/>
                    </a:lnTo>
                    <a:lnTo>
                      <a:pt x="11463" y="1281"/>
                    </a:lnTo>
                    <a:lnTo>
                      <a:pt x="11394" y="1182"/>
                    </a:lnTo>
                    <a:lnTo>
                      <a:pt x="11325" y="1082"/>
                    </a:lnTo>
                    <a:lnTo>
                      <a:pt x="11256" y="967"/>
                    </a:lnTo>
                    <a:lnTo>
                      <a:pt x="11195" y="844"/>
                    </a:lnTo>
                    <a:lnTo>
                      <a:pt x="11133" y="721"/>
                    </a:lnTo>
                    <a:lnTo>
                      <a:pt x="11034" y="461"/>
                    </a:lnTo>
                    <a:lnTo>
                      <a:pt x="10949" y="215"/>
                    </a:lnTo>
                    <a:lnTo>
                      <a:pt x="1088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4681425" y="3998250"/>
                <a:ext cx="360375" cy="219700"/>
              </a:xfrm>
              <a:custGeom>
                <a:rect b="b" l="l" r="r" t="t"/>
                <a:pathLst>
                  <a:path extrusionOk="0" h="8788" w="14415">
                    <a:moveTo>
                      <a:pt x="898" y="1"/>
                    </a:moveTo>
                    <a:lnTo>
                      <a:pt x="1067" y="798"/>
                    </a:lnTo>
                    <a:lnTo>
                      <a:pt x="1228" y="1511"/>
                    </a:lnTo>
                    <a:lnTo>
                      <a:pt x="1373" y="2140"/>
                    </a:lnTo>
                    <a:lnTo>
                      <a:pt x="1511" y="2677"/>
                    </a:lnTo>
                    <a:lnTo>
                      <a:pt x="1626" y="3129"/>
                    </a:lnTo>
                    <a:lnTo>
                      <a:pt x="1726" y="3482"/>
                    </a:lnTo>
                    <a:lnTo>
                      <a:pt x="1856" y="3926"/>
                    </a:lnTo>
                    <a:lnTo>
                      <a:pt x="1642" y="4149"/>
                    </a:lnTo>
                    <a:lnTo>
                      <a:pt x="1419" y="4386"/>
                    </a:lnTo>
                    <a:lnTo>
                      <a:pt x="1189" y="4639"/>
                    </a:lnTo>
                    <a:lnTo>
                      <a:pt x="967" y="4892"/>
                    </a:lnTo>
                    <a:lnTo>
                      <a:pt x="760" y="5153"/>
                    </a:lnTo>
                    <a:lnTo>
                      <a:pt x="584" y="5391"/>
                    </a:lnTo>
                    <a:lnTo>
                      <a:pt x="515" y="5514"/>
                    </a:lnTo>
                    <a:lnTo>
                      <a:pt x="446" y="5621"/>
                    </a:lnTo>
                    <a:lnTo>
                      <a:pt x="392" y="5721"/>
                    </a:lnTo>
                    <a:lnTo>
                      <a:pt x="354" y="5820"/>
                    </a:lnTo>
                    <a:lnTo>
                      <a:pt x="285" y="6012"/>
                    </a:lnTo>
                    <a:lnTo>
                      <a:pt x="231" y="6204"/>
                    </a:lnTo>
                    <a:lnTo>
                      <a:pt x="177" y="6380"/>
                    </a:lnTo>
                    <a:lnTo>
                      <a:pt x="131" y="6556"/>
                    </a:lnTo>
                    <a:lnTo>
                      <a:pt x="101" y="6717"/>
                    </a:lnTo>
                    <a:lnTo>
                      <a:pt x="70" y="6878"/>
                    </a:lnTo>
                    <a:lnTo>
                      <a:pt x="47" y="7024"/>
                    </a:lnTo>
                    <a:lnTo>
                      <a:pt x="24" y="7170"/>
                    </a:lnTo>
                    <a:lnTo>
                      <a:pt x="1" y="7438"/>
                    </a:lnTo>
                    <a:lnTo>
                      <a:pt x="1" y="7676"/>
                    </a:lnTo>
                    <a:lnTo>
                      <a:pt x="9" y="7890"/>
                    </a:lnTo>
                    <a:lnTo>
                      <a:pt x="39" y="8074"/>
                    </a:lnTo>
                    <a:lnTo>
                      <a:pt x="55" y="8151"/>
                    </a:lnTo>
                    <a:lnTo>
                      <a:pt x="78" y="8228"/>
                    </a:lnTo>
                    <a:lnTo>
                      <a:pt x="101" y="8297"/>
                    </a:lnTo>
                    <a:lnTo>
                      <a:pt x="131" y="8366"/>
                    </a:lnTo>
                    <a:lnTo>
                      <a:pt x="177" y="8427"/>
                    </a:lnTo>
                    <a:lnTo>
                      <a:pt x="216" y="8481"/>
                    </a:lnTo>
                    <a:lnTo>
                      <a:pt x="262" y="8534"/>
                    </a:lnTo>
                    <a:lnTo>
                      <a:pt x="315" y="8588"/>
                    </a:lnTo>
                    <a:lnTo>
                      <a:pt x="377" y="8634"/>
                    </a:lnTo>
                    <a:lnTo>
                      <a:pt x="430" y="8672"/>
                    </a:lnTo>
                    <a:lnTo>
                      <a:pt x="499" y="8703"/>
                    </a:lnTo>
                    <a:lnTo>
                      <a:pt x="561" y="8734"/>
                    </a:lnTo>
                    <a:lnTo>
                      <a:pt x="630" y="8757"/>
                    </a:lnTo>
                    <a:lnTo>
                      <a:pt x="706" y="8772"/>
                    </a:lnTo>
                    <a:lnTo>
                      <a:pt x="775" y="8780"/>
                    </a:lnTo>
                    <a:lnTo>
                      <a:pt x="852" y="8787"/>
                    </a:lnTo>
                    <a:lnTo>
                      <a:pt x="14361" y="8787"/>
                    </a:lnTo>
                    <a:lnTo>
                      <a:pt x="14415" y="7998"/>
                    </a:lnTo>
                    <a:lnTo>
                      <a:pt x="13986" y="7890"/>
                    </a:lnTo>
                    <a:lnTo>
                      <a:pt x="13579" y="7775"/>
                    </a:lnTo>
                    <a:lnTo>
                      <a:pt x="13181" y="7660"/>
                    </a:lnTo>
                    <a:lnTo>
                      <a:pt x="12805" y="7538"/>
                    </a:lnTo>
                    <a:lnTo>
                      <a:pt x="12445" y="7407"/>
                    </a:lnTo>
                    <a:lnTo>
                      <a:pt x="12092" y="7277"/>
                    </a:lnTo>
                    <a:lnTo>
                      <a:pt x="11762" y="7147"/>
                    </a:lnTo>
                    <a:lnTo>
                      <a:pt x="11448" y="7016"/>
                    </a:lnTo>
                    <a:lnTo>
                      <a:pt x="11149" y="6878"/>
                    </a:lnTo>
                    <a:lnTo>
                      <a:pt x="10857" y="6740"/>
                    </a:lnTo>
                    <a:lnTo>
                      <a:pt x="10589" y="6595"/>
                    </a:lnTo>
                    <a:lnTo>
                      <a:pt x="10328" y="6457"/>
                    </a:lnTo>
                    <a:lnTo>
                      <a:pt x="10083" y="6311"/>
                    </a:lnTo>
                    <a:lnTo>
                      <a:pt x="9845" y="6165"/>
                    </a:lnTo>
                    <a:lnTo>
                      <a:pt x="9623" y="6027"/>
                    </a:lnTo>
                    <a:lnTo>
                      <a:pt x="9416" y="5882"/>
                    </a:lnTo>
                    <a:lnTo>
                      <a:pt x="9217" y="5736"/>
                    </a:lnTo>
                    <a:lnTo>
                      <a:pt x="9025" y="5598"/>
                    </a:lnTo>
                    <a:lnTo>
                      <a:pt x="8849" y="5452"/>
                    </a:lnTo>
                    <a:lnTo>
                      <a:pt x="8688" y="5314"/>
                    </a:lnTo>
                    <a:lnTo>
                      <a:pt x="8527" y="5176"/>
                    </a:lnTo>
                    <a:lnTo>
                      <a:pt x="8381" y="5038"/>
                    </a:lnTo>
                    <a:lnTo>
                      <a:pt x="8113" y="4777"/>
                    </a:lnTo>
                    <a:lnTo>
                      <a:pt x="7883" y="4524"/>
                    </a:lnTo>
                    <a:lnTo>
                      <a:pt x="7676" y="4287"/>
                    </a:lnTo>
                    <a:lnTo>
                      <a:pt x="7499" y="4072"/>
                    </a:lnTo>
                    <a:lnTo>
                      <a:pt x="7346" y="3873"/>
                    </a:lnTo>
                    <a:lnTo>
                      <a:pt x="7553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4678750" y="4101950"/>
                <a:ext cx="374750" cy="119250"/>
              </a:xfrm>
              <a:custGeom>
                <a:rect b="b" l="l" r="r" t="t"/>
                <a:pathLst>
                  <a:path extrusionOk="0" h="4770" w="14990">
                    <a:moveTo>
                      <a:pt x="1488" y="1"/>
                    </a:moveTo>
                    <a:lnTo>
                      <a:pt x="1365" y="8"/>
                    </a:lnTo>
                    <a:lnTo>
                      <a:pt x="1250" y="24"/>
                    </a:lnTo>
                    <a:lnTo>
                      <a:pt x="1128" y="54"/>
                    </a:lnTo>
                    <a:lnTo>
                      <a:pt x="1013" y="93"/>
                    </a:lnTo>
                    <a:lnTo>
                      <a:pt x="905" y="139"/>
                    </a:lnTo>
                    <a:lnTo>
                      <a:pt x="806" y="200"/>
                    </a:lnTo>
                    <a:lnTo>
                      <a:pt x="706" y="261"/>
                    </a:lnTo>
                    <a:lnTo>
                      <a:pt x="606" y="338"/>
                    </a:lnTo>
                    <a:lnTo>
                      <a:pt x="522" y="422"/>
                    </a:lnTo>
                    <a:lnTo>
                      <a:pt x="445" y="514"/>
                    </a:lnTo>
                    <a:lnTo>
                      <a:pt x="369" y="606"/>
                    </a:lnTo>
                    <a:lnTo>
                      <a:pt x="307" y="714"/>
                    </a:lnTo>
                    <a:lnTo>
                      <a:pt x="254" y="821"/>
                    </a:lnTo>
                    <a:lnTo>
                      <a:pt x="208" y="928"/>
                    </a:lnTo>
                    <a:lnTo>
                      <a:pt x="177" y="1051"/>
                    </a:lnTo>
                    <a:lnTo>
                      <a:pt x="154" y="1166"/>
                    </a:lnTo>
                    <a:lnTo>
                      <a:pt x="116" y="1450"/>
                    </a:lnTo>
                    <a:lnTo>
                      <a:pt x="85" y="1734"/>
                    </a:lnTo>
                    <a:lnTo>
                      <a:pt x="62" y="2040"/>
                    </a:lnTo>
                    <a:lnTo>
                      <a:pt x="39" y="2339"/>
                    </a:lnTo>
                    <a:lnTo>
                      <a:pt x="16" y="2945"/>
                    </a:lnTo>
                    <a:lnTo>
                      <a:pt x="1" y="3512"/>
                    </a:lnTo>
                    <a:lnTo>
                      <a:pt x="1" y="4011"/>
                    </a:lnTo>
                    <a:lnTo>
                      <a:pt x="8" y="4409"/>
                    </a:lnTo>
                    <a:lnTo>
                      <a:pt x="16" y="4770"/>
                    </a:lnTo>
                    <a:lnTo>
                      <a:pt x="14982" y="4770"/>
                    </a:lnTo>
                    <a:lnTo>
                      <a:pt x="14990" y="4724"/>
                    </a:lnTo>
                    <a:lnTo>
                      <a:pt x="14990" y="4609"/>
                    </a:lnTo>
                    <a:lnTo>
                      <a:pt x="14990" y="4524"/>
                    </a:lnTo>
                    <a:lnTo>
                      <a:pt x="14982" y="4432"/>
                    </a:lnTo>
                    <a:lnTo>
                      <a:pt x="14959" y="4333"/>
                    </a:lnTo>
                    <a:lnTo>
                      <a:pt x="14936" y="4218"/>
                    </a:lnTo>
                    <a:lnTo>
                      <a:pt x="14890" y="4103"/>
                    </a:lnTo>
                    <a:lnTo>
                      <a:pt x="14836" y="3980"/>
                    </a:lnTo>
                    <a:lnTo>
                      <a:pt x="14767" y="3865"/>
                    </a:lnTo>
                    <a:lnTo>
                      <a:pt x="14675" y="3742"/>
                    </a:lnTo>
                    <a:lnTo>
                      <a:pt x="14622" y="3689"/>
                    </a:lnTo>
                    <a:lnTo>
                      <a:pt x="14560" y="3627"/>
                    </a:lnTo>
                    <a:lnTo>
                      <a:pt x="14499" y="3574"/>
                    </a:lnTo>
                    <a:lnTo>
                      <a:pt x="14430" y="3520"/>
                    </a:lnTo>
                    <a:lnTo>
                      <a:pt x="14353" y="3466"/>
                    </a:lnTo>
                    <a:lnTo>
                      <a:pt x="14269" y="3413"/>
                    </a:lnTo>
                    <a:lnTo>
                      <a:pt x="14177" y="3367"/>
                    </a:lnTo>
                    <a:lnTo>
                      <a:pt x="14077" y="3321"/>
                    </a:lnTo>
                    <a:lnTo>
                      <a:pt x="13909" y="3244"/>
                    </a:lnTo>
                    <a:lnTo>
                      <a:pt x="13686" y="3129"/>
                    </a:lnTo>
                    <a:lnTo>
                      <a:pt x="13119" y="2822"/>
                    </a:lnTo>
                    <a:lnTo>
                      <a:pt x="12421" y="2431"/>
                    </a:lnTo>
                    <a:lnTo>
                      <a:pt x="11647" y="1987"/>
                    </a:lnTo>
                    <a:lnTo>
                      <a:pt x="10842" y="1511"/>
                    </a:lnTo>
                    <a:lnTo>
                      <a:pt x="10037" y="1028"/>
                    </a:lnTo>
                    <a:lnTo>
                      <a:pt x="8641" y="192"/>
                    </a:lnTo>
                    <a:lnTo>
                      <a:pt x="8557" y="146"/>
                    </a:lnTo>
                    <a:lnTo>
                      <a:pt x="8473" y="108"/>
                    </a:lnTo>
                    <a:lnTo>
                      <a:pt x="8388" y="77"/>
                    </a:lnTo>
                    <a:lnTo>
                      <a:pt x="8304" y="47"/>
                    </a:lnTo>
                    <a:lnTo>
                      <a:pt x="8212" y="31"/>
                    </a:lnTo>
                    <a:lnTo>
                      <a:pt x="8120" y="16"/>
                    </a:lnTo>
                    <a:lnTo>
                      <a:pt x="8028" y="1"/>
                    </a:lnTo>
                    <a:lnTo>
                      <a:pt x="4608" y="1"/>
                    </a:lnTo>
                    <a:lnTo>
                      <a:pt x="4516" y="215"/>
                    </a:lnTo>
                    <a:lnTo>
                      <a:pt x="4409" y="461"/>
                    </a:lnTo>
                    <a:lnTo>
                      <a:pt x="4279" y="721"/>
                    </a:lnTo>
                    <a:lnTo>
                      <a:pt x="4210" y="844"/>
                    </a:lnTo>
                    <a:lnTo>
                      <a:pt x="4133" y="967"/>
                    </a:lnTo>
                    <a:lnTo>
                      <a:pt x="4056" y="1082"/>
                    </a:lnTo>
                    <a:lnTo>
                      <a:pt x="3972" y="1182"/>
                    </a:lnTo>
                    <a:lnTo>
                      <a:pt x="3888" y="1281"/>
                    </a:lnTo>
                    <a:lnTo>
                      <a:pt x="3803" y="1366"/>
                    </a:lnTo>
                    <a:lnTo>
                      <a:pt x="3719" y="1427"/>
                    </a:lnTo>
                    <a:lnTo>
                      <a:pt x="3627" y="1481"/>
                    </a:lnTo>
                    <a:lnTo>
                      <a:pt x="3581" y="1496"/>
                    </a:lnTo>
                    <a:lnTo>
                      <a:pt x="3543" y="1504"/>
                    </a:lnTo>
                    <a:lnTo>
                      <a:pt x="3497" y="1511"/>
                    </a:lnTo>
                    <a:lnTo>
                      <a:pt x="3405" y="1511"/>
                    </a:lnTo>
                    <a:lnTo>
                      <a:pt x="3359" y="1496"/>
                    </a:lnTo>
                    <a:lnTo>
                      <a:pt x="3259" y="1465"/>
                    </a:lnTo>
                    <a:lnTo>
                      <a:pt x="3167" y="1404"/>
                    </a:lnTo>
                    <a:lnTo>
                      <a:pt x="3075" y="1335"/>
                    </a:lnTo>
                    <a:lnTo>
                      <a:pt x="2975" y="1251"/>
                    </a:lnTo>
                    <a:lnTo>
                      <a:pt x="2883" y="1151"/>
                    </a:lnTo>
                    <a:lnTo>
                      <a:pt x="2791" y="1043"/>
                    </a:lnTo>
                    <a:lnTo>
                      <a:pt x="2707" y="928"/>
                    </a:lnTo>
                    <a:lnTo>
                      <a:pt x="2623" y="813"/>
                    </a:lnTo>
                    <a:lnTo>
                      <a:pt x="2538" y="691"/>
                    </a:lnTo>
                    <a:lnTo>
                      <a:pt x="2385" y="438"/>
                    </a:lnTo>
                    <a:lnTo>
                      <a:pt x="2255" y="208"/>
                    </a:lnTo>
                    <a:lnTo>
                      <a:pt x="21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4125000" y="1777675"/>
                <a:ext cx="858725" cy="2289800"/>
              </a:xfrm>
              <a:custGeom>
                <a:rect b="b" l="l" r="r" t="t"/>
                <a:pathLst>
                  <a:path extrusionOk="0" h="91592" w="34349">
                    <a:moveTo>
                      <a:pt x="8388" y="0"/>
                    </a:moveTo>
                    <a:lnTo>
                      <a:pt x="7928" y="1656"/>
                    </a:lnTo>
                    <a:lnTo>
                      <a:pt x="7445" y="3397"/>
                    </a:lnTo>
                    <a:lnTo>
                      <a:pt x="6885" y="5467"/>
                    </a:lnTo>
                    <a:lnTo>
                      <a:pt x="6602" y="6556"/>
                    </a:lnTo>
                    <a:lnTo>
                      <a:pt x="6318" y="7637"/>
                    </a:lnTo>
                    <a:lnTo>
                      <a:pt x="6050" y="8702"/>
                    </a:lnTo>
                    <a:lnTo>
                      <a:pt x="5812" y="9707"/>
                    </a:lnTo>
                    <a:lnTo>
                      <a:pt x="5597" y="10627"/>
                    </a:lnTo>
                    <a:lnTo>
                      <a:pt x="5421" y="11440"/>
                    </a:lnTo>
                    <a:lnTo>
                      <a:pt x="5360" y="11800"/>
                    </a:lnTo>
                    <a:lnTo>
                      <a:pt x="5298" y="12122"/>
                    </a:lnTo>
                    <a:lnTo>
                      <a:pt x="5260" y="12398"/>
                    </a:lnTo>
                    <a:lnTo>
                      <a:pt x="5229" y="12636"/>
                    </a:lnTo>
                    <a:lnTo>
                      <a:pt x="5137" y="13885"/>
                    </a:lnTo>
                    <a:lnTo>
                      <a:pt x="4953" y="16653"/>
                    </a:lnTo>
                    <a:lnTo>
                      <a:pt x="4332" y="25823"/>
                    </a:lnTo>
                    <a:lnTo>
                      <a:pt x="2546" y="52620"/>
                    </a:lnTo>
                    <a:lnTo>
                      <a:pt x="0" y="90902"/>
                    </a:lnTo>
                    <a:lnTo>
                      <a:pt x="8097" y="90902"/>
                    </a:lnTo>
                    <a:lnTo>
                      <a:pt x="19643" y="20725"/>
                    </a:lnTo>
                    <a:lnTo>
                      <a:pt x="23094" y="91592"/>
                    </a:lnTo>
                    <a:lnTo>
                      <a:pt x="30201" y="91592"/>
                    </a:lnTo>
                    <a:lnTo>
                      <a:pt x="30860" y="79133"/>
                    </a:lnTo>
                    <a:lnTo>
                      <a:pt x="31543" y="66336"/>
                    </a:lnTo>
                    <a:lnTo>
                      <a:pt x="32309" y="51615"/>
                    </a:lnTo>
                    <a:lnTo>
                      <a:pt x="33076" y="36825"/>
                    </a:lnTo>
                    <a:lnTo>
                      <a:pt x="33429" y="29979"/>
                    </a:lnTo>
                    <a:lnTo>
                      <a:pt x="33743" y="23807"/>
                    </a:lnTo>
                    <a:lnTo>
                      <a:pt x="34004" y="18539"/>
                    </a:lnTo>
                    <a:lnTo>
                      <a:pt x="34195" y="14399"/>
                    </a:lnTo>
                    <a:lnTo>
                      <a:pt x="34265" y="12835"/>
                    </a:lnTo>
                    <a:lnTo>
                      <a:pt x="34318" y="11631"/>
                    </a:lnTo>
                    <a:lnTo>
                      <a:pt x="34341" y="10834"/>
                    </a:lnTo>
                    <a:lnTo>
                      <a:pt x="34349" y="10596"/>
                    </a:lnTo>
                    <a:lnTo>
                      <a:pt x="34349" y="10466"/>
                    </a:lnTo>
                    <a:lnTo>
                      <a:pt x="34334" y="10297"/>
                    </a:lnTo>
                    <a:lnTo>
                      <a:pt x="34303" y="10090"/>
                    </a:lnTo>
                    <a:lnTo>
                      <a:pt x="34257" y="9845"/>
                    </a:lnTo>
                    <a:lnTo>
                      <a:pt x="34203" y="9569"/>
                    </a:lnTo>
                    <a:lnTo>
                      <a:pt x="34057" y="8932"/>
                    </a:lnTo>
                    <a:lnTo>
                      <a:pt x="33873" y="8196"/>
                    </a:lnTo>
                    <a:lnTo>
                      <a:pt x="33659" y="7384"/>
                    </a:lnTo>
                    <a:lnTo>
                      <a:pt x="33429" y="6525"/>
                    </a:lnTo>
                    <a:lnTo>
                      <a:pt x="33183" y="5636"/>
                    </a:lnTo>
                    <a:lnTo>
                      <a:pt x="32930" y="4739"/>
                    </a:lnTo>
                    <a:lnTo>
                      <a:pt x="32432" y="3029"/>
                    </a:lnTo>
                    <a:lnTo>
                      <a:pt x="32003" y="1580"/>
                    </a:lnTo>
                    <a:lnTo>
                      <a:pt x="31581" y="200"/>
                    </a:lnTo>
                    <a:lnTo>
                      <a:pt x="8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>
                <a:off x="4624325" y="2309775"/>
                <a:ext cx="134775" cy="1737000"/>
              </a:xfrm>
              <a:custGeom>
                <a:rect b="b" l="l" r="r" t="t"/>
                <a:pathLst>
                  <a:path extrusionOk="0" h="69480" w="5391">
                    <a:moveTo>
                      <a:pt x="0" y="0"/>
                    </a:moveTo>
                    <a:lnTo>
                      <a:pt x="606" y="8695"/>
                    </a:lnTo>
                    <a:lnTo>
                      <a:pt x="1257" y="17382"/>
                    </a:lnTo>
                    <a:lnTo>
                      <a:pt x="2561" y="34755"/>
                    </a:lnTo>
                    <a:lnTo>
                      <a:pt x="3956" y="52121"/>
                    </a:lnTo>
                    <a:lnTo>
                      <a:pt x="4654" y="60800"/>
                    </a:lnTo>
                    <a:lnTo>
                      <a:pt x="5390" y="69480"/>
                    </a:lnTo>
                    <a:lnTo>
                      <a:pt x="4784" y="60793"/>
                    </a:lnTo>
                    <a:lnTo>
                      <a:pt x="4133" y="52106"/>
                    </a:lnTo>
                    <a:lnTo>
                      <a:pt x="2829" y="34732"/>
                    </a:lnTo>
                    <a:lnTo>
                      <a:pt x="1434" y="17366"/>
                    </a:lnTo>
                    <a:lnTo>
                      <a:pt x="736" y="86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9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>
                <a:off x="4291950" y="2306500"/>
                <a:ext cx="296150" cy="1723975"/>
              </a:xfrm>
              <a:custGeom>
                <a:rect b="b" l="l" r="r" t="t"/>
                <a:pathLst>
                  <a:path extrusionOk="0" h="68959" w="11846">
                    <a:moveTo>
                      <a:pt x="11846" y="1"/>
                    </a:moveTo>
                    <a:lnTo>
                      <a:pt x="10297" y="8611"/>
                    </a:lnTo>
                    <a:lnTo>
                      <a:pt x="8795" y="17229"/>
                    </a:lnTo>
                    <a:lnTo>
                      <a:pt x="5789" y="34457"/>
                    </a:lnTo>
                    <a:lnTo>
                      <a:pt x="2876" y="51700"/>
                    </a:lnTo>
                    <a:lnTo>
                      <a:pt x="1419" y="60326"/>
                    </a:lnTo>
                    <a:lnTo>
                      <a:pt x="0" y="68959"/>
                    </a:lnTo>
                    <a:lnTo>
                      <a:pt x="1549" y="60349"/>
                    </a:lnTo>
                    <a:lnTo>
                      <a:pt x="3052" y="51731"/>
                    </a:lnTo>
                    <a:lnTo>
                      <a:pt x="6057" y="34503"/>
                    </a:lnTo>
                    <a:lnTo>
                      <a:pt x="8971" y="17260"/>
                    </a:lnTo>
                    <a:lnTo>
                      <a:pt x="10428" y="8634"/>
                    </a:lnTo>
                    <a:lnTo>
                      <a:pt x="11846" y="1"/>
                    </a:lnTo>
                    <a:close/>
                  </a:path>
                </a:pathLst>
              </a:custGeom>
              <a:solidFill>
                <a:srgbClr val="0029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4271825" y="3066900"/>
                <a:ext cx="39500" cy="49275"/>
              </a:xfrm>
              <a:custGeom>
                <a:rect b="b" l="l" r="r" t="t"/>
                <a:pathLst>
                  <a:path extrusionOk="0" h="1971" w="1580">
                    <a:moveTo>
                      <a:pt x="0" y="0"/>
                    </a:moveTo>
                    <a:lnTo>
                      <a:pt x="69" y="146"/>
                    </a:lnTo>
                    <a:lnTo>
                      <a:pt x="146" y="292"/>
                    </a:lnTo>
                    <a:lnTo>
                      <a:pt x="223" y="422"/>
                    </a:lnTo>
                    <a:lnTo>
                      <a:pt x="307" y="560"/>
                    </a:lnTo>
                    <a:lnTo>
                      <a:pt x="491" y="821"/>
                    </a:lnTo>
                    <a:lnTo>
                      <a:pt x="683" y="1074"/>
                    </a:lnTo>
                    <a:lnTo>
                      <a:pt x="882" y="1311"/>
                    </a:lnTo>
                    <a:lnTo>
                      <a:pt x="1097" y="1549"/>
                    </a:lnTo>
                    <a:lnTo>
                      <a:pt x="1212" y="1656"/>
                    </a:lnTo>
                    <a:lnTo>
                      <a:pt x="1327" y="1771"/>
                    </a:lnTo>
                    <a:lnTo>
                      <a:pt x="1449" y="1871"/>
                    </a:lnTo>
                    <a:lnTo>
                      <a:pt x="1580" y="1971"/>
                    </a:lnTo>
                    <a:lnTo>
                      <a:pt x="1503" y="1825"/>
                    </a:lnTo>
                    <a:lnTo>
                      <a:pt x="1434" y="1687"/>
                    </a:lnTo>
                    <a:lnTo>
                      <a:pt x="1350" y="1549"/>
                    </a:lnTo>
                    <a:lnTo>
                      <a:pt x="1265" y="1411"/>
                    </a:lnTo>
                    <a:lnTo>
                      <a:pt x="1081" y="1150"/>
                    </a:lnTo>
                    <a:lnTo>
                      <a:pt x="890" y="905"/>
                    </a:lnTo>
                    <a:lnTo>
                      <a:pt x="690" y="660"/>
                    </a:lnTo>
                    <a:lnTo>
                      <a:pt x="476" y="430"/>
                    </a:lnTo>
                    <a:lnTo>
                      <a:pt x="361" y="315"/>
                    </a:lnTo>
                    <a:lnTo>
                      <a:pt x="246" y="207"/>
                    </a:lnTo>
                    <a:lnTo>
                      <a:pt x="123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9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4799125" y="3109075"/>
                <a:ext cx="35475" cy="33750"/>
              </a:xfrm>
              <a:custGeom>
                <a:rect b="b" l="l" r="r" t="t"/>
                <a:pathLst>
                  <a:path extrusionOk="0" h="1350" w="1419">
                    <a:moveTo>
                      <a:pt x="1419" y="0"/>
                    </a:moveTo>
                    <a:lnTo>
                      <a:pt x="1312" y="69"/>
                    </a:lnTo>
                    <a:lnTo>
                      <a:pt x="1212" y="138"/>
                    </a:lnTo>
                    <a:lnTo>
                      <a:pt x="1012" y="291"/>
                    </a:lnTo>
                    <a:lnTo>
                      <a:pt x="828" y="452"/>
                    </a:lnTo>
                    <a:lnTo>
                      <a:pt x="652" y="613"/>
                    </a:lnTo>
                    <a:lnTo>
                      <a:pt x="476" y="782"/>
                    </a:lnTo>
                    <a:lnTo>
                      <a:pt x="307" y="958"/>
                    </a:lnTo>
                    <a:lnTo>
                      <a:pt x="154" y="1150"/>
                    </a:lnTo>
                    <a:lnTo>
                      <a:pt x="77" y="1250"/>
                    </a:lnTo>
                    <a:lnTo>
                      <a:pt x="0" y="1350"/>
                    </a:lnTo>
                    <a:lnTo>
                      <a:pt x="123" y="1304"/>
                    </a:lnTo>
                    <a:lnTo>
                      <a:pt x="238" y="1250"/>
                    </a:lnTo>
                    <a:lnTo>
                      <a:pt x="345" y="1188"/>
                    </a:lnTo>
                    <a:lnTo>
                      <a:pt x="453" y="1119"/>
                    </a:lnTo>
                    <a:lnTo>
                      <a:pt x="552" y="1050"/>
                    </a:lnTo>
                    <a:lnTo>
                      <a:pt x="652" y="974"/>
                    </a:lnTo>
                    <a:lnTo>
                      <a:pt x="836" y="813"/>
                    </a:lnTo>
                    <a:lnTo>
                      <a:pt x="1012" y="629"/>
                    </a:lnTo>
                    <a:lnTo>
                      <a:pt x="1089" y="537"/>
                    </a:lnTo>
                    <a:lnTo>
                      <a:pt x="1166" y="437"/>
                    </a:lnTo>
                    <a:lnTo>
                      <a:pt x="1243" y="337"/>
                    </a:lnTo>
                    <a:lnTo>
                      <a:pt x="1312" y="230"/>
                    </a:lnTo>
                    <a:lnTo>
                      <a:pt x="1365" y="123"/>
                    </a:ln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0029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4536325" y="710975"/>
                <a:ext cx="168900" cy="261475"/>
              </a:xfrm>
              <a:custGeom>
                <a:rect b="b" l="l" r="r" t="t"/>
                <a:pathLst>
                  <a:path extrusionOk="0" h="10459" w="6756">
                    <a:moveTo>
                      <a:pt x="1" y="1"/>
                    </a:moveTo>
                    <a:lnTo>
                      <a:pt x="1" y="10459"/>
                    </a:lnTo>
                    <a:lnTo>
                      <a:pt x="6756" y="10459"/>
                    </a:lnTo>
                    <a:lnTo>
                      <a:pt x="6756" y="1"/>
                    </a:lnTo>
                    <a:close/>
                  </a:path>
                </a:pathLst>
              </a:custGeom>
              <a:solidFill>
                <a:srgbClr val="EBAF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4536325" y="835000"/>
                <a:ext cx="168900" cy="54450"/>
              </a:xfrm>
              <a:custGeom>
                <a:rect b="b" l="l" r="r" t="t"/>
                <a:pathLst>
                  <a:path extrusionOk="0" h="2178" w="6756">
                    <a:moveTo>
                      <a:pt x="6756" y="0"/>
                    </a:moveTo>
                    <a:lnTo>
                      <a:pt x="6610" y="108"/>
                    </a:lnTo>
                    <a:lnTo>
                      <a:pt x="6457" y="207"/>
                    </a:lnTo>
                    <a:lnTo>
                      <a:pt x="6311" y="299"/>
                    </a:lnTo>
                    <a:lnTo>
                      <a:pt x="6165" y="384"/>
                    </a:lnTo>
                    <a:lnTo>
                      <a:pt x="6020" y="468"/>
                    </a:lnTo>
                    <a:lnTo>
                      <a:pt x="5874" y="537"/>
                    </a:lnTo>
                    <a:lnTo>
                      <a:pt x="5598" y="667"/>
                    </a:lnTo>
                    <a:lnTo>
                      <a:pt x="5330" y="767"/>
                    </a:lnTo>
                    <a:lnTo>
                      <a:pt x="5076" y="851"/>
                    </a:lnTo>
                    <a:lnTo>
                      <a:pt x="4839" y="920"/>
                    </a:lnTo>
                    <a:lnTo>
                      <a:pt x="4616" y="974"/>
                    </a:lnTo>
                    <a:lnTo>
                      <a:pt x="4409" y="1005"/>
                    </a:lnTo>
                    <a:lnTo>
                      <a:pt x="4233" y="1028"/>
                    </a:lnTo>
                    <a:lnTo>
                      <a:pt x="4072" y="1043"/>
                    </a:lnTo>
                    <a:lnTo>
                      <a:pt x="3934" y="1051"/>
                    </a:lnTo>
                    <a:lnTo>
                      <a:pt x="2822" y="1051"/>
                    </a:lnTo>
                    <a:lnTo>
                      <a:pt x="2692" y="1043"/>
                    </a:lnTo>
                    <a:lnTo>
                      <a:pt x="2531" y="1028"/>
                    </a:lnTo>
                    <a:lnTo>
                      <a:pt x="2347" y="1005"/>
                    </a:lnTo>
                    <a:lnTo>
                      <a:pt x="2148" y="974"/>
                    </a:lnTo>
                    <a:lnTo>
                      <a:pt x="1925" y="920"/>
                    </a:lnTo>
                    <a:lnTo>
                      <a:pt x="1688" y="859"/>
                    </a:lnTo>
                    <a:lnTo>
                      <a:pt x="1427" y="775"/>
                    </a:lnTo>
                    <a:lnTo>
                      <a:pt x="1166" y="667"/>
                    </a:lnTo>
                    <a:lnTo>
                      <a:pt x="883" y="545"/>
                    </a:lnTo>
                    <a:lnTo>
                      <a:pt x="745" y="468"/>
                    </a:lnTo>
                    <a:lnTo>
                      <a:pt x="599" y="391"/>
                    </a:lnTo>
                    <a:lnTo>
                      <a:pt x="453" y="307"/>
                    </a:lnTo>
                    <a:lnTo>
                      <a:pt x="300" y="215"/>
                    </a:lnTo>
                    <a:lnTo>
                      <a:pt x="154" y="115"/>
                    </a:lnTo>
                    <a:lnTo>
                      <a:pt x="1" y="8"/>
                    </a:lnTo>
                    <a:lnTo>
                      <a:pt x="1" y="1127"/>
                    </a:lnTo>
                    <a:lnTo>
                      <a:pt x="154" y="1235"/>
                    </a:lnTo>
                    <a:lnTo>
                      <a:pt x="300" y="1334"/>
                    </a:lnTo>
                    <a:lnTo>
                      <a:pt x="453" y="1426"/>
                    </a:lnTo>
                    <a:lnTo>
                      <a:pt x="599" y="1511"/>
                    </a:lnTo>
                    <a:lnTo>
                      <a:pt x="745" y="1588"/>
                    </a:lnTo>
                    <a:lnTo>
                      <a:pt x="883" y="1664"/>
                    </a:lnTo>
                    <a:lnTo>
                      <a:pt x="1166" y="1787"/>
                    </a:lnTo>
                    <a:lnTo>
                      <a:pt x="1427" y="1894"/>
                    </a:lnTo>
                    <a:lnTo>
                      <a:pt x="1688" y="1979"/>
                    </a:lnTo>
                    <a:lnTo>
                      <a:pt x="1925" y="2048"/>
                    </a:lnTo>
                    <a:lnTo>
                      <a:pt x="2148" y="2094"/>
                    </a:lnTo>
                    <a:lnTo>
                      <a:pt x="2347" y="2132"/>
                    </a:lnTo>
                    <a:lnTo>
                      <a:pt x="2531" y="2155"/>
                    </a:lnTo>
                    <a:lnTo>
                      <a:pt x="2692" y="2170"/>
                    </a:lnTo>
                    <a:lnTo>
                      <a:pt x="2822" y="2178"/>
                    </a:lnTo>
                    <a:lnTo>
                      <a:pt x="3934" y="2178"/>
                    </a:lnTo>
                    <a:lnTo>
                      <a:pt x="4072" y="2170"/>
                    </a:lnTo>
                    <a:lnTo>
                      <a:pt x="4233" y="2155"/>
                    </a:lnTo>
                    <a:lnTo>
                      <a:pt x="4409" y="2132"/>
                    </a:lnTo>
                    <a:lnTo>
                      <a:pt x="4616" y="2094"/>
                    </a:lnTo>
                    <a:lnTo>
                      <a:pt x="4839" y="2048"/>
                    </a:lnTo>
                    <a:lnTo>
                      <a:pt x="5076" y="1979"/>
                    </a:lnTo>
                    <a:lnTo>
                      <a:pt x="5330" y="1894"/>
                    </a:lnTo>
                    <a:lnTo>
                      <a:pt x="5598" y="1787"/>
                    </a:lnTo>
                    <a:lnTo>
                      <a:pt x="5874" y="1664"/>
                    </a:lnTo>
                    <a:lnTo>
                      <a:pt x="6020" y="1588"/>
                    </a:lnTo>
                    <a:lnTo>
                      <a:pt x="6165" y="1511"/>
                    </a:lnTo>
                    <a:lnTo>
                      <a:pt x="6311" y="1426"/>
                    </a:lnTo>
                    <a:lnTo>
                      <a:pt x="6457" y="1334"/>
                    </a:lnTo>
                    <a:lnTo>
                      <a:pt x="6610" y="1235"/>
                    </a:lnTo>
                    <a:lnTo>
                      <a:pt x="6756" y="1127"/>
                    </a:lnTo>
                    <a:lnTo>
                      <a:pt x="6756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3898625" y="874675"/>
                <a:ext cx="1254925" cy="947500"/>
              </a:xfrm>
              <a:custGeom>
                <a:rect b="b" l="l" r="r" t="t"/>
                <a:pathLst>
                  <a:path extrusionOk="0" h="37900" w="50197">
                    <a:moveTo>
                      <a:pt x="40214" y="19912"/>
                    </a:moveTo>
                    <a:lnTo>
                      <a:pt x="44930" y="21882"/>
                    </a:lnTo>
                    <a:lnTo>
                      <a:pt x="44968" y="23577"/>
                    </a:lnTo>
                    <a:lnTo>
                      <a:pt x="40575" y="25494"/>
                    </a:lnTo>
                    <a:lnTo>
                      <a:pt x="40214" y="19912"/>
                    </a:lnTo>
                    <a:close/>
                    <a:moveTo>
                      <a:pt x="25095" y="1"/>
                    </a:moveTo>
                    <a:lnTo>
                      <a:pt x="25095" y="2515"/>
                    </a:lnTo>
                    <a:lnTo>
                      <a:pt x="24788" y="2523"/>
                    </a:lnTo>
                    <a:lnTo>
                      <a:pt x="23991" y="2561"/>
                    </a:lnTo>
                    <a:lnTo>
                      <a:pt x="23446" y="2592"/>
                    </a:lnTo>
                    <a:lnTo>
                      <a:pt x="22833" y="2630"/>
                    </a:lnTo>
                    <a:lnTo>
                      <a:pt x="22166" y="2684"/>
                    </a:lnTo>
                    <a:lnTo>
                      <a:pt x="21468" y="2745"/>
                    </a:lnTo>
                    <a:lnTo>
                      <a:pt x="20740" y="2830"/>
                    </a:lnTo>
                    <a:lnTo>
                      <a:pt x="20019" y="2922"/>
                    </a:lnTo>
                    <a:lnTo>
                      <a:pt x="19659" y="2983"/>
                    </a:lnTo>
                    <a:lnTo>
                      <a:pt x="19306" y="3037"/>
                    </a:lnTo>
                    <a:lnTo>
                      <a:pt x="18969" y="3106"/>
                    </a:lnTo>
                    <a:lnTo>
                      <a:pt x="18632" y="3175"/>
                    </a:lnTo>
                    <a:lnTo>
                      <a:pt x="18310" y="3244"/>
                    </a:lnTo>
                    <a:lnTo>
                      <a:pt x="18003" y="3320"/>
                    </a:lnTo>
                    <a:lnTo>
                      <a:pt x="17711" y="3405"/>
                    </a:lnTo>
                    <a:lnTo>
                      <a:pt x="17443" y="3497"/>
                    </a:lnTo>
                    <a:lnTo>
                      <a:pt x="17190" y="3596"/>
                    </a:lnTo>
                    <a:lnTo>
                      <a:pt x="16968" y="3696"/>
                    </a:lnTo>
                    <a:lnTo>
                      <a:pt x="16761" y="3803"/>
                    </a:lnTo>
                    <a:lnTo>
                      <a:pt x="16669" y="3857"/>
                    </a:lnTo>
                    <a:lnTo>
                      <a:pt x="16592" y="3918"/>
                    </a:lnTo>
                    <a:lnTo>
                      <a:pt x="16393" y="4072"/>
                    </a:lnTo>
                    <a:lnTo>
                      <a:pt x="16124" y="4309"/>
                    </a:lnTo>
                    <a:lnTo>
                      <a:pt x="15795" y="4608"/>
                    </a:lnTo>
                    <a:lnTo>
                      <a:pt x="15404" y="4984"/>
                    </a:lnTo>
                    <a:lnTo>
                      <a:pt x="14951" y="5413"/>
                    </a:lnTo>
                    <a:lnTo>
                      <a:pt x="14461" y="5904"/>
                    </a:lnTo>
                    <a:lnTo>
                      <a:pt x="13916" y="6449"/>
                    </a:lnTo>
                    <a:lnTo>
                      <a:pt x="13334" y="7039"/>
                    </a:lnTo>
                    <a:lnTo>
                      <a:pt x="12069" y="8342"/>
                    </a:lnTo>
                    <a:lnTo>
                      <a:pt x="10696" y="9776"/>
                    </a:lnTo>
                    <a:lnTo>
                      <a:pt x="9991" y="10527"/>
                    </a:lnTo>
                    <a:lnTo>
                      <a:pt x="9270" y="11302"/>
                    </a:lnTo>
                    <a:lnTo>
                      <a:pt x="8542" y="12084"/>
                    </a:lnTo>
                    <a:lnTo>
                      <a:pt x="7813" y="12881"/>
                    </a:lnTo>
                    <a:lnTo>
                      <a:pt x="7093" y="13679"/>
                    </a:lnTo>
                    <a:lnTo>
                      <a:pt x="6380" y="14468"/>
                    </a:lnTo>
                    <a:lnTo>
                      <a:pt x="5674" y="15258"/>
                    </a:lnTo>
                    <a:lnTo>
                      <a:pt x="4992" y="16040"/>
                    </a:lnTo>
                    <a:lnTo>
                      <a:pt x="4332" y="16799"/>
                    </a:lnTo>
                    <a:lnTo>
                      <a:pt x="3704" y="17543"/>
                    </a:lnTo>
                    <a:lnTo>
                      <a:pt x="3113" y="18256"/>
                    </a:lnTo>
                    <a:lnTo>
                      <a:pt x="2554" y="18938"/>
                    </a:lnTo>
                    <a:lnTo>
                      <a:pt x="2040" y="19590"/>
                    </a:lnTo>
                    <a:lnTo>
                      <a:pt x="1572" y="20196"/>
                    </a:lnTo>
                    <a:lnTo>
                      <a:pt x="1166" y="20763"/>
                    </a:lnTo>
                    <a:lnTo>
                      <a:pt x="982" y="21024"/>
                    </a:lnTo>
                    <a:lnTo>
                      <a:pt x="806" y="21277"/>
                    </a:lnTo>
                    <a:lnTo>
                      <a:pt x="652" y="21514"/>
                    </a:lnTo>
                    <a:lnTo>
                      <a:pt x="522" y="21737"/>
                    </a:lnTo>
                    <a:lnTo>
                      <a:pt x="399" y="21944"/>
                    </a:lnTo>
                    <a:lnTo>
                      <a:pt x="300" y="22135"/>
                    </a:lnTo>
                    <a:lnTo>
                      <a:pt x="215" y="22312"/>
                    </a:lnTo>
                    <a:lnTo>
                      <a:pt x="146" y="22465"/>
                    </a:lnTo>
                    <a:lnTo>
                      <a:pt x="100" y="22611"/>
                    </a:lnTo>
                    <a:lnTo>
                      <a:pt x="77" y="22734"/>
                    </a:lnTo>
                    <a:lnTo>
                      <a:pt x="47" y="22956"/>
                    </a:lnTo>
                    <a:lnTo>
                      <a:pt x="24" y="23178"/>
                    </a:lnTo>
                    <a:lnTo>
                      <a:pt x="8" y="23393"/>
                    </a:lnTo>
                    <a:lnTo>
                      <a:pt x="1" y="23600"/>
                    </a:lnTo>
                    <a:lnTo>
                      <a:pt x="1" y="23807"/>
                    </a:lnTo>
                    <a:lnTo>
                      <a:pt x="1" y="24006"/>
                    </a:lnTo>
                    <a:lnTo>
                      <a:pt x="8" y="24198"/>
                    </a:lnTo>
                    <a:lnTo>
                      <a:pt x="16" y="24390"/>
                    </a:lnTo>
                    <a:lnTo>
                      <a:pt x="31" y="24574"/>
                    </a:lnTo>
                    <a:lnTo>
                      <a:pt x="54" y="24750"/>
                    </a:lnTo>
                    <a:lnTo>
                      <a:pt x="77" y="24919"/>
                    </a:lnTo>
                    <a:lnTo>
                      <a:pt x="108" y="25087"/>
                    </a:lnTo>
                    <a:lnTo>
                      <a:pt x="177" y="25409"/>
                    </a:lnTo>
                    <a:lnTo>
                      <a:pt x="261" y="25708"/>
                    </a:lnTo>
                    <a:lnTo>
                      <a:pt x="346" y="25992"/>
                    </a:lnTo>
                    <a:lnTo>
                      <a:pt x="453" y="26253"/>
                    </a:lnTo>
                    <a:lnTo>
                      <a:pt x="560" y="26490"/>
                    </a:lnTo>
                    <a:lnTo>
                      <a:pt x="668" y="26713"/>
                    </a:lnTo>
                    <a:lnTo>
                      <a:pt x="783" y="26912"/>
                    </a:lnTo>
                    <a:lnTo>
                      <a:pt x="898" y="27096"/>
                    </a:lnTo>
                    <a:lnTo>
                      <a:pt x="1013" y="27257"/>
                    </a:lnTo>
                    <a:lnTo>
                      <a:pt x="1128" y="27403"/>
                    </a:lnTo>
                    <a:lnTo>
                      <a:pt x="1212" y="27487"/>
                    </a:lnTo>
                    <a:lnTo>
                      <a:pt x="1350" y="27610"/>
                    </a:lnTo>
                    <a:lnTo>
                      <a:pt x="1534" y="27755"/>
                    </a:lnTo>
                    <a:lnTo>
                      <a:pt x="1764" y="27924"/>
                    </a:lnTo>
                    <a:lnTo>
                      <a:pt x="2354" y="28346"/>
                    </a:lnTo>
                    <a:lnTo>
                      <a:pt x="3075" y="28852"/>
                    </a:lnTo>
                    <a:lnTo>
                      <a:pt x="3911" y="29419"/>
                    </a:lnTo>
                    <a:lnTo>
                      <a:pt x="4823" y="30033"/>
                    </a:lnTo>
                    <a:lnTo>
                      <a:pt x="6778" y="31328"/>
                    </a:lnTo>
                    <a:lnTo>
                      <a:pt x="8710" y="32586"/>
                    </a:lnTo>
                    <a:lnTo>
                      <a:pt x="10374" y="33667"/>
                    </a:lnTo>
                    <a:lnTo>
                      <a:pt x="11984" y="34710"/>
                    </a:lnTo>
                    <a:lnTo>
                      <a:pt x="12291" y="34219"/>
                    </a:lnTo>
                    <a:lnTo>
                      <a:pt x="15235" y="29473"/>
                    </a:lnTo>
                    <a:lnTo>
                      <a:pt x="15864" y="28453"/>
                    </a:lnTo>
                    <a:lnTo>
                      <a:pt x="11654" y="23715"/>
                    </a:lnTo>
                    <a:lnTo>
                      <a:pt x="13234" y="22649"/>
                    </a:lnTo>
                    <a:lnTo>
                      <a:pt x="14875" y="21537"/>
                    </a:lnTo>
                    <a:lnTo>
                      <a:pt x="16768" y="20242"/>
                    </a:lnTo>
                    <a:lnTo>
                      <a:pt x="17152" y="37010"/>
                    </a:lnTo>
                    <a:lnTo>
                      <a:pt x="29335" y="36941"/>
                    </a:lnTo>
                    <a:lnTo>
                      <a:pt x="29335" y="37899"/>
                    </a:lnTo>
                    <a:lnTo>
                      <a:pt x="41380" y="37899"/>
                    </a:lnTo>
                    <a:lnTo>
                      <a:pt x="40705" y="27464"/>
                    </a:lnTo>
                    <a:lnTo>
                      <a:pt x="40950" y="28085"/>
                    </a:lnTo>
                    <a:lnTo>
                      <a:pt x="41226" y="28768"/>
                    </a:lnTo>
                    <a:lnTo>
                      <a:pt x="41533" y="29488"/>
                    </a:lnTo>
                    <a:lnTo>
                      <a:pt x="41870" y="30247"/>
                    </a:lnTo>
                    <a:lnTo>
                      <a:pt x="42047" y="30631"/>
                    </a:lnTo>
                    <a:lnTo>
                      <a:pt x="42231" y="31014"/>
                    </a:lnTo>
                    <a:lnTo>
                      <a:pt x="42422" y="31397"/>
                    </a:lnTo>
                    <a:lnTo>
                      <a:pt x="42622" y="31788"/>
                    </a:lnTo>
                    <a:lnTo>
                      <a:pt x="42821" y="32172"/>
                    </a:lnTo>
                    <a:lnTo>
                      <a:pt x="43028" y="32547"/>
                    </a:lnTo>
                    <a:lnTo>
                      <a:pt x="43235" y="32915"/>
                    </a:lnTo>
                    <a:lnTo>
                      <a:pt x="43458" y="33283"/>
                    </a:lnTo>
                    <a:lnTo>
                      <a:pt x="43672" y="33636"/>
                    </a:lnTo>
                    <a:lnTo>
                      <a:pt x="43895" y="33974"/>
                    </a:lnTo>
                    <a:lnTo>
                      <a:pt x="44125" y="34303"/>
                    </a:lnTo>
                    <a:lnTo>
                      <a:pt x="44355" y="34618"/>
                    </a:lnTo>
                    <a:lnTo>
                      <a:pt x="44592" y="34917"/>
                    </a:lnTo>
                    <a:lnTo>
                      <a:pt x="44822" y="35193"/>
                    </a:lnTo>
                    <a:lnTo>
                      <a:pt x="45060" y="35446"/>
                    </a:lnTo>
                    <a:lnTo>
                      <a:pt x="45305" y="35683"/>
                    </a:lnTo>
                    <a:lnTo>
                      <a:pt x="45420" y="35791"/>
                    </a:lnTo>
                    <a:lnTo>
                      <a:pt x="45543" y="35898"/>
                    </a:lnTo>
                    <a:lnTo>
                      <a:pt x="45666" y="35990"/>
                    </a:lnTo>
                    <a:lnTo>
                      <a:pt x="45788" y="36082"/>
                    </a:lnTo>
                    <a:lnTo>
                      <a:pt x="45911" y="36159"/>
                    </a:lnTo>
                    <a:lnTo>
                      <a:pt x="46034" y="36235"/>
                    </a:lnTo>
                    <a:lnTo>
                      <a:pt x="46156" y="36304"/>
                    </a:lnTo>
                    <a:lnTo>
                      <a:pt x="46279" y="36366"/>
                    </a:lnTo>
                    <a:lnTo>
                      <a:pt x="46402" y="36419"/>
                    </a:lnTo>
                    <a:lnTo>
                      <a:pt x="46524" y="36465"/>
                    </a:lnTo>
                    <a:lnTo>
                      <a:pt x="46647" y="36504"/>
                    </a:lnTo>
                    <a:lnTo>
                      <a:pt x="46770" y="36527"/>
                    </a:lnTo>
                    <a:lnTo>
                      <a:pt x="46892" y="36550"/>
                    </a:lnTo>
                    <a:lnTo>
                      <a:pt x="47015" y="36557"/>
                    </a:lnTo>
                    <a:lnTo>
                      <a:pt x="47138" y="36565"/>
                    </a:lnTo>
                    <a:lnTo>
                      <a:pt x="47260" y="36557"/>
                    </a:lnTo>
                    <a:lnTo>
                      <a:pt x="47375" y="36534"/>
                    </a:lnTo>
                    <a:lnTo>
                      <a:pt x="47490" y="36504"/>
                    </a:lnTo>
                    <a:lnTo>
                      <a:pt x="47598" y="36458"/>
                    </a:lnTo>
                    <a:lnTo>
                      <a:pt x="47705" y="36396"/>
                    </a:lnTo>
                    <a:lnTo>
                      <a:pt x="47812" y="36327"/>
                    </a:lnTo>
                    <a:lnTo>
                      <a:pt x="47912" y="36243"/>
                    </a:lnTo>
                    <a:lnTo>
                      <a:pt x="48012" y="36151"/>
                    </a:lnTo>
                    <a:lnTo>
                      <a:pt x="48104" y="36044"/>
                    </a:lnTo>
                    <a:lnTo>
                      <a:pt x="48196" y="35921"/>
                    </a:lnTo>
                    <a:lnTo>
                      <a:pt x="48288" y="35791"/>
                    </a:lnTo>
                    <a:lnTo>
                      <a:pt x="48380" y="35653"/>
                    </a:lnTo>
                    <a:lnTo>
                      <a:pt x="48464" y="35499"/>
                    </a:lnTo>
                    <a:lnTo>
                      <a:pt x="48548" y="35338"/>
                    </a:lnTo>
                    <a:lnTo>
                      <a:pt x="48625" y="35170"/>
                    </a:lnTo>
                    <a:lnTo>
                      <a:pt x="48702" y="34993"/>
                    </a:lnTo>
                    <a:lnTo>
                      <a:pt x="48778" y="34802"/>
                    </a:lnTo>
                    <a:lnTo>
                      <a:pt x="48855" y="34610"/>
                    </a:lnTo>
                    <a:lnTo>
                      <a:pt x="48924" y="34403"/>
                    </a:lnTo>
                    <a:lnTo>
                      <a:pt x="49062" y="33974"/>
                    </a:lnTo>
                    <a:lnTo>
                      <a:pt x="49185" y="33513"/>
                    </a:lnTo>
                    <a:lnTo>
                      <a:pt x="49307" y="33030"/>
                    </a:lnTo>
                    <a:lnTo>
                      <a:pt x="49415" y="32524"/>
                    </a:lnTo>
                    <a:lnTo>
                      <a:pt x="49514" y="32003"/>
                    </a:lnTo>
                    <a:lnTo>
                      <a:pt x="49607" y="31459"/>
                    </a:lnTo>
                    <a:lnTo>
                      <a:pt x="49691" y="30907"/>
                    </a:lnTo>
                    <a:lnTo>
                      <a:pt x="49768" y="30339"/>
                    </a:lnTo>
                    <a:lnTo>
                      <a:pt x="49837" y="29764"/>
                    </a:lnTo>
                    <a:lnTo>
                      <a:pt x="49898" y="29189"/>
                    </a:lnTo>
                    <a:lnTo>
                      <a:pt x="49959" y="28607"/>
                    </a:lnTo>
                    <a:lnTo>
                      <a:pt x="50005" y="28024"/>
                    </a:lnTo>
                    <a:lnTo>
                      <a:pt x="50051" y="27449"/>
                    </a:lnTo>
                    <a:lnTo>
                      <a:pt x="50082" y="26881"/>
                    </a:lnTo>
                    <a:lnTo>
                      <a:pt x="50120" y="26322"/>
                    </a:lnTo>
                    <a:lnTo>
                      <a:pt x="50143" y="25770"/>
                    </a:lnTo>
                    <a:lnTo>
                      <a:pt x="50159" y="25233"/>
                    </a:lnTo>
                    <a:lnTo>
                      <a:pt x="50189" y="24229"/>
                    </a:lnTo>
                    <a:lnTo>
                      <a:pt x="50197" y="23309"/>
                    </a:lnTo>
                    <a:lnTo>
                      <a:pt x="50182" y="22511"/>
                    </a:lnTo>
                    <a:lnTo>
                      <a:pt x="50166" y="22396"/>
                    </a:lnTo>
                    <a:lnTo>
                      <a:pt x="50120" y="22212"/>
                    </a:lnTo>
                    <a:lnTo>
                      <a:pt x="50051" y="21959"/>
                    </a:lnTo>
                    <a:lnTo>
                      <a:pt x="49952" y="21645"/>
                    </a:lnTo>
                    <a:lnTo>
                      <a:pt x="49691" y="20840"/>
                    </a:lnTo>
                    <a:lnTo>
                      <a:pt x="49353" y="19835"/>
                    </a:lnTo>
                    <a:lnTo>
                      <a:pt x="48947" y="18670"/>
                    </a:lnTo>
                    <a:lnTo>
                      <a:pt x="48487" y="17382"/>
                    </a:lnTo>
                    <a:lnTo>
                      <a:pt x="47981" y="16009"/>
                    </a:lnTo>
                    <a:lnTo>
                      <a:pt x="47460" y="14583"/>
                    </a:lnTo>
                    <a:lnTo>
                      <a:pt x="46915" y="13150"/>
                    </a:lnTo>
                    <a:lnTo>
                      <a:pt x="46379" y="11739"/>
                    </a:lnTo>
                    <a:lnTo>
                      <a:pt x="45857" y="10397"/>
                    </a:lnTo>
                    <a:lnTo>
                      <a:pt x="45359" y="9147"/>
                    </a:lnTo>
                    <a:lnTo>
                      <a:pt x="44899" y="8043"/>
                    </a:lnTo>
                    <a:lnTo>
                      <a:pt x="44684" y="7553"/>
                    </a:lnTo>
                    <a:lnTo>
                      <a:pt x="44493" y="7108"/>
                    </a:lnTo>
                    <a:lnTo>
                      <a:pt x="44316" y="6725"/>
                    </a:lnTo>
                    <a:lnTo>
                      <a:pt x="44155" y="6395"/>
                    </a:lnTo>
                    <a:lnTo>
                      <a:pt x="44017" y="6119"/>
                    </a:lnTo>
                    <a:lnTo>
                      <a:pt x="43902" y="5920"/>
                    </a:lnTo>
                    <a:lnTo>
                      <a:pt x="43818" y="5805"/>
                    </a:lnTo>
                    <a:lnTo>
                      <a:pt x="43718" y="5697"/>
                    </a:lnTo>
                    <a:lnTo>
                      <a:pt x="43596" y="5582"/>
                    </a:lnTo>
                    <a:lnTo>
                      <a:pt x="43465" y="5475"/>
                    </a:lnTo>
                    <a:lnTo>
                      <a:pt x="43312" y="5367"/>
                    </a:lnTo>
                    <a:lnTo>
                      <a:pt x="43143" y="5260"/>
                    </a:lnTo>
                    <a:lnTo>
                      <a:pt x="42959" y="5153"/>
                    </a:lnTo>
                    <a:lnTo>
                      <a:pt x="42767" y="5053"/>
                    </a:lnTo>
                    <a:lnTo>
                      <a:pt x="42560" y="4946"/>
                    </a:lnTo>
                    <a:lnTo>
                      <a:pt x="42338" y="4846"/>
                    </a:lnTo>
                    <a:lnTo>
                      <a:pt x="42108" y="4754"/>
                    </a:lnTo>
                    <a:lnTo>
                      <a:pt x="41870" y="4654"/>
                    </a:lnTo>
                    <a:lnTo>
                      <a:pt x="41625" y="4562"/>
                    </a:lnTo>
                    <a:lnTo>
                      <a:pt x="41364" y="4470"/>
                    </a:lnTo>
                    <a:lnTo>
                      <a:pt x="40828" y="4294"/>
                    </a:lnTo>
                    <a:lnTo>
                      <a:pt x="40268" y="4125"/>
                    </a:lnTo>
                    <a:lnTo>
                      <a:pt x="39693" y="3972"/>
                    </a:lnTo>
                    <a:lnTo>
                      <a:pt x="39110" y="3826"/>
                    </a:lnTo>
                    <a:lnTo>
                      <a:pt x="38520" y="3688"/>
                    </a:lnTo>
                    <a:lnTo>
                      <a:pt x="37937" y="3566"/>
                    </a:lnTo>
                    <a:lnTo>
                      <a:pt x="37370" y="3451"/>
                    </a:lnTo>
                    <a:lnTo>
                      <a:pt x="36810" y="3351"/>
                    </a:lnTo>
                    <a:lnTo>
                      <a:pt x="36289" y="3267"/>
                    </a:lnTo>
                    <a:lnTo>
                      <a:pt x="32693" y="2515"/>
                    </a:lnTo>
                    <a:lnTo>
                      <a:pt x="32693" y="200"/>
                    </a:lnTo>
                    <a:lnTo>
                      <a:pt x="30124" y="990"/>
                    </a:lnTo>
                    <a:lnTo>
                      <a:pt x="29335" y="2914"/>
                    </a:lnTo>
                    <a:lnTo>
                      <a:pt x="29335" y="936"/>
                    </a:lnTo>
                    <a:lnTo>
                      <a:pt x="25095" y="1"/>
                    </a:lnTo>
                    <a:close/>
                  </a:path>
                </a:pathLst>
              </a:custGeom>
              <a:solidFill>
                <a:srgbClr val="EAE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4105250" y="1375525"/>
                <a:ext cx="82075" cy="93000"/>
              </a:xfrm>
              <a:custGeom>
                <a:rect b="b" l="l" r="r" t="t"/>
                <a:pathLst>
                  <a:path extrusionOk="0" h="3720" w="3283">
                    <a:moveTo>
                      <a:pt x="1" y="1"/>
                    </a:moveTo>
                    <a:lnTo>
                      <a:pt x="361" y="484"/>
                    </a:lnTo>
                    <a:lnTo>
                      <a:pt x="545" y="721"/>
                    </a:lnTo>
                    <a:lnTo>
                      <a:pt x="729" y="951"/>
                    </a:lnTo>
                    <a:lnTo>
                      <a:pt x="1105" y="1419"/>
                    </a:lnTo>
                    <a:lnTo>
                      <a:pt x="1296" y="1657"/>
                    </a:lnTo>
                    <a:lnTo>
                      <a:pt x="1488" y="1879"/>
                    </a:lnTo>
                    <a:lnTo>
                      <a:pt x="2270" y="2792"/>
                    </a:lnTo>
                    <a:lnTo>
                      <a:pt x="3067" y="3681"/>
                    </a:lnTo>
                    <a:lnTo>
                      <a:pt x="3075" y="3681"/>
                    </a:lnTo>
                    <a:lnTo>
                      <a:pt x="3098" y="3704"/>
                    </a:lnTo>
                    <a:lnTo>
                      <a:pt x="3121" y="3719"/>
                    </a:lnTo>
                    <a:lnTo>
                      <a:pt x="3182" y="3719"/>
                    </a:lnTo>
                    <a:lnTo>
                      <a:pt x="3205" y="3712"/>
                    </a:lnTo>
                    <a:lnTo>
                      <a:pt x="3228" y="3704"/>
                    </a:lnTo>
                    <a:lnTo>
                      <a:pt x="3259" y="3673"/>
                    </a:lnTo>
                    <a:lnTo>
                      <a:pt x="3274" y="3627"/>
                    </a:lnTo>
                    <a:lnTo>
                      <a:pt x="3282" y="3604"/>
                    </a:lnTo>
                    <a:lnTo>
                      <a:pt x="3274" y="3581"/>
                    </a:lnTo>
                    <a:lnTo>
                      <a:pt x="3221" y="3305"/>
                    </a:lnTo>
                    <a:lnTo>
                      <a:pt x="3159" y="3029"/>
                    </a:lnTo>
                    <a:lnTo>
                      <a:pt x="3037" y="2477"/>
                    </a:lnTo>
                    <a:lnTo>
                      <a:pt x="2906" y="1933"/>
                    </a:lnTo>
                    <a:lnTo>
                      <a:pt x="2768" y="1381"/>
                    </a:lnTo>
                    <a:lnTo>
                      <a:pt x="2822" y="1948"/>
                    </a:lnTo>
                    <a:lnTo>
                      <a:pt x="2883" y="2508"/>
                    </a:lnTo>
                    <a:lnTo>
                      <a:pt x="2960" y="3068"/>
                    </a:lnTo>
                    <a:lnTo>
                      <a:pt x="2980" y="3211"/>
                    </a:lnTo>
                    <a:lnTo>
                      <a:pt x="2980" y="3211"/>
                    </a:lnTo>
                    <a:lnTo>
                      <a:pt x="2469" y="2615"/>
                    </a:lnTo>
                    <a:lnTo>
                      <a:pt x="1672" y="1726"/>
                    </a:lnTo>
                    <a:lnTo>
                      <a:pt x="1473" y="1503"/>
                    </a:lnTo>
                    <a:lnTo>
                      <a:pt x="1266" y="1281"/>
                    </a:lnTo>
                    <a:lnTo>
                      <a:pt x="852" y="852"/>
                    </a:lnTo>
                    <a:lnTo>
                      <a:pt x="645" y="629"/>
                    </a:lnTo>
                    <a:lnTo>
                      <a:pt x="430" y="4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4169475" y="1564325"/>
                <a:ext cx="97375" cy="139375"/>
              </a:xfrm>
              <a:custGeom>
                <a:rect b="b" l="l" r="r" t="t"/>
                <a:pathLst>
                  <a:path extrusionOk="0" h="5575" w="3895">
                    <a:moveTo>
                      <a:pt x="3895" y="1"/>
                    </a:moveTo>
                    <a:lnTo>
                      <a:pt x="3466" y="514"/>
                    </a:lnTo>
                    <a:lnTo>
                      <a:pt x="3251" y="775"/>
                    </a:lnTo>
                    <a:lnTo>
                      <a:pt x="3044" y="1036"/>
                    </a:lnTo>
                    <a:lnTo>
                      <a:pt x="3029" y="1067"/>
                    </a:lnTo>
                    <a:lnTo>
                      <a:pt x="3029" y="1097"/>
                    </a:lnTo>
                    <a:lnTo>
                      <a:pt x="3029" y="1105"/>
                    </a:lnTo>
                    <a:lnTo>
                      <a:pt x="3105" y="1573"/>
                    </a:lnTo>
                    <a:lnTo>
                      <a:pt x="3157" y="1866"/>
                    </a:lnTo>
                    <a:lnTo>
                      <a:pt x="3157" y="1866"/>
                    </a:lnTo>
                    <a:lnTo>
                      <a:pt x="2492" y="1703"/>
                    </a:lnTo>
                    <a:lnTo>
                      <a:pt x="2461" y="1695"/>
                    </a:lnTo>
                    <a:lnTo>
                      <a:pt x="2423" y="1703"/>
                    </a:lnTo>
                    <a:lnTo>
                      <a:pt x="2392" y="1726"/>
                    </a:lnTo>
                    <a:lnTo>
                      <a:pt x="2362" y="1749"/>
                    </a:lnTo>
                    <a:lnTo>
                      <a:pt x="2362" y="1757"/>
                    </a:lnTo>
                    <a:lnTo>
                      <a:pt x="2047" y="2217"/>
                    </a:lnTo>
                    <a:lnTo>
                      <a:pt x="1741" y="2692"/>
                    </a:lnTo>
                    <a:lnTo>
                      <a:pt x="1135" y="3635"/>
                    </a:lnTo>
                    <a:lnTo>
                      <a:pt x="843" y="4118"/>
                    </a:lnTo>
                    <a:lnTo>
                      <a:pt x="552" y="4601"/>
                    </a:lnTo>
                    <a:lnTo>
                      <a:pt x="268" y="5084"/>
                    </a:lnTo>
                    <a:lnTo>
                      <a:pt x="0" y="5575"/>
                    </a:lnTo>
                    <a:lnTo>
                      <a:pt x="345" y="5130"/>
                    </a:lnTo>
                    <a:lnTo>
                      <a:pt x="675" y="4678"/>
                    </a:lnTo>
                    <a:lnTo>
                      <a:pt x="1004" y="4225"/>
                    </a:lnTo>
                    <a:lnTo>
                      <a:pt x="1327" y="3765"/>
                    </a:lnTo>
                    <a:lnTo>
                      <a:pt x="1955" y="2838"/>
                    </a:lnTo>
                    <a:lnTo>
                      <a:pt x="2270" y="2370"/>
                    </a:lnTo>
                    <a:lnTo>
                      <a:pt x="2528" y="1969"/>
                    </a:lnTo>
                    <a:lnTo>
                      <a:pt x="2528" y="1969"/>
                    </a:lnTo>
                    <a:lnTo>
                      <a:pt x="3282" y="2140"/>
                    </a:lnTo>
                    <a:lnTo>
                      <a:pt x="3335" y="2140"/>
                    </a:lnTo>
                    <a:lnTo>
                      <a:pt x="3358" y="2132"/>
                    </a:lnTo>
                    <a:lnTo>
                      <a:pt x="3374" y="2117"/>
                    </a:lnTo>
                    <a:lnTo>
                      <a:pt x="3404" y="2086"/>
                    </a:lnTo>
                    <a:lnTo>
                      <a:pt x="3420" y="2040"/>
                    </a:lnTo>
                    <a:lnTo>
                      <a:pt x="3420" y="2025"/>
                    </a:lnTo>
                    <a:lnTo>
                      <a:pt x="3420" y="2002"/>
                    </a:lnTo>
                    <a:lnTo>
                      <a:pt x="3305" y="1534"/>
                    </a:lnTo>
                    <a:lnTo>
                      <a:pt x="3198" y="1099"/>
                    </a:lnTo>
                    <a:lnTo>
                      <a:pt x="3358" y="852"/>
                    </a:lnTo>
                    <a:lnTo>
                      <a:pt x="3542" y="568"/>
                    </a:lnTo>
                    <a:lnTo>
                      <a:pt x="3895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5040450" y="1444525"/>
                <a:ext cx="80150" cy="92625"/>
              </a:xfrm>
              <a:custGeom>
                <a:rect b="b" l="l" r="r" t="t"/>
                <a:pathLst>
                  <a:path extrusionOk="0" h="3705" w="3206">
                    <a:moveTo>
                      <a:pt x="0" y="1"/>
                    </a:moveTo>
                    <a:lnTo>
                      <a:pt x="169" y="262"/>
                    </a:lnTo>
                    <a:lnTo>
                      <a:pt x="338" y="515"/>
                    </a:lnTo>
                    <a:lnTo>
                      <a:pt x="522" y="768"/>
                    </a:lnTo>
                    <a:lnTo>
                      <a:pt x="706" y="1013"/>
                    </a:lnTo>
                    <a:lnTo>
                      <a:pt x="890" y="1251"/>
                    </a:lnTo>
                    <a:lnTo>
                      <a:pt x="1081" y="1496"/>
                    </a:lnTo>
                    <a:lnTo>
                      <a:pt x="1472" y="1964"/>
                    </a:lnTo>
                    <a:lnTo>
                      <a:pt x="1879" y="2424"/>
                    </a:lnTo>
                    <a:lnTo>
                      <a:pt x="2086" y="2654"/>
                    </a:lnTo>
                    <a:lnTo>
                      <a:pt x="2293" y="2876"/>
                    </a:lnTo>
                    <a:lnTo>
                      <a:pt x="2507" y="3098"/>
                    </a:lnTo>
                    <a:lnTo>
                      <a:pt x="2730" y="3313"/>
                    </a:lnTo>
                    <a:lnTo>
                      <a:pt x="2845" y="3413"/>
                    </a:lnTo>
                    <a:lnTo>
                      <a:pt x="2960" y="3520"/>
                    </a:lnTo>
                    <a:lnTo>
                      <a:pt x="3082" y="3612"/>
                    </a:lnTo>
                    <a:lnTo>
                      <a:pt x="3205" y="3704"/>
                    </a:lnTo>
                    <a:lnTo>
                      <a:pt x="3013" y="3466"/>
                    </a:lnTo>
                    <a:lnTo>
                      <a:pt x="2829" y="3221"/>
                    </a:lnTo>
                    <a:lnTo>
                      <a:pt x="2645" y="2976"/>
                    </a:lnTo>
                    <a:lnTo>
                      <a:pt x="2454" y="2738"/>
                    </a:lnTo>
                    <a:lnTo>
                      <a:pt x="2070" y="2263"/>
                    </a:lnTo>
                    <a:lnTo>
                      <a:pt x="1679" y="1787"/>
                    </a:lnTo>
                    <a:lnTo>
                      <a:pt x="1281" y="1327"/>
                    </a:lnTo>
                    <a:lnTo>
                      <a:pt x="867" y="875"/>
                    </a:lnTo>
                    <a:lnTo>
                      <a:pt x="660" y="653"/>
                    </a:lnTo>
                    <a:lnTo>
                      <a:pt x="445" y="430"/>
                    </a:lnTo>
                    <a:lnTo>
                      <a:pt x="223" y="2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5072450" y="1483450"/>
                <a:ext cx="42000" cy="9800"/>
              </a:xfrm>
              <a:custGeom>
                <a:rect b="b" l="l" r="r" t="t"/>
                <a:pathLst>
                  <a:path extrusionOk="0" h="392" w="1680">
                    <a:moveTo>
                      <a:pt x="338" y="0"/>
                    </a:moveTo>
                    <a:lnTo>
                      <a:pt x="223" y="8"/>
                    </a:lnTo>
                    <a:lnTo>
                      <a:pt x="116" y="16"/>
                    </a:lnTo>
                    <a:lnTo>
                      <a:pt x="1" y="23"/>
                    </a:lnTo>
                    <a:lnTo>
                      <a:pt x="100" y="85"/>
                    </a:lnTo>
                    <a:lnTo>
                      <a:pt x="200" y="138"/>
                    </a:lnTo>
                    <a:lnTo>
                      <a:pt x="300" y="177"/>
                    </a:lnTo>
                    <a:lnTo>
                      <a:pt x="399" y="215"/>
                    </a:lnTo>
                    <a:lnTo>
                      <a:pt x="606" y="284"/>
                    </a:lnTo>
                    <a:lnTo>
                      <a:pt x="813" y="330"/>
                    </a:lnTo>
                    <a:lnTo>
                      <a:pt x="1028" y="368"/>
                    </a:lnTo>
                    <a:lnTo>
                      <a:pt x="1235" y="391"/>
                    </a:lnTo>
                    <a:lnTo>
                      <a:pt x="1457" y="391"/>
                    </a:lnTo>
                    <a:lnTo>
                      <a:pt x="1565" y="384"/>
                    </a:lnTo>
                    <a:lnTo>
                      <a:pt x="1680" y="368"/>
                    </a:lnTo>
                    <a:lnTo>
                      <a:pt x="1580" y="315"/>
                    </a:lnTo>
                    <a:lnTo>
                      <a:pt x="1480" y="261"/>
                    </a:lnTo>
                    <a:lnTo>
                      <a:pt x="1381" y="223"/>
                    </a:lnTo>
                    <a:lnTo>
                      <a:pt x="1281" y="184"/>
                    </a:lnTo>
                    <a:lnTo>
                      <a:pt x="1074" y="115"/>
                    </a:lnTo>
                    <a:lnTo>
                      <a:pt x="867" y="62"/>
                    </a:lnTo>
                    <a:lnTo>
                      <a:pt x="660" y="31"/>
                    </a:lnTo>
                    <a:lnTo>
                      <a:pt x="445" y="8"/>
                    </a:ln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4634850" y="1661700"/>
                <a:ext cx="6750" cy="127100"/>
              </a:xfrm>
              <a:custGeom>
                <a:rect b="b" l="l" r="r" t="t"/>
                <a:pathLst>
                  <a:path extrusionOk="0" h="5084" w="270">
                    <a:moveTo>
                      <a:pt x="139" y="1"/>
                    </a:moveTo>
                    <a:lnTo>
                      <a:pt x="100" y="323"/>
                    </a:lnTo>
                    <a:lnTo>
                      <a:pt x="70" y="637"/>
                    </a:lnTo>
                    <a:lnTo>
                      <a:pt x="47" y="959"/>
                    </a:lnTo>
                    <a:lnTo>
                      <a:pt x="31" y="1273"/>
                    </a:lnTo>
                    <a:lnTo>
                      <a:pt x="8" y="1910"/>
                    </a:lnTo>
                    <a:lnTo>
                      <a:pt x="1" y="2546"/>
                    </a:lnTo>
                    <a:lnTo>
                      <a:pt x="8" y="3183"/>
                    </a:lnTo>
                    <a:lnTo>
                      <a:pt x="31" y="3811"/>
                    </a:lnTo>
                    <a:lnTo>
                      <a:pt x="47" y="4133"/>
                    </a:lnTo>
                    <a:lnTo>
                      <a:pt x="70" y="4448"/>
                    </a:lnTo>
                    <a:lnTo>
                      <a:pt x="100" y="4770"/>
                    </a:lnTo>
                    <a:lnTo>
                      <a:pt x="139" y="5084"/>
                    </a:lnTo>
                    <a:lnTo>
                      <a:pt x="169" y="4770"/>
                    </a:lnTo>
                    <a:lnTo>
                      <a:pt x="200" y="4448"/>
                    </a:lnTo>
                    <a:lnTo>
                      <a:pt x="223" y="4133"/>
                    </a:lnTo>
                    <a:lnTo>
                      <a:pt x="246" y="3811"/>
                    </a:lnTo>
                    <a:lnTo>
                      <a:pt x="261" y="3183"/>
                    </a:lnTo>
                    <a:lnTo>
                      <a:pt x="269" y="2546"/>
                    </a:lnTo>
                    <a:lnTo>
                      <a:pt x="261" y="1910"/>
                    </a:lnTo>
                    <a:lnTo>
                      <a:pt x="246" y="1273"/>
                    </a:lnTo>
                    <a:lnTo>
                      <a:pt x="223" y="959"/>
                    </a:lnTo>
                    <a:lnTo>
                      <a:pt x="200" y="637"/>
                    </a:lnTo>
                    <a:lnTo>
                      <a:pt x="169" y="323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4634850" y="1051025"/>
                <a:ext cx="6750" cy="430725"/>
              </a:xfrm>
              <a:custGeom>
                <a:rect b="b" l="l" r="r" t="t"/>
                <a:pathLst>
                  <a:path extrusionOk="0" h="17229" w="270">
                    <a:moveTo>
                      <a:pt x="139" y="0"/>
                    </a:moveTo>
                    <a:lnTo>
                      <a:pt x="100" y="1081"/>
                    </a:lnTo>
                    <a:lnTo>
                      <a:pt x="70" y="2155"/>
                    </a:lnTo>
                    <a:lnTo>
                      <a:pt x="47" y="3228"/>
                    </a:lnTo>
                    <a:lnTo>
                      <a:pt x="31" y="4309"/>
                    </a:lnTo>
                    <a:lnTo>
                      <a:pt x="1" y="8610"/>
                    </a:lnTo>
                    <a:lnTo>
                      <a:pt x="31" y="12919"/>
                    </a:lnTo>
                    <a:lnTo>
                      <a:pt x="47" y="13993"/>
                    </a:lnTo>
                    <a:lnTo>
                      <a:pt x="70" y="15074"/>
                    </a:lnTo>
                    <a:lnTo>
                      <a:pt x="100" y="16147"/>
                    </a:lnTo>
                    <a:lnTo>
                      <a:pt x="139" y="17228"/>
                    </a:lnTo>
                    <a:lnTo>
                      <a:pt x="169" y="16147"/>
                    </a:lnTo>
                    <a:lnTo>
                      <a:pt x="200" y="15074"/>
                    </a:lnTo>
                    <a:lnTo>
                      <a:pt x="223" y="13993"/>
                    </a:lnTo>
                    <a:lnTo>
                      <a:pt x="238" y="12919"/>
                    </a:lnTo>
                    <a:lnTo>
                      <a:pt x="269" y="8610"/>
                    </a:lnTo>
                    <a:lnTo>
                      <a:pt x="238" y="4309"/>
                    </a:lnTo>
                    <a:lnTo>
                      <a:pt x="223" y="3228"/>
                    </a:lnTo>
                    <a:lnTo>
                      <a:pt x="200" y="2155"/>
                    </a:lnTo>
                    <a:lnTo>
                      <a:pt x="169" y="1081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4314000" y="1238675"/>
                <a:ext cx="7100" cy="139375"/>
              </a:xfrm>
              <a:custGeom>
                <a:rect b="b" l="l" r="r" t="t"/>
                <a:pathLst>
                  <a:path extrusionOk="0" h="5575" w="284">
                    <a:moveTo>
                      <a:pt x="192" y="0"/>
                    </a:moveTo>
                    <a:lnTo>
                      <a:pt x="146" y="345"/>
                    </a:lnTo>
                    <a:lnTo>
                      <a:pt x="107" y="690"/>
                    </a:lnTo>
                    <a:lnTo>
                      <a:pt x="84" y="1043"/>
                    </a:lnTo>
                    <a:lnTo>
                      <a:pt x="54" y="1388"/>
                    </a:lnTo>
                    <a:lnTo>
                      <a:pt x="23" y="2086"/>
                    </a:lnTo>
                    <a:lnTo>
                      <a:pt x="0" y="2784"/>
                    </a:lnTo>
                    <a:lnTo>
                      <a:pt x="0" y="3481"/>
                    </a:lnTo>
                    <a:lnTo>
                      <a:pt x="8" y="4179"/>
                    </a:lnTo>
                    <a:lnTo>
                      <a:pt x="23" y="4524"/>
                    </a:lnTo>
                    <a:lnTo>
                      <a:pt x="38" y="4877"/>
                    </a:lnTo>
                    <a:lnTo>
                      <a:pt x="61" y="5222"/>
                    </a:lnTo>
                    <a:lnTo>
                      <a:pt x="92" y="5574"/>
                    </a:lnTo>
                    <a:lnTo>
                      <a:pt x="130" y="5229"/>
                    </a:lnTo>
                    <a:lnTo>
                      <a:pt x="169" y="4877"/>
                    </a:lnTo>
                    <a:lnTo>
                      <a:pt x="199" y="4532"/>
                    </a:lnTo>
                    <a:lnTo>
                      <a:pt x="222" y="4179"/>
                    </a:lnTo>
                    <a:lnTo>
                      <a:pt x="253" y="3481"/>
                    </a:lnTo>
                    <a:lnTo>
                      <a:pt x="276" y="2791"/>
                    </a:lnTo>
                    <a:lnTo>
                      <a:pt x="284" y="2093"/>
                    </a:lnTo>
                    <a:lnTo>
                      <a:pt x="268" y="1396"/>
                    </a:lnTo>
                    <a:lnTo>
                      <a:pt x="261" y="1043"/>
                    </a:lnTo>
                    <a:lnTo>
                      <a:pt x="245" y="698"/>
                    </a:lnTo>
                    <a:lnTo>
                      <a:pt x="222" y="345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4652100" y="1150500"/>
                <a:ext cx="30325" cy="30700"/>
              </a:xfrm>
              <a:custGeom>
                <a:rect b="b" l="l" r="r" t="t"/>
                <a:pathLst>
                  <a:path extrusionOk="0" h="1228" w="1213">
                    <a:moveTo>
                      <a:pt x="560" y="0"/>
                    </a:moveTo>
                    <a:lnTo>
                      <a:pt x="499" y="8"/>
                    </a:lnTo>
                    <a:lnTo>
                      <a:pt x="438" y="23"/>
                    </a:lnTo>
                    <a:lnTo>
                      <a:pt x="376" y="46"/>
                    </a:lnTo>
                    <a:lnTo>
                      <a:pt x="315" y="69"/>
                    </a:lnTo>
                    <a:lnTo>
                      <a:pt x="261" y="108"/>
                    </a:lnTo>
                    <a:lnTo>
                      <a:pt x="215" y="146"/>
                    </a:lnTo>
                    <a:lnTo>
                      <a:pt x="162" y="192"/>
                    </a:lnTo>
                    <a:lnTo>
                      <a:pt x="123" y="238"/>
                    </a:lnTo>
                    <a:lnTo>
                      <a:pt x="85" y="300"/>
                    </a:lnTo>
                    <a:lnTo>
                      <a:pt x="54" y="353"/>
                    </a:lnTo>
                    <a:lnTo>
                      <a:pt x="31" y="415"/>
                    </a:lnTo>
                    <a:lnTo>
                      <a:pt x="16" y="484"/>
                    </a:lnTo>
                    <a:lnTo>
                      <a:pt x="1" y="545"/>
                    </a:lnTo>
                    <a:lnTo>
                      <a:pt x="1" y="614"/>
                    </a:lnTo>
                    <a:lnTo>
                      <a:pt x="1" y="683"/>
                    </a:lnTo>
                    <a:lnTo>
                      <a:pt x="16" y="744"/>
                    </a:lnTo>
                    <a:lnTo>
                      <a:pt x="31" y="806"/>
                    </a:lnTo>
                    <a:lnTo>
                      <a:pt x="54" y="875"/>
                    </a:lnTo>
                    <a:lnTo>
                      <a:pt x="85" y="928"/>
                    </a:lnTo>
                    <a:lnTo>
                      <a:pt x="123" y="982"/>
                    </a:lnTo>
                    <a:lnTo>
                      <a:pt x="162" y="1036"/>
                    </a:lnTo>
                    <a:lnTo>
                      <a:pt x="215" y="1082"/>
                    </a:lnTo>
                    <a:lnTo>
                      <a:pt x="261" y="1120"/>
                    </a:lnTo>
                    <a:lnTo>
                      <a:pt x="315" y="1151"/>
                    </a:lnTo>
                    <a:lnTo>
                      <a:pt x="376" y="1181"/>
                    </a:lnTo>
                    <a:lnTo>
                      <a:pt x="438" y="1204"/>
                    </a:lnTo>
                    <a:lnTo>
                      <a:pt x="499" y="1212"/>
                    </a:lnTo>
                    <a:lnTo>
                      <a:pt x="560" y="1227"/>
                    </a:lnTo>
                    <a:lnTo>
                      <a:pt x="683" y="1227"/>
                    </a:lnTo>
                    <a:lnTo>
                      <a:pt x="737" y="1212"/>
                    </a:lnTo>
                    <a:lnTo>
                      <a:pt x="798" y="1197"/>
                    </a:lnTo>
                    <a:lnTo>
                      <a:pt x="852" y="1181"/>
                    </a:lnTo>
                    <a:lnTo>
                      <a:pt x="906" y="1151"/>
                    </a:lnTo>
                    <a:lnTo>
                      <a:pt x="952" y="1120"/>
                    </a:lnTo>
                    <a:lnTo>
                      <a:pt x="998" y="1089"/>
                    </a:lnTo>
                    <a:lnTo>
                      <a:pt x="1036" y="1051"/>
                    </a:lnTo>
                    <a:lnTo>
                      <a:pt x="1074" y="1013"/>
                    </a:lnTo>
                    <a:lnTo>
                      <a:pt x="1113" y="967"/>
                    </a:lnTo>
                    <a:lnTo>
                      <a:pt x="1143" y="921"/>
                    </a:lnTo>
                    <a:lnTo>
                      <a:pt x="1166" y="875"/>
                    </a:lnTo>
                    <a:lnTo>
                      <a:pt x="1189" y="821"/>
                    </a:lnTo>
                    <a:lnTo>
                      <a:pt x="1205" y="767"/>
                    </a:lnTo>
                    <a:lnTo>
                      <a:pt x="1212" y="721"/>
                    </a:lnTo>
                    <a:lnTo>
                      <a:pt x="1197" y="767"/>
                    </a:lnTo>
                    <a:lnTo>
                      <a:pt x="1174" y="821"/>
                    </a:lnTo>
                    <a:lnTo>
                      <a:pt x="1151" y="867"/>
                    </a:lnTo>
                    <a:lnTo>
                      <a:pt x="1120" y="905"/>
                    </a:lnTo>
                    <a:lnTo>
                      <a:pt x="1090" y="951"/>
                    </a:lnTo>
                    <a:lnTo>
                      <a:pt x="1051" y="982"/>
                    </a:lnTo>
                    <a:lnTo>
                      <a:pt x="1005" y="1013"/>
                    </a:lnTo>
                    <a:lnTo>
                      <a:pt x="967" y="1036"/>
                    </a:lnTo>
                    <a:lnTo>
                      <a:pt x="921" y="1059"/>
                    </a:lnTo>
                    <a:lnTo>
                      <a:pt x="867" y="1074"/>
                    </a:lnTo>
                    <a:lnTo>
                      <a:pt x="821" y="1089"/>
                    </a:lnTo>
                    <a:lnTo>
                      <a:pt x="683" y="1089"/>
                    </a:lnTo>
                    <a:lnTo>
                      <a:pt x="629" y="1082"/>
                    </a:lnTo>
                    <a:lnTo>
                      <a:pt x="591" y="1066"/>
                    </a:lnTo>
                    <a:lnTo>
                      <a:pt x="507" y="1028"/>
                    </a:lnTo>
                    <a:lnTo>
                      <a:pt x="438" y="974"/>
                    </a:lnTo>
                    <a:lnTo>
                      <a:pt x="376" y="913"/>
                    </a:lnTo>
                    <a:lnTo>
                      <a:pt x="330" y="844"/>
                    </a:lnTo>
                    <a:lnTo>
                      <a:pt x="300" y="767"/>
                    </a:lnTo>
                    <a:lnTo>
                      <a:pt x="277" y="691"/>
                    </a:lnTo>
                    <a:lnTo>
                      <a:pt x="277" y="614"/>
                    </a:lnTo>
                    <a:lnTo>
                      <a:pt x="277" y="537"/>
                    </a:lnTo>
                    <a:lnTo>
                      <a:pt x="300" y="453"/>
                    </a:lnTo>
                    <a:lnTo>
                      <a:pt x="330" y="384"/>
                    </a:lnTo>
                    <a:lnTo>
                      <a:pt x="376" y="315"/>
                    </a:lnTo>
                    <a:lnTo>
                      <a:pt x="438" y="253"/>
                    </a:lnTo>
                    <a:lnTo>
                      <a:pt x="507" y="200"/>
                    </a:lnTo>
                    <a:lnTo>
                      <a:pt x="591" y="161"/>
                    </a:lnTo>
                    <a:lnTo>
                      <a:pt x="629" y="146"/>
                    </a:lnTo>
                    <a:lnTo>
                      <a:pt x="683" y="138"/>
                    </a:lnTo>
                    <a:lnTo>
                      <a:pt x="821" y="138"/>
                    </a:lnTo>
                    <a:lnTo>
                      <a:pt x="867" y="154"/>
                    </a:lnTo>
                    <a:lnTo>
                      <a:pt x="921" y="169"/>
                    </a:lnTo>
                    <a:lnTo>
                      <a:pt x="967" y="184"/>
                    </a:lnTo>
                    <a:lnTo>
                      <a:pt x="1005" y="215"/>
                    </a:lnTo>
                    <a:lnTo>
                      <a:pt x="1051" y="246"/>
                    </a:lnTo>
                    <a:lnTo>
                      <a:pt x="1090" y="276"/>
                    </a:lnTo>
                    <a:lnTo>
                      <a:pt x="1120" y="315"/>
                    </a:lnTo>
                    <a:lnTo>
                      <a:pt x="1151" y="361"/>
                    </a:lnTo>
                    <a:lnTo>
                      <a:pt x="1174" y="407"/>
                    </a:lnTo>
                    <a:lnTo>
                      <a:pt x="1197" y="453"/>
                    </a:lnTo>
                    <a:lnTo>
                      <a:pt x="1212" y="507"/>
                    </a:lnTo>
                    <a:lnTo>
                      <a:pt x="1205" y="453"/>
                    </a:lnTo>
                    <a:lnTo>
                      <a:pt x="1189" y="407"/>
                    </a:lnTo>
                    <a:lnTo>
                      <a:pt x="1166" y="353"/>
                    </a:lnTo>
                    <a:lnTo>
                      <a:pt x="1143" y="307"/>
                    </a:lnTo>
                    <a:lnTo>
                      <a:pt x="1113" y="261"/>
                    </a:lnTo>
                    <a:lnTo>
                      <a:pt x="1074" y="215"/>
                    </a:lnTo>
                    <a:lnTo>
                      <a:pt x="1036" y="177"/>
                    </a:lnTo>
                    <a:lnTo>
                      <a:pt x="998" y="138"/>
                    </a:lnTo>
                    <a:lnTo>
                      <a:pt x="952" y="100"/>
                    </a:lnTo>
                    <a:lnTo>
                      <a:pt x="906" y="69"/>
                    </a:lnTo>
                    <a:lnTo>
                      <a:pt x="852" y="46"/>
                    </a:lnTo>
                    <a:lnTo>
                      <a:pt x="798" y="23"/>
                    </a:lnTo>
                    <a:lnTo>
                      <a:pt x="737" y="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>
                <a:off x="4652100" y="1271250"/>
                <a:ext cx="30325" cy="30900"/>
              </a:xfrm>
              <a:custGeom>
                <a:rect b="b" l="l" r="r" t="t"/>
                <a:pathLst>
                  <a:path extrusionOk="0" h="1236" w="1213">
                    <a:moveTo>
                      <a:pt x="622" y="1"/>
                    </a:moveTo>
                    <a:lnTo>
                      <a:pt x="560" y="8"/>
                    </a:lnTo>
                    <a:lnTo>
                      <a:pt x="499" y="16"/>
                    </a:lnTo>
                    <a:lnTo>
                      <a:pt x="438" y="31"/>
                    </a:lnTo>
                    <a:lnTo>
                      <a:pt x="376" y="54"/>
                    </a:lnTo>
                    <a:lnTo>
                      <a:pt x="315" y="77"/>
                    </a:lnTo>
                    <a:lnTo>
                      <a:pt x="261" y="116"/>
                    </a:lnTo>
                    <a:lnTo>
                      <a:pt x="215" y="154"/>
                    </a:lnTo>
                    <a:lnTo>
                      <a:pt x="162" y="200"/>
                    </a:lnTo>
                    <a:lnTo>
                      <a:pt x="123" y="246"/>
                    </a:lnTo>
                    <a:lnTo>
                      <a:pt x="85" y="300"/>
                    </a:lnTo>
                    <a:lnTo>
                      <a:pt x="54" y="361"/>
                    </a:lnTo>
                    <a:lnTo>
                      <a:pt x="31" y="422"/>
                    </a:lnTo>
                    <a:lnTo>
                      <a:pt x="16" y="484"/>
                    </a:lnTo>
                    <a:lnTo>
                      <a:pt x="1" y="553"/>
                    </a:lnTo>
                    <a:lnTo>
                      <a:pt x="1" y="622"/>
                    </a:lnTo>
                    <a:lnTo>
                      <a:pt x="1" y="683"/>
                    </a:lnTo>
                    <a:lnTo>
                      <a:pt x="16" y="752"/>
                    </a:lnTo>
                    <a:lnTo>
                      <a:pt x="31" y="813"/>
                    </a:lnTo>
                    <a:lnTo>
                      <a:pt x="54" y="875"/>
                    </a:lnTo>
                    <a:lnTo>
                      <a:pt x="85" y="936"/>
                    </a:lnTo>
                    <a:lnTo>
                      <a:pt x="123" y="990"/>
                    </a:lnTo>
                    <a:lnTo>
                      <a:pt x="162" y="1043"/>
                    </a:lnTo>
                    <a:lnTo>
                      <a:pt x="215" y="1089"/>
                    </a:lnTo>
                    <a:lnTo>
                      <a:pt x="261" y="1128"/>
                    </a:lnTo>
                    <a:lnTo>
                      <a:pt x="315" y="1159"/>
                    </a:lnTo>
                    <a:lnTo>
                      <a:pt x="376" y="1189"/>
                    </a:lnTo>
                    <a:lnTo>
                      <a:pt x="438" y="1205"/>
                    </a:lnTo>
                    <a:lnTo>
                      <a:pt x="499" y="1220"/>
                    </a:lnTo>
                    <a:lnTo>
                      <a:pt x="560" y="1228"/>
                    </a:lnTo>
                    <a:lnTo>
                      <a:pt x="622" y="1235"/>
                    </a:lnTo>
                    <a:lnTo>
                      <a:pt x="683" y="1228"/>
                    </a:lnTo>
                    <a:lnTo>
                      <a:pt x="737" y="1220"/>
                    </a:lnTo>
                    <a:lnTo>
                      <a:pt x="798" y="1205"/>
                    </a:lnTo>
                    <a:lnTo>
                      <a:pt x="852" y="1182"/>
                    </a:lnTo>
                    <a:lnTo>
                      <a:pt x="906" y="1159"/>
                    </a:lnTo>
                    <a:lnTo>
                      <a:pt x="952" y="1128"/>
                    </a:lnTo>
                    <a:lnTo>
                      <a:pt x="998" y="1097"/>
                    </a:lnTo>
                    <a:lnTo>
                      <a:pt x="1036" y="1059"/>
                    </a:lnTo>
                    <a:lnTo>
                      <a:pt x="1074" y="1020"/>
                    </a:lnTo>
                    <a:lnTo>
                      <a:pt x="1113" y="974"/>
                    </a:lnTo>
                    <a:lnTo>
                      <a:pt x="1143" y="928"/>
                    </a:lnTo>
                    <a:lnTo>
                      <a:pt x="1166" y="875"/>
                    </a:lnTo>
                    <a:lnTo>
                      <a:pt x="1189" y="829"/>
                    </a:lnTo>
                    <a:lnTo>
                      <a:pt x="1205" y="775"/>
                    </a:lnTo>
                    <a:lnTo>
                      <a:pt x="1212" y="721"/>
                    </a:lnTo>
                    <a:lnTo>
                      <a:pt x="1197" y="775"/>
                    </a:lnTo>
                    <a:lnTo>
                      <a:pt x="1174" y="821"/>
                    </a:lnTo>
                    <a:lnTo>
                      <a:pt x="1151" y="867"/>
                    </a:lnTo>
                    <a:lnTo>
                      <a:pt x="1120" y="913"/>
                    </a:lnTo>
                    <a:lnTo>
                      <a:pt x="1090" y="951"/>
                    </a:lnTo>
                    <a:lnTo>
                      <a:pt x="1051" y="990"/>
                    </a:lnTo>
                    <a:lnTo>
                      <a:pt x="1005" y="1020"/>
                    </a:lnTo>
                    <a:lnTo>
                      <a:pt x="967" y="1043"/>
                    </a:lnTo>
                    <a:lnTo>
                      <a:pt x="921" y="1066"/>
                    </a:lnTo>
                    <a:lnTo>
                      <a:pt x="867" y="1082"/>
                    </a:lnTo>
                    <a:lnTo>
                      <a:pt x="821" y="1089"/>
                    </a:lnTo>
                    <a:lnTo>
                      <a:pt x="775" y="1097"/>
                    </a:lnTo>
                    <a:lnTo>
                      <a:pt x="683" y="1097"/>
                    </a:lnTo>
                    <a:lnTo>
                      <a:pt x="629" y="1082"/>
                    </a:lnTo>
                    <a:lnTo>
                      <a:pt x="591" y="1074"/>
                    </a:lnTo>
                    <a:lnTo>
                      <a:pt x="507" y="1036"/>
                    </a:lnTo>
                    <a:lnTo>
                      <a:pt x="438" y="982"/>
                    </a:lnTo>
                    <a:lnTo>
                      <a:pt x="376" y="921"/>
                    </a:lnTo>
                    <a:lnTo>
                      <a:pt x="330" y="852"/>
                    </a:lnTo>
                    <a:lnTo>
                      <a:pt x="300" y="775"/>
                    </a:lnTo>
                    <a:lnTo>
                      <a:pt x="277" y="698"/>
                    </a:lnTo>
                    <a:lnTo>
                      <a:pt x="277" y="622"/>
                    </a:lnTo>
                    <a:lnTo>
                      <a:pt x="277" y="537"/>
                    </a:lnTo>
                    <a:lnTo>
                      <a:pt x="300" y="461"/>
                    </a:lnTo>
                    <a:lnTo>
                      <a:pt x="330" y="384"/>
                    </a:lnTo>
                    <a:lnTo>
                      <a:pt x="376" y="315"/>
                    </a:lnTo>
                    <a:lnTo>
                      <a:pt x="438" y="254"/>
                    </a:lnTo>
                    <a:lnTo>
                      <a:pt x="507" y="208"/>
                    </a:lnTo>
                    <a:lnTo>
                      <a:pt x="591" y="169"/>
                    </a:lnTo>
                    <a:lnTo>
                      <a:pt x="629" y="154"/>
                    </a:lnTo>
                    <a:lnTo>
                      <a:pt x="683" y="146"/>
                    </a:lnTo>
                    <a:lnTo>
                      <a:pt x="729" y="139"/>
                    </a:lnTo>
                    <a:lnTo>
                      <a:pt x="775" y="139"/>
                    </a:lnTo>
                    <a:lnTo>
                      <a:pt x="821" y="146"/>
                    </a:lnTo>
                    <a:lnTo>
                      <a:pt x="867" y="154"/>
                    </a:lnTo>
                    <a:lnTo>
                      <a:pt x="921" y="169"/>
                    </a:lnTo>
                    <a:lnTo>
                      <a:pt x="967" y="192"/>
                    </a:lnTo>
                    <a:lnTo>
                      <a:pt x="1005" y="215"/>
                    </a:lnTo>
                    <a:lnTo>
                      <a:pt x="1051" y="246"/>
                    </a:lnTo>
                    <a:lnTo>
                      <a:pt x="1090" y="284"/>
                    </a:lnTo>
                    <a:lnTo>
                      <a:pt x="1120" y="323"/>
                    </a:lnTo>
                    <a:lnTo>
                      <a:pt x="1151" y="369"/>
                    </a:lnTo>
                    <a:lnTo>
                      <a:pt x="1174" y="415"/>
                    </a:lnTo>
                    <a:lnTo>
                      <a:pt x="1197" y="461"/>
                    </a:lnTo>
                    <a:lnTo>
                      <a:pt x="1212" y="514"/>
                    </a:lnTo>
                    <a:lnTo>
                      <a:pt x="1205" y="461"/>
                    </a:lnTo>
                    <a:lnTo>
                      <a:pt x="1189" y="407"/>
                    </a:lnTo>
                    <a:lnTo>
                      <a:pt x="1166" y="361"/>
                    </a:lnTo>
                    <a:lnTo>
                      <a:pt x="1143" y="307"/>
                    </a:lnTo>
                    <a:lnTo>
                      <a:pt x="1113" y="261"/>
                    </a:lnTo>
                    <a:lnTo>
                      <a:pt x="1074" y="223"/>
                    </a:lnTo>
                    <a:lnTo>
                      <a:pt x="1036" y="177"/>
                    </a:lnTo>
                    <a:lnTo>
                      <a:pt x="998" y="139"/>
                    </a:lnTo>
                    <a:lnTo>
                      <a:pt x="952" y="108"/>
                    </a:lnTo>
                    <a:lnTo>
                      <a:pt x="906" y="77"/>
                    </a:lnTo>
                    <a:lnTo>
                      <a:pt x="852" y="54"/>
                    </a:lnTo>
                    <a:lnTo>
                      <a:pt x="798" y="31"/>
                    </a:lnTo>
                    <a:lnTo>
                      <a:pt x="737" y="16"/>
                    </a:lnTo>
                    <a:lnTo>
                      <a:pt x="683" y="8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>
                <a:off x="4652100" y="1696975"/>
                <a:ext cx="30325" cy="30700"/>
              </a:xfrm>
              <a:custGeom>
                <a:rect b="b" l="l" r="r" t="t"/>
                <a:pathLst>
                  <a:path extrusionOk="0" h="1228" w="1213">
                    <a:moveTo>
                      <a:pt x="560" y="0"/>
                    </a:moveTo>
                    <a:lnTo>
                      <a:pt x="499" y="8"/>
                    </a:lnTo>
                    <a:lnTo>
                      <a:pt x="438" y="23"/>
                    </a:lnTo>
                    <a:lnTo>
                      <a:pt x="376" y="46"/>
                    </a:lnTo>
                    <a:lnTo>
                      <a:pt x="315" y="77"/>
                    </a:lnTo>
                    <a:lnTo>
                      <a:pt x="261" y="108"/>
                    </a:lnTo>
                    <a:lnTo>
                      <a:pt x="215" y="146"/>
                    </a:lnTo>
                    <a:lnTo>
                      <a:pt x="162" y="192"/>
                    </a:lnTo>
                    <a:lnTo>
                      <a:pt x="123" y="246"/>
                    </a:lnTo>
                    <a:lnTo>
                      <a:pt x="85" y="299"/>
                    </a:lnTo>
                    <a:lnTo>
                      <a:pt x="54" y="353"/>
                    </a:lnTo>
                    <a:lnTo>
                      <a:pt x="31" y="422"/>
                    </a:lnTo>
                    <a:lnTo>
                      <a:pt x="16" y="483"/>
                    </a:lnTo>
                    <a:lnTo>
                      <a:pt x="1" y="545"/>
                    </a:lnTo>
                    <a:lnTo>
                      <a:pt x="1" y="614"/>
                    </a:lnTo>
                    <a:lnTo>
                      <a:pt x="1" y="683"/>
                    </a:lnTo>
                    <a:lnTo>
                      <a:pt x="16" y="744"/>
                    </a:lnTo>
                    <a:lnTo>
                      <a:pt x="31" y="813"/>
                    </a:lnTo>
                    <a:lnTo>
                      <a:pt x="54" y="874"/>
                    </a:lnTo>
                    <a:lnTo>
                      <a:pt x="85" y="928"/>
                    </a:lnTo>
                    <a:lnTo>
                      <a:pt x="123" y="989"/>
                    </a:lnTo>
                    <a:lnTo>
                      <a:pt x="162" y="1035"/>
                    </a:lnTo>
                    <a:lnTo>
                      <a:pt x="215" y="1082"/>
                    </a:lnTo>
                    <a:lnTo>
                      <a:pt x="261" y="1120"/>
                    </a:lnTo>
                    <a:lnTo>
                      <a:pt x="315" y="1151"/>
                    </a:lnTo>
                    <a:lnTo>
                      <a:pt x="376" y="1181"/>
                    </a:lnTo>
                    <a:lnTo>
                      <a:pt x="438" y="1204"/>
                    </a:lnTo>
                    <a:lnTo>
                      <a:pt x="499" y="1220"/>
                    </a:lnTo>
                    <a:lnTo>
                      <a:pt x="560" y="1227"/>
                    </a:lnTo>
                    <a:lnTo>
                      <a:pt x="683" y="1227"/>
                    </a:lnTo>
                    <a:lnTo>
                      <a:pt x="737" y="1220"/>
                    </a:lnTo>
                    <a:lnTo>
                      <a:pt x="798" y="1204"/>
                    </a:lnTo>
                    <a:lnTo>
                      <a:pt x="852" y="1181"/>
                    </a:lnTo>
                    <a:lnTo>
                      <a:pt x="906" y="1158"/>
                    </a:lnTo>
                    <a:lnTo>
                      <a:pt x="952" y="1128"/>
                    </a:lnTo>
                    <a:lnTo>
                      <a:pt x="998" y="1089"/>
                    </a:lnTo>
                    <a:lnTo>
                      <a:pt x="1036" y="1051"/>
                    </a:lnTo>
                    <a:lnTo>
                      <a:pt x="1074" y="1012"/>
                    </a:lnTo>
                    <a:lnTo>
                      <a:pt x="1113" y="966"/>
                    </a:lnTo>
                    <a:lnTo>
                      <a:pt x="1143" y="920"/>
                    </a:lnTo>
                    <a:lnTo>
                      <a:pt x="1166" y="874"/>
                    </a:lnTo>
                    <a:lnTo>
                      <a:pt x="1189" y="821"/>
                    </a:lnTo>
                    <a:lnTo>
                      <a:pt x="1205" y="775"/>
                    </a:lnTo>
                    <a:lnTo>
                      <a:pt x="1212" y="721"/>
                    </a:lnTo>
                    <a:lnTo>
                      <a:pt x="1197" y="775"/>
                    </a:lnTo>
                    <a:lnTo>
                      <a:pt x="1174" y="821"/>
                    </a:lnTo>
                    <a:lnTo>
                      <a:pt x="1151" y="867"/>
                    </a:lnTo>
                    <a:lnTo>
                      <a:pt x="1120" y="913"/>
                    </a:lnTo>
                    <a:lnTo>
                      <a:pt x="1090" y="951"/>
                    </a:lnTo>
                    <a:lnTo>
                      <a:pt x="1051" y="982"/>
                    </a:lnTo>
                    <a:lnTo>
                      <a:pt x="1005" y="1012"/>
                    </a:lnTo>
                    <a:lnTo>
                      <a:pt x="967" y="1043"/>
                    </a:lnTo>
                    <a:lnTo>
                      <a:pt x="921" y="1059"/>
                    </a:lnTo>
                    <a:lnTo>
                      <a:pt x="867" y="1074"/>
                    </a:lnTo>
                    <a:lnTo>
                      <a:pt x="821" y="1089"/>
                    </a:lnTo>
                    <a:lnTo>
                      <a:pt x="775" y="1089"/>
                    </a:lnTo>
                    <a:lnTo>
                      <a:pt x="729" y="1097"/>
                    </a:lnTo>
                    <a:lnTo>
                      <a:pt x="683" y="1089"/>
                    </a:lnTo>
                    <a:lnTo>
                      <a:pt x="629" y="1082"/>
                    </a:lnTo>
                    <a:lnTo>
                      <a:pt x="591" y="1066"/>
                    </a:lnTo>
                    <a:lnTo>
                      <a:pt x="507" y="1028"/>
                    </a:lnTo>
                    <a:lnTo>
                      <a:pt x="438" y="982"/>
                    </a:lnTo>
                    <a:lnTo>
                      <a:pt x="376" y="913"/>
                    </a:lnTo>
                    <a:lnTo>
                      <a:pt x="330" y="844"/>
                    </a:lnTo>
                    <a:lnTo>
                      <a:pt x="300" y="775"/>
                    </a:lnTo>
                    <a:lnTo>
                      <a:pt x="277" y="690"/>
                    </a:lnTo>
                    <a:lnTo>
                      <a:pt x="277" y="614"/>
                    </a:lnTo>
                    <a:lnTo>
                      <a:pt x="277" y="537"/>
                    </a:lnTo>
                    <a:lnTo>
                      <a:pt x="300" y="460"/>
                    </a:lnTo>
                    <a:lnTo>
                      <a:pt x="330" y="384"/>
                    </a:lnTo>
                    <a:lnTo>
                      <a:pt x="376" y="315"/>
                    </a:lnTo>
                    <a:lnTo>
                      <a:pt x="438" y="253"/>
                    </a:lnTo>
                    <a:lnTo>
                      <a:pt x="507" y="200"/>
                    </a:lnTo>
                    <a:lnTo>
                      <a:pt x="591" y="161"/>
                    </a:lnTo>
                    <a:lnTo>
                      <a:pt x="629" y="146"/>
                    </a:lnTo>
                    <a:lnTo>
                      <a:pt x="683" y="138"/>
                    </a:lnTo>
                    <a:lnTo>
                      <a:pt x="775" y="138"/>
                    </a:lnTo>
                    <a:lnTo>
                      <a:pt x="821" y="146"/>
                    </a:lnTo>
                    <a:lnTo>
                      <a:pt x="867" y="154"/>
                    </a:lnTo>
                    <a:lnTo>
                      <a:pt x="921" y="169"/>
                    </a:lnTo>
                    <a:lnTo>
                      <a:pt x="967" y="192"/>
                    </a:lnTo>
                    <a:lnTo>
                      <a:pt x="1005" y="215"/>
                    </a:lnTo>
                    <a:lnTo>
                      <a:pt x="1051" y="246"/>
                    </a:lnTo>
                    <a:lnTo>
                      <a:pt x="1090" y="276"/>
                    </a:lnTo>
                    <a:lnTo>
                      <a:pt x="1120" y="322"/>
                    </a:lnTo>
                    <a:lnTo>
                      <a:pt x="1151" y="361"/>
                    </a:lnTo>
                    <a:lnTo>
                      <a:pt x="1174" y="407"/>
                    </a:lnTo>
                    <a:lnTo>
                      <a:pt x="1197" y="460"/>
                    </a:lnTo>
                    <a:lnTo>
                      <a:pt x="1212" y="506"/>
                    </a:lnTo>
                    <a:lnTo>
                      <a:pt x="1205" y="460"/>
                    </a:lnTo>
                    <a:lnTo>
                      <a:pt x="1189" y="407"/>
                    </a:lnTo>
                    <a:lnTo>
                      <a:pt x="1166" y="353"/>
                    </a:lnTo>
                    <a:lnTo>
                      <a:pt x="1143" y="307"/>
                    </a:lnTo>
                    <a:lnTo>
                      <a:pt x="1113" y="261"/>
                    </a:lnTo>
                    <a:lnTo>
                      <a:pt x="1074" y="215"/>
                    </a:lnTo>
                    <a:lnTo>
                      <a:pt x="1036" y="177"/>
                    </a:lnTo>
                    <a:lnTo>
                      <a:pt x="998" y="138"/>
                    </a:lnTo>
                    <a:lnTo>
                      <a:pt x="952" y="100"/>
                    </a:lnTo>
                    <a:lnTo>
                      <a:pt x="906" y="77"/>
                    </a:lnTo>
                    <a:lnTo>
                      <a:pt x="852" y="46"/>
                    </a:lnTo>
                    <a:lnTo>
                      <a:pt x="798" y="31"/>
                    </a:lnTo>
                    <a:lnTo>
                      <a:pt x="737" y="16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/>
              <p:nvPr/>
            </p:nvSpPr>
            <p:spPr>
              <a:xfrm>
                <a:off x="4652100" y="1392200"/>
                <a:ext cx="30325" cy="30700"/>
              </a:xfrm>
              <a:custGeom>
                <a:rect b="b" l="l" r="r" t="t"/>
                <a:pathLst>
                  <a:path extrusionOk="0" h="1228" w="1213">
                    <a:moveTo>
                      <a:pt x="622" y="1"/>
                    </a:moveTo>
                    <a:lnTo>
                      <a:pt x="560" y="8"/>
                    </a:lnTo>
                    <a:lnTo>
                      <a:pt x="499" y="16"/>
                    </a:lnTo>
                    <a:lnTo>
                      <a:pt x="438" y="31"/>
                    </a:lnTo>
                    <a:lnTo>
                      <a:pt x="376" y="47"/>
                    </a:lnTo>
                    <a:lnTo>
                      <a:pt x="315" y="77"/>
                    </a:lnTo>
                    <a:lnTo>
                      <a:pt x="261" y="108"/>
                    </a:lnTo>
                    <a:lnTo>
                      <a:pt x="215" y="146"/>
                    </a:lnTo>
                    <a:lnTo>
                      <a:pt x="162" y="192"/>
                    </a:lnTo>
                    <a:lnTo>
                      <a:pt x="123" y="246"/>
                    </a:lnTo>
                    <a:lnTo>
                      <a:pt x="85" y="300"/>
                    </a:lnTo>
                    <a:lnTo>
                      <a:pt x="54" y="361"/>
                    </a:lnTo>
                    <a:lnTo>
                      <a:pt x="31" y="422"/>
                    </a:lnTo>
                    <a:lnTo>
                      <a:pt x="16" y="484"/>
                    </a:lnTo>
                    <a:lnTo>
                      <a:pt x="1" y="553"/>
                    </a:lnTo>
                    <a:lnTo>
                      <a:pt x="1" y="614"/>
                    </a:lnTo>
                    <a:lnTo>
                      <a:pt x="1" y="683"/>
                    </a:lnTo>
                    <a:lnTo>
                      <a:pt x="16" y="752"/>
                    </a:lnTo>
                    <a:lnTo>
                      <a:pt x="31" y="813"/>
                    </a:lnTo>
                    <a:lnTo>
                      <a:pt x="54" y="875"/>
                    </a:lnTo>
                    <a:lnTo>
                      <a:pt x="85" y="936"/>
                    </a:lnTo>
                    <a:lnTo>
                      <a:pt x="123" y="990"/>
                    </a:lnTo>
                    <a:lnTo>
                      <a:pt x="162" y="1036"/>
                    </a:lnTo>
                    <a:lnTo>
                      <a:pt x="215" y="1082"/>
                    </a:lnTo>
                    <a:lnTo>
                      <a:pt x="261" y="1120"/>
                    </a:lnTo>
                    <a:lnTo>
                      <a:pt x="315" y="1158"/>
                    </a:lnTo>
                    <a:lnTo>
                      <a:pt x="376" y="1181"/>
                    </a:lnTo>
                    <a:lnTo>
                      <a:pt x="438" y="1204"/>
                    </a:lnTo>
                    <a:lnTo>
                      <a:pt x="499" y="1220"/>
                    </a:lnTo>
                    <a:lnTo>
                      <a:pt x="560" y="1227"/>
                    </a:lnTo>
                    <a:lnTo>
                      <a:pt x="683" y="1227"/>
                    </a:lnTo>
                    <a:lnTo>
                      <a:pt x="737" y="1220"/>
                    </a:lnTo>
                    <a:lnTo>
                      <a:pt x="798" y="1204"/>
                    </a:lnTo>
                    <a:lnTo>
                      <a:pt x="852" y="1181"/>
                    </a:lnTo>
                    <a:lnTo>
                      <a:pt x="906" y="1158"/>
                    </a:lnTo>
                    <a:lnTo>
                      <a:pt x="952" y="1128"/>
                    </a:lnTo>
                    <a:lnTo>
                      <a:pt x="998" y="1097"/>
                    </a:lnTo>
                    <a:lnTo>
                      <a:pt x="1036" y="1059"/>
                    </a:lnTo>
                    <a:lnTo>
                      <a:pt x="1074" y="1013"/>
                    </a:lnTo>
                    <a:lnTo>
                      <a:pt x="1113" y="974"/>
                    </a:lnTo>
                    <a:lnTo>
                      <a:pt x="1143" y="928"/>
                    </a:lnTo>
                    <a:lnTo>
                      <a:pt x="1166" y="875"/>
                    </a:lnTo>
                    <a:lnTo>
                      <a:pt x="1189" y="829"/>
                    </a:lnTo>
                    <a:lnTo>
                      <a:pt x="1205" y="775"/>
                    </a:lnTo>
                    <a:lnTo>
                      <a:pt x="1212" y="721"/>
                    </a:lnTo>
                    <a:lnTo>
                      <a:pt x="1197" y="775"/>
                    </a:lnTo>
                    <a:lnTo>
                      <a:pt x="1174" y="821"/>
                    </a:lnTo>
                    <a:lnTo>
                      <a:pt x="1151" y="867"/>
                    </a:lnTo>
                    <a:lnTo>
                      <a:pt x="1120" y="913"/>
                    </a:lnTo>
                    <a:lnTo>
                      <a:pt x="1090" y="951"/>
                    </a:lnTo>
                    <a:lnTo>
                      <a:pt x="1051" y="990"/>
                    </a:lnTo>
                    <a:lnTo>
                      <a:pt x="1005" y="1020"/>
                    </a:lnTo>
                    <a:lnTo>
                      <a:pt x="967" y="1043"/>
                    </a:lnTo>
                    <a:lnTo>
                      <a:pt x="921" y="1066"/>
                    </a:lnTo>
                    <a:lnTo>
                      <a:pt x="867" y="1082"/>
                    </a:lnTo>
                    <a:lnTo>
                      <a:pt x="821" y="1089"/>
                    </a:lnTo>
                    <a:lnTo>
                      <a:pt x="775" y="1097"/>
                    </a:lnTo>
                    <a:lnTo>
                      <a:pt x="729" y="1097"/>
                    </a:lnTo>
                    <a:lnTo>
                      <a:pt x="683" y="1089"/>
                    </a:lnTo>
                    <a:lnTo>
                      <a:pt x="629" y="1082"/>
                    </a:lnTo>
                    <a:lnTo>
                      <a:pt x="591" y="1066"/>
                    </a:lnTo>
                    <a:lnTo>
                      <a:pt x="507" y="1028"/>
                    </a:lnTo>
                    <a:lnTo>
                      <a:pt x="438" y="982"/>
                    </a:lnTo>
                    <a:lnTo>
                      <a:pt x="376" y="921"/>
                    </a:lnTo>
                    <a:lnTo>
                      <a:pt x="330" y="852"/>
                    </a:lnTo>
                    <a:lnTo>
                      <a:pt x="300" y="775"/>
                    </a:lnTo>
                    <a:lnTo>
                      <a:pt x="277" y="698"/>
                    </a:lnTo>
                    <a:lnTo>
                      <a:pt x="277" y="614"/>
                    </a:lnTo>
                    <a:lnTo>
                      <a:pt x="277" y="537"/>
                    </a:lnTo>
                    <a:lnTo>
                      <a:pt x="300" y="461"/>
                    </a:lnTo>
                    <a:lnTo>
                      <a:pt x="330" y="384"/>
                    </a:lnTo>
                    <a:lnTo>
                      <a:pt x="376" y="315"/>
                    </a:lnTo>
                    <a:lnTo>
                      <a:pt x="438" y="254"/>
                    </a:lnTo>
                    <a:lnTo>
                      <a:pt x="507" y="200"/>
                    </a:lnTo>
                    <a:lnTo>
                      <a:pt x="591" y="162"/>
                    </a:lnTo>
                    <a:lnTo>
                      <a:pt x="629" y="154"/>
                    </a:lnTo>
                    <a:lnTo>
                      <a:pt x="683" y="146"/>
                    </a:lnTo>
                    <a:lnTo>
                      <a:pt x="729" y="139"/>
                    </a:lnTo>
                    <a:lnTo>
                      <a:pt x="775" y="139"/>
                    </a:lnTo>
                    <a:lnTo>
                      <a:pt x="821" y="146"/>
                    </a:lnTo>
                    <a:lnTo>
                      <a:pt x="867" y="154"/>
                    </a:lnTo>
                    <a:lnTo>
                      <a:pt x="921" y="169"/>
                    </a:lnTo>
                    <a:lnTo>
                      <a:pt x="967" y="192"/>
                    </a:lnTo>
                    <a:lnTo>
                      <a:pt x="1005" y="215"/>
                    </a:lnTo>
                    <a:lnTo>
                      <a:pt x="1051" y="246"/>
                    </a:lnTo>
                    <a:lnTo>
                      <a:pt x="1090" y="284"/>
                    </a:lnTo>
                    <a:lnTo>
                      <a:pt x="1120" y="323"/>
                    </a:lnTo>
                    <a:lnTo>
                      <a:pt x="1151" y="369"/>
                    </a:lnTo>
                    <a:lnTo>
                      <a:pt x="1174" y="415"/>
                    </a:lnTo>
                    <a:lnTo>
                      <a:pt x="1197" y="461"/>
                    </a:lnTo>
                    <a:lnTo>
                      <a:pt x="1212" y="514"/>
                    </a:lnTo>
                    <a:lnTo>
                      <a:pt x="1205" y="461"/>
                    </a:lnTo>
                    <a:lnTo>
                      <a:pt x="1189" y="407"/>
                    </a:lnTo>
                    <a:lnTo>
                      <a:pt x="1166" y="361"/>
                    </a:lnTo>
                    <a:lnTo>
                      <a:pt x="1143" y="307"/>
                    </a:lnTo>
                    <a:lnTo>
                      <a:pt x="1113" y="261"/>
                    </a:lnTo>
                    <a:lnTo>
                      <a:pt x="1074" y="215"/>
                    </a:lnTo>
                    <a:lnTo>
                      <a:pt x="1036" y="177"/>
                    </a:lnTo>
                    <a:lnTo>
                      <a:pt x="998" y="139"/>
                    </a:lnTo>
                    <a:lnTo>
                      <a:pt x="952" y="108"/>
                    </a:lnTo>
                    <a:lnTo>
                      <a:pt x="906" y="77"/>
                    </a:lnTo>
                    <a:lnTo>
                      <a:pt x="852" y="54"/>
                    </a:lnTo>
                    <a:lnTo>
                      <a:pt x="798" y="31"/>
                    </a:lnTo>
                    <a:lnTo>
                      <a:pt x="737" y="16"/>
                    </a:lnTo>
                    <a:lnTo>
                      <a:pt x="683" y="8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1"/>
              <p:cNvSpPr/>
              <p:nvPr/>
            </p:nvSpPr>
            <p:spPr>
              <a:xfrm>
                <a:off x="4479025" y="889425"/>
                <a:ext cx="159300" cy="140725"/>
              </a:xfrm>
              <a:custGeom>
                <a:rect b="b" l="l" r="r" t="t"/>
                <a:pathLst>
                  <a:path extrusionOk="0" h="5629" w="6372">
                    <a:moveTo>
                      <a:pt x="1825" y="1"/>
                    </a:moveTo>
                    <a:lnTo>
                      <a:pt x="1772" y="32"/>
                    </a:lnTo>
                    <a:lnTo>
                      <a:pt x="1603" y="124"/>
                    </a:lnTo>
                    <a:lnTo>
                      <a:pt x="1496" y="193"/>
                    </a:lnTo>
                    <a:lnTo>
                      <a:pt x="1365" y="277"/>
                    </a:lnTo>
                    <a:lnTo>
                      <a:pt x="1227" y="384"/>
                    </a:lnTo>
                    <a:lnTo>
                      <a:pt x="1081" y="499"/>
                    </a:lnTo>
                    <a:lnTo>
                      <a:pt x="928" y="637"/>
                    </a:lnTo>
                    <a:lnTo>
                      <a:pt x="775" y="791"/>
                    </a:lnTo>
                    <a:lnTo>
                      <a:pt x="621" y="959"/>
                    </a:lnTo>
                    <a:lnTo>
                      <a:pt x="476" y="1151"/>
                    </a:lnTo>
                    <a:lnTo>
                      <a:pt x="407" y="1251"/>
                    </a:lnTo>
                    <a:lnTo>
                      <a:pt x="338" y="1350"/>
                    </a:lnTo>
                    <a:lnTo>
                      <a:pt x="269" y="1458"/>
                    </a:lnTo>
                    <a:lnTo>
                      <a:pt x="207" y="1573"/>
                    </a:lnTo>
                    <a:lnTo>
                      <a:pt x="154" y="1695"/>
                    </a:lnTo>
                    <a:lnTo>
                      <a:pt x="100" y="1818"/>
                    </a:lnTo>
                    <a:lnTo>
                      <a:pt x="46" y="1941"/>
                    </a:lnTo>
                    <a:lnTo>
                      <a:pt x="0" y="2071"/>
                    </a:lnTo>
                    <a:lnTo>
                      <a:pt x="6372" y="5629"/>
                    </a:lnTo>
                    <a:lnTo>
                      <a:pt x="6218" y="3259"/>
                    </a:lnTo>
                    <a:lnTo>
                      <a:pt x="18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>
                <a:off x="4634475" y="900550"/>
                <a:ext cx="124625" cy="129600"/>
              </a:xfrm>
              <a:custGeom>
                <a:rect b="b" l="l" r="r" t="t"/>
                <a:pathLst>
                  <a:path extrusionOk="0" h="5184" w="4985">
                    <a:moveTo>
                      <a:pt x="3313" y="1"/>
                    </a:moveTo>
                    <a:lnTo>
                      <a:pt x="0" y="2814"/>
                    </a:lnTo>
                    <a:lnTo>
                      <a:pt x="154" y="5184"/>
                    </a:lnTo>
                    <a:lnTo>
                      <a:pt x="4984" y="1879"/>
                    </a:lnTo>
                    <a:lnTo>
                      <a:pt x="4976" y="1749"/>
                    </a:lnTo>
                    <a:lnTo>
                      <a:pt x="4961" y="1626"/>
                    </a:lnTo>
                    <a:lnTo>
                      <a:pt x="4930" y="1511"/>
                    </a:lnTo>
                    <a:lnTo>
                      <a:pt x="4900" y="1396"/>
                    </a:lnTo>
                    <a:lnTo>
                      <a:pt x="4861" y="1289"/>
                    </a:lnTo>
                    <a:lnTo>
                      <a:pt x="4815" y="1189"/>
                    </a:lnTo>
                    <a:lnTo>
                      <a:pt x="4762" y="1097"/>
                    </a:lnTo>
                    <a:lnTo>
                      <a:pt x="4700" y="997"/>
                    </a:lnTo>
                    <a:lnTo>
                      <a:pt x="4639" y="913"/>
                    </a:lnTo>
                    <a:lnTo>
                      <a:pt x="4578" y="829"/>
                    </a:lnTo>
                    <a:lnTo>
                      <a:pt x="4509" y="752"/>
                    </a:lnTo>
                    <a:lnTo>
                      <a:pt x="4432" y="675"/>
                    </a:lnTo>
                    <a:lnTo>
                      <a:pt x="4286" y="537"/>
                    </a:lnTo>
                    <a:lnTo>
                      <a:pt x="4133" y="422"/>
                    </a:lnTo>
                    <a:lnTo>
                      <a:pt x="3972" y="315"/>
                    </a:lnTo>
                    <a:lnTo>
                      <a:pt x="3826" y="231"/>
                    </a:lnTo>
                    <a:lnTo>
                      <a:pt x="3688" y="162"/>
                    </a:lnTo>
                    <a:lnTo>
                      <a:pt x="3566" y="100"/>
                    </a:lnTo>
                    <a:lnTo>
                      <a:pt x="3382" y="24"/>
                    </a:lnTo>
                    <a:lnTo>
                      <a:pt x="331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>
                <a:off x="4590000" y="1012875"/>
                <a:ext cx="45850" cy="135725"/>
              </a:xfrm>
              <a:custGeom>
                <a:rect b="b" l="l" r="r" t="t"/>
                <a:pathLst>
                  <a:path extrusionOk="0" h="5429" w="1834">
                    <a:moveTo>
                      <a:pt x="1833" y="0"/>
                    </a:moveTo>
                    <a:lnTo>
                      <a:pt x="1664" y="77"/>
                    </a:lnTo>
                    <a:lnTo>
                      <a:pt x="1503" y="154"/>
                    </a:lnTo>
                    <a:lnTo>
                      <a:pt x="1358" y="238"/>
                    </a:lnTo>
                    <a:lnTo>
                      <a:pt x="1212" y="323"/>
                    </a:lnTo>
                    <a:lnTo>
                      <a:pt x="1082" y="407"/>
                    </a:lnTo>
                    <a:lnTo>
                      <a:pt x="959" y="499"/>
                    </a:lnTo>
                    <a:lnTo>
                      <a:pt x="844" y="591"/>
                    </a:lnTo>
                    <a:lnTo>
                      <a:pt x="744" y="683"/>
                    </a:lnTo>
                    <a:lnTo>
                      <a:pt x="645" y="783"/>
                    </a:lnTo>
                    <a:lnTo>
                      <a:pt x="553" y="882"/>
                    </a:lnTo>
                    <a:lnTo>
                      <a:pt x="468" y="982"/>
                    </a:lnTo>
                    <a:lnTo>
                      <a:pt x="399" y="1089"/>
                    </a:lnTo>
                    <a:lnTo>
                      <a:pt x="330" y="1189"/>
                    </a:lnTo>
                    <a:lnTo>
                      <a:pt x="269" y="1296"/>
                    </a:lnTo>
                    <a:lnTo>
                      <a:pt x="215" y="1404"/>
                    </a:lnTo>
                    <a:lnTo>
                      <a:pt x="169" y="1511"/>
                    </a:lnTo>
                    <a:lnTo>
                      <a:pt x="131" y="1626"/>
                    </a:lnTo>
                    <a:lnTo>
                      <a:pt x="93" y="1733"/>
                    </a:lnTo>
                    <a:lnTo>
                      <a:pt x="62" y="1848"/>
                    </a:lnTo>
                    <a:lnTo>
                      <a:pt x="39" y="1956"/>
                    </a:lnTo>
                    <a:lnTo>
                      <a:pt x="24" y="2071"/>
                    </a:lnTo>
                    <a:lnTo>
                      <a:pt x="8" y="2186"/>
                    </a:lnTo>
                    <a:lnTo>
                      <a:pt x="1" y="2301"/>
                    </a:lnTo>
                    <a:lnTo>
                      <a:pt x="1" y="2408"/>
                    </a:lnTo>
                    <a:lnTo>
                      <a:pt x="8" y="2638"/>
                    </a:lnTo>
                    <a:lnTo>
                      <a:pt x="31" y="2860"/>
                    </a:lnTo>
                    <a:lnTo>
                      <a:pt x="70" y="3083"/>
                    </a:lnTo>
                    <a:lnTo>
                      <a:pt x="123" y="3305"/>
                    </a:lnTo>
                    <a:lnTo>
                      <a:pt x="185" y="3520"/>
                    </a:lnTo>
                    <a:lnTo>
                      <a:pt x="254" y="3727"/>
                    </a:lnTo>
                    <a:lnTo>
                      <a:pt x="330" y="3934"/>
                    </a:lnTo>
                    <a:lnTo>
                      <a:pt x="415" y="4125"/>
                    </a:lnTo>
                    <a:lnTo>
                      <a:pt x="507" y="4309"/>
                    </a:lnTo>
                    <a:lnTo>
                      <a:pt x="591" y="4486"/>
                    </a:lnTo>
                    <a:lnTo>
                      <a:pt x="683" y="4647"/>
                    </a:lnTo>
                    <a:lnTo>
                      <a:pt x="767" y="4800"/>
                    </a:lnTo>
                    <a:lnTo>
                      <a:pt x="928" y="5061"/>
                    </a:lnTo>
                    <a:lnTo>
                      <a:pt x="1066" y="5260"/>
                    </a:lnTo>
                    <a:lnTo>
                      <a:pt x="1189" y="5429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>
                <a:off x="4623350" y="1014225"/>
                <a:ext cx="85900" cy="108125"/>
              </a:xfrm>
              <a:custGeom>
                <a:rect b="b" l="l" r="r" t="t"/>
                <a:pathLst>
                  <a:path extrusionOk="0" h="4325" w="3436">
                    <a:moveTo>
                      <a:pt x="530" y="0"/>
                    </a:moveTo>
                    <a:lnTo>
                      <a:pt x="361" y="8"/>
                    </a:lnTo>
                    <a:lnTo>
                      <a:pt x="185" y="31"/>
                    </a:lnTo>
                    <a:lnTo>
                      <a:pt x="1" y="54"/>
                    </a:lnTo>
                    <a:lnTo>
                      <a:pt x="3413" y="4324"/>
                    </a:lnTo>
                    <a:lnTo>
                      <a:pt x="3428" y="4117"/>
                    </a:lnTo>
                    <a:lnTo>
                      <a:pt x="3436" y="3880"/>
                    </a:lnTo>
                    <a:lnTo>
                      <a:pt x="3436" y="3573"/>
                    </a:lnTo>
                    <a:lnTo>
                      <a:pt x="3436" y="3397"/>
                    </a:lnTo>
                    <a:lnTo>
                      <a:pt x="3420" y="3213"/>
                    </a:lnTo>
                    <a:lnTo>
                      <a:pt x="3405" y="3013"/>
                    </a:lnTo>
                    <a:lnTo>
                      <a:pt x="3382" y="2814"/>
                    </a:lnTo>
                    <a:lnTo>
                      <a:pt x="3351" y="2599"/>
                    </a:lnTo>
                    <a:lnTo>
                      <a:pt x="3313" y="2392"/>
                    </a:lnTo>
                    <a:lnTo>
                      <a:pt x="3259" y="2178"/>
                    </a:lnTo>
                    <a:lnTo>
                      <a:pt x="3198" y="1955"/>
                    </a:lnTo>
                    <a:lnTo>
                      <a:pt x="3129" y="1748"/>
                    </a:lnTo>
                    <a:lnTo>
                      <a:pt x="3037" y="1534"/>
                    </a:lnTo>
                    <a:lnTo>
                      <a:pt x="2945" y="1334"/>
                    </a:lnTo>
                    <a:lnTo>
                      <a:pt x="2830" y="1135"/>
                    </a:lnTo>
                    <a:lnTo>
                      <a:pt x="2769" y="1043"/>
                    </a:lnTo>
                    <a:lnTo>
                      <a:pt x="2700" y="951"/>
                    </a:lnTo>
                    <a:lnTo>
                      <a:pt x="2631" y="859"/>
                    </a:lnTo>
                    <a:lnTo>
                      <a:pt x="2554" y="775"/>
                    </a:lnTo>
                    <a:lnTo>
                      <a:pt x="2477" y="690"/>
                    </a:lnTo>
                    <a:lnTo>
                      <a:pt x="2393" y="606"/>
                    </a:lnTo>
                    <a:lnTo>
                      <a:pt x="2309" y="537"/>
                    </a:lnTo>
                    <a:lnTo>
                      <a:pt x="2217" y="460"/>
                    </a:lnTo>
                    <a:lnTo>
                      <a:pt x="2117" y="391"/>
                    </a:lnTo>
                    <a:lnTo>
                      <a:pt x="2017" y="330"/>
                    </a:lnTo>
                    <a:lnTo>
                      <a:pt x="1910" y="276"/>
                    </a:lnTo>
                    <a:lnTo>
                      <a:pt x="1795" y="223"/>
                    </a:lnTo>
                    <a:lnTo>
                      <a:pt x="1680" y="169"/>
                    </a:lnTo>
                    <a:lnTo>
                      <a:pt x="1549" y="131"/>
                    </a:lnTo>
                    <a:lnTo>
                      <a:pt x="1427" y="92"/>
                    </a:lnTo>
                    <a:lnTo>
                      <a:pt x="1289" y="61"/>
                    </a:lnTo>
                    <a:lnTo>
                      <a:pt x="1151" y="38"/>
                    </a:lnTo>
                    <a:lnTo>
                      <a:pt x="1005" y="15"/>
                    </a:lnTo>
                    <a:lnTo>
                      <a:pt x="852" y="8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4392375" y="1288125"/>
                <a:ext cx="678950" cy="461575"/>
              </a:xfrm>
              <a:custGeom>
                <a:rect b="b" l="l" r="r" t="t"/>
                <a:pathLst>
                  <a:path extrusionOk="0" h="18463" w="27158">
                    <a:moveTo>
                      <a:pt x="24336" y="0"/>
                    </a:moveTo>
                    <a:lnTo>
                      <a:pt x="24290" y="8"/>
                    </a:lnTo>
                    <a:lnTo>
                      <a:pt x="24137" y="39"/>
                    </a:lnTo>
                    <a:lnTo>
                      <a:pt x="24037" y="62"/>
                    </a:lnTo>
                    <a:lnTo>
                      <a:pt x="23938" y="108"/>
                    </a:lnTo>
                    <a:lnTo>
                      <a:pt x="13441" y="5988"/>
                    </a:lnTo>
                    <a:lnTo>
                      <a:pt x="13250" y="6096"/>
                    </a:lnTo>
                    <a:lnTo>
                      <a:pt x="10888" y="7422"/>
                    </a:lnTo>
                    <a:lnTo>
                      <a:pt x="392" y="13311"/>
                    </a:lnTo>
                    <a:lnTo>
                      <a:pt x="300" y="13364"/>
                    </a:lnTo>
                    <a:lnTo>
                      <a:pt x="223" y="13433"/>
                    </a:lnTo>
                    <a:lnTo>
                      <a:pt x="124" y="13556"/>
                    </a:lnTo>
                    <a:lnTo>
                      <a:pt x="93" y="13587"/>
                    </a:lnTo>
                    <a:lnTo>
                      <a:pt x="70" y="13625"/>
                    </a:lnTo>
                    <a:lnTo>
                      <a:pt x="47" y="13671"/>
                    </a:lnTo>
                    <a:lnTo>
                      <a:pt x="32" y="13717"/>
                    </a:lnTo>
                    <a:lnTo>
                      <a:pt x="9" y="13809"/>
                    </a:lnTo>
                    <a:lnTo>
                      <a:pt x="1" y="13916"/>
                    </a:lnTo>
                    <a:lnTo>
                      <a:pt x="9" y="14031"/>
                    </a:lnTo>
                    <a:lnTo>
                      <a:pt x="32" y="14139"/>
                    </a:lnTo>
                    <a:lnTo>
                      <a:pt x="70" y="14254"/>
                    </a:lnTo>
                    <a:lnTo>
                      <a:pt x="124" y="14369"/>
                    </a:lnTo>
                    <a:lnTo>
                      <a:pt x="2171" y="18018"/>
                    </a:lnTo>
                    <a:lnTo>
                      <a:pt x="2240" y="18126"/>
                    </a:lnTo>
                    <a:lnTo>
                      <a:pt x="2316" y="18218"/>
                    </a:lnTo>
                    <a:lnTo>
                      <a:pt x="2401" y="18302"/>
                    </a:lnTo>
                    <a:lnTo>
                      <a:pt x="2493" y="18363"/>
                    </a:lnTo>
                    <a:lnTo>
                      <a:pt x="2585" y="18417"/>
                    </a:lnTo>
                    <a:lnTo>
                      <a:pt x="2684" y="18448"/>
                    </a:lnTo>
                    <a:lnTo>
                      <a:pt x="2730" y="18455"/>
                    </a:lnTo>
                    <a:lnTo>
                      <a:pt x="2776" y="18463"/>
                    </a:lnTo>
                    <a:lnTo>
                      <a:pt x="2822" y="18455"/>
                    </a:lnTo>
                    <a:lnTo>
                      <a:pt x="2868" y="18455"/>
                    </a:lnTo>
                    <a:lnTo>
                      <a:pt x="3022" y="18425"/>
                    </a:lnTo>
                    <a:lnTo>
                      <a:pt x="3121" y="18394"/>
                    </a:lnTo>
                    <a:lnTo>
                      <a:pt x="3213" y="18348"/>
                    </a:lnTo>
                    <a:lnTo>
                      <a:pt x="13717" y="12475"/>
                    </a:lnTo>
                    <a:lnTo>
                      <a:pt x="16079" y="11148"/>
                    </a:lnTo>
                    <a:lnTo>
                      <a:pt x="16270" y="11041"/>
                    </a:lnTo>
                    <a:lnTo>
                      <a:pt x="26767" y="5153"/>
                    </a:lnTo>
                    <a:lnTo>
                      <a:pt x="26851" y="5091"/>
                    </a:lnTo>
                    <a:lnTo>
                      <a:pt x="26928" y="5022"/>
                    </a:lnTo>
                    <a:lnTo>
                      <a:pt x="27035" y="4907"/>
                    </a:lnTo>
                    <a:lnTo>
                      <a:pt x="27066" y="4869"/>
                    </a:lnTo>
                    <a:lnTo>
                      <a:pt x="27089" y="4831"/>
                    </a:lnTo>
                    <a:lnTo>
                      <a:pt x="27112" y="4792"/>
                    </a:lnTo>
                    <a:lnTo>
                      <a:pt x="27127" y="4746"/>
                    </a:lnTo>
                    <a:lnTo>
                      <a:pt x="27150" y="4647"/>
                    </a:lnTo>
                    <a:lnTo>
                      <a:pt x="27158" y="4539"/>
                    </a:lnTo>
                    <a:lnTo>
                      <a:pt x="27150" y="4432"/>
                    </a:lnTo>
                    <a:lnTo>
                      <a:pt x="27127" y="4317"/>
                    </a:lnTo>
                    <a:lnTo>
                      <a:pt x="27089" y="4202"/>
                    </a:lnTo>
                    <a:lnTo>
                      <a:pt x="27027" y="4087"/>
                    </a:lnTo>
                    <a:lnTo>
                      <a:pt x="24988" y="437"/>
                    </a:lnTo>
                    <a:lnTo>
                      <a:pt x="24919" y="330"/>
                    </a:lnTo>
                    <a:lnTo>
                      <a:pt x="24842" y="238"/>
                    </a:lnTo>
                    <a:lnTo>
                      <a:pt x="24758" y="161"/>
                    </a:lnTo>
                    <a:lnTo>
                      <a:pt x="24666" y="92"/>
                    </a:lnTo>
                    <a:lnTo>
                      <a:pt x="24574" y="46"/>
                    </a:lnTo>
                    <a:lnTo>
                      <a:pt x="24474" y="16"/>
                    </a:lnTo>
                    <a:lnTo>
                      <a:pt x="2442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4288700" y="1652300"/>
                <a:ext cx="161600" cy="136700"/>
              </a:xfrm>
              <a:custGeom>
                <a:rect b="b" l="l" r="r" t="t"/>
                <a:pathLst>
                  <a:path extrusionOk="0" h="5468" w="6464">
                    <a:moveTo>
                      <a:pt x="4907" y="1"/>
                    </a:moveTo>
                    <a:lnTo>
                      <a:pt x="153" y="2661"/>
                    </a:lnTo>
                    <a:lnTo>
                      <a:pt x="115" y="2692"/>
                    </a:lnTo>
                    <a:lnTo>
                      <a:pt x="77" y="2730"/>
                    </a:lnTo>
                    <a:lnTo>
                      <a:pt x="46" y="2776"/>
                    </a:lnTo>
                    <a:lnTo>
                      <a:pt x="23" y="2822"/>
                    </a:lnTo>
                    <a:lnTo>
                      <a:pt x="8" y="2884"/>
                    </a:lnTo>
                    <a:lnTo>
                      <a:pt x="0" y="2945"/>
                    </a:lnTo>
                    <a:lnTo>
                      <a:pt x="0" y="3007"/>
                    </a:lnTo>
                    <a:lnTo>
                      <a:pt x="8" y="3076"/>
                    </a:lnTo>
                    <a:lnTo>
                      <a:pt x="23" y="3198"/>
                    </a:lnTo>
                    <a:lnTo>
                      <a:pt x="46" y="3336"/>
                    </a:lnTo>
                    <a:lnTo>
                      <a:pt x="77" y="3482"/>
                    </a:lnTo>
                    <a:lnTo>
                      <a:pt x="115" y="3620"/>
                    </a:lnTo>
                    <a:lnTo>
                      <a:pt x="161" y="3758"/>
                    </a:lnTo>
                    <a:lnTo>
                      <a:pt x="215" y="3896"/>
                    </a:lnTo>
                    <a:lnTo>
                      <a:pt x="268" y="4034"/>
                    </a:lnTo>
                    <a:lnTo>
                      <a:pt x="337" y="4172"/>
                    </a:lnTo>
                    <a:lnTo>
                      <a:pt x="406" y="4302"/>
                    </a:lnTo>
                    <a:lnTo>
                      <a:pt x="475" y="4433"/>
                    </a:lnTo>
                    <a:lnTo>
                      <a:pt x="560" y="4555"/>
                    </a:lnTo>
                    <a:lnTo>
                      <a:pt x="644" y="4678"/>
                    </a:lnTo>
                    <a:lnTo>
                      <a:pt x="736" y="4793"/>
                    </a:lnTo>
                    <a:lnTo>
                      <a:pt x="828" y="4908"/>
                    </a:lnTo>
                    <a:lnTo>
                      <a:pt x="928" y="5015"/>
                    </a:lnTo>
                    <a:lnTo>
                      <a:pt x="1027" y="5123"/>
                    </a:lnTo>
                    <a:lnTo>
                      <a:pt x="1135" y="5215"/>
                    </a:lnTo>
                    <a:lnTo>
                      <a:pt x="1273" y="5337"/>
                    </a:lnTo>
                    <a:lnTo>
                      <a:pt x="1334" y="5383"/>
                    </a:lnTo>
                    <a:lnTo>
                      <a:pt x="1388" y="5414"/>
                    </a:lnTo>
                    <a:lnTo>
                      <a:pt x="1449" y="5445"/>
                    </a:lnTo>
                    <a:lnTo>
                      <a:pt x="1503" y="5460"/>
                    </a:lnTo>
                    <a:lnTo>
                      <a:pt x="1564" y="5468"/>
                    </a:lnTo>
                    <a:lnTo>
                      <a:pt x="1618" y="5468"/>
                    </a:lnTo>
                    <a:lnTo>
                      <a:pt x="1671" y="5452"/>
                    </a:lnTo>
                    <a:lnTo>
                      <a:pt x="1717" y="5429"/>
                    </a:lnTo>
                    <a:lnTo>
                      <a:pt x="6463" y="2776"/>
                    </a:lnTo>
                    <a:lnTo>
                      <a:pt x="4907" y="1"/>
                    </a:lnTo>
                    <a:close/>
                  </a:path>
                </a:pathLst>
              </a:custGeom>
              <a:solidFill>
                <a:srgbClr val="FFB8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5012850" y="1247675"/>
                <a:ext cx="161600" cy="136900"/>
              </a:xfrm>
              <a:custGeom>
                <a:rect b="b" l="l" r="r" t="t"/>
                <a:pathLst>
                  <a:path extrusionOk="0" h="5476" w="6464">
                    <a:moveTo>
                      <a:pt x="4907" y="1"/>
                    </a:moveTo>
                    <a:lnTo>
                      <a:pt x="4853" y="8"/>
                    </a:lnTo>
                    <a:lnTo>
                      <a:pt x="4800" y="16"/>
                    </a:lnTo>
                    <a:lnTo>
                      <a:pt x="4754" y="39"/>
                    </a:lnTo>
                    <a:lnTo>
                      <a:pt x="0" y="2700"/>
                    </a:lnTo>
                    <a:lnTo>
                      <a:pt x="1557" y="5475"/>
                    </a:lnTo>
                    <a:lnTo>
                      <a:pt x="6303" y="2815"/>
                    </a:lnTo>
                    <a:lnTo>
                      <a:pt x="6349" y="2784"/>
                    </a:lnTo>
                    <a:lnTo>
                      <a:pt x="6379" y="2746"/>
                    </a:lnTo>
                    <a:lnTo>
                      <a:pt x="6410" y="2700"/>
                    </a:lnTo>
                    <a:lnTo>
                      <a:pt x="6433" y="2646"/>
                    </a:lnTo>
                    <a:lnTo>
                      <a:pt x="6448" y="2585"/>
                    </a:lnTo>
                    <a:lnTo>
                      <a:pt x="6464" y="2523"/>
                    </a:lnTo>
                    <a:lnTo>
                      <a:pt x="6464" y="2454"/>
                    </a:lnTo>
                    <a:lnTo>
                      <a:pt x="6456" y="2385"/>
                    </a:lnTo>
                    <a:lnTo>
                      <a:pt x="6425" y="2209"/>
                    </a:lnTo>
                    <a:lnTo>
                      <a:pt x="6395" y="2063"/>
                    </a:lnTo>
                    <a:lnTo>
                      <a:pt x="6356" y="1925"/>
                    </a:lnTo>
                    <a:lnTo>
                      <a:pt x="6318" y="1779"/>
                    </a:lnTo>
                    <a:lnTo>
                      <a:pt x="6272" y="1641"/>
                    </a:lnTo>
                    <a:lnTo>
                      <a:pt x="6218" y="1503"/>
                    </a:lnTo>
                    <a:lnTo>
                      <a:pt x="6157" y="1365"/>
                    </a:lnTo>
                    <a:lnTo>
                      <a:pt x="6096" y="1235"/>
                    </a:lnTo>
                    <a:lnTo>
                      <a:pt x="6019" y="1105"/>
                    </a:lnTo>
                    <a:lnTo>
                      <a:pt x="5942" y="974"/>
                    </a:lnTo>
                    <a:lnTo>
                      <a:pt x="5866" y="852"/>
                    </a:lnTo>
                    <a:lnTo>
                      <a:pt x="5774" y="729"/>
                    </a:lnTo>
                    <a:lnTo>
                      <a:pt x="5689" y="614"/>
                    </a:lnTo>
                    <a:lnTo>
                      <a:pt x="5590" y="507"/>
                    </a:lnTo>
                    <a:lnTo>
                      <a:pt x="5490" y="399"/>
                    </a:lnTo>
                    <a:lnTo>
                      <a:pt x="5383" y="300"/>
                    </a:lnTo>
                    <a:lnTo>
                      <a:pt x="5275" y="200"/>
                    </a:lnTo>
                    <a:lnTo>
                      <a:pt x="5183" y="123"/>
                    </a:lnTo>
                    <a:lnTo>
                      <a:pt x="5130" y="85"/>
                    </a:lnTo>
                    <a:lnTo>
                      <a:pt x="5076" y="47"/>
                    </a:lnTo>
                    <a:lnTo>
                      <a:pt x="5015" y="24"/>
                    </a:lnTo>
                    <a:lnTo>
                      <a:pt x="4961" y="8"/>
                    </a:lnTo>
                    <a:lnTo>
                      <a:pt x="490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1"/>
              <p:cNvSpPr/>
              <p:nvPr/>
            </p:nvSpPr>
            <p:spPr>
              <a:xfrm>
                <a:off x="4205875" y="1584075"/>
                <a:ext cx="275850" cy="208750"/>
              </a:xfrm>
              <a:custGeom>
                <a:rect b="b" l="l" r="r" t="t"/>
                <a:pathLst>
                  <a:path extrusionOk="0" h="8350" w="11034">
                    <a:moveTo>
                      <a:pt x="9815" y="1"/>
                    </a:moveTo>
                    <a:lnTo>
                      <a:pt x="9730" y="8"/>
                    </a:lnTo>
                    <a:lnTo>
                      <a:pt x="9646" y="24"/>
                    </a:lnTo>
                    <a:lnTo>
                      <a:pt x="9554" y="39"/>
                    </a:lnTo>
                    <a:lnTo>
                      <a:pt x="9385" y="85"/>
                    </a:lnTo>
                    <a:lnTo>
                      <a:pt x="9247" y="131"/>
                    </a:lnTo>
                    <a:lnTo>
                      <a:pt x="9109" y="185"/>
                    </a:lnTo>
                    <a:lnTo>
                      <a:pt x="8971" y="177"/>
                    </a:lnTo>
                    <a:lnTo>
                      <a:pt x="8611" y="177"/>
                    </a:lnTo>
                    <a:lnTo>
                      <a:pt x="8082" y="185"/>
                    </a:lnTo>
                    <a:lnTo>
                      <a:pt x="7768" y="200"/>
                    </a:lnTo>
                    <a:lnTo>
                      <a:pt x="7438" y="215"/>
                    </a:lnTo>
                    <a:lnTo>
                      <a:pt x="7085" y="231"/>
                    </a:lnTo>
                    <a:lnTo>
                      <a:pt x="6733" y="261"/>
                    </a:lnTo>
                    <a:lnTo>
                      <a:pt x="6372" y="300"/>
                    </a:lnTo>
                    <a:lnTo>
                      <a:pt x="6020" y="346"/>
                    </a:lnTo>
                    <a:lnTo>
                      <a:pt x="5682" y="407"/>
                    </a:lnTo>
                    <a:lnTo>
                      <a:pt x="5368" y="476"/>
                    </a:lnTo>
                    <a:lnTo>
                      <a:pt x="5214" y="514"/>
                    </a:lnTo>
                    <a:lnTo>
                      <a:pt x="5076" y="560"/>
                    </a:lnTo>
                    <a:lnTo>
                      <a:pt x="4946" y="606"/>
                    </a:lnTo>
                    <a:lnTo>
                      <a:pt x="4823" y="652"/>
                    </a:lnTo>
                    <a:lnTo>
                      <a:pt x="4624" y="737"/>
                    </a:lnTo>
                    <a:lnTo>
                      <a:pt x="4417" y="813"/>
                    </a:lnTo>
                    <a:lnTo>
                      <a:pt x="4195" y="890"/>
                    </a:lnTo>
                    <a:lnTo>
                      <a:pt x="3972" y="967"/>
                    </a:lnTo>
                    <a:lnTo>
                      <a:pt x="3520" y="1097"/>
                    </a:lnTo>
                    <a:lnTo>
                      <a:pt x="3068" y="1220"/>
                    </a:lnTo>
                    <a:lnTo>
                      <a:pt x="2945" y="1097"/>
                    </a:lnTo>
                    <a:lnTo>
                      <a:pt x="1" y="5843"/>
                    </a:lnTo>
                    <a:lnTo>
                      <a:pt x="714" y="6219"/>
                    </a:lnTo>
                    <a:lnTo>
                      <a:pt x="952" y="6449"/>
                    </a:lnTo>
                    <a:lnTo>
                      <a:pt x="1197" y="6686"/>
                    </a:lnTo>
                    <a:lnTo>
                      <a:pt x="1435" y="6932"/>
                    </a:lnTo>
                    <a:lnTo>
                      <a:pt x="1649" y="7154"/>
                    </a:lnTo>
                    <a:lnTo>
                      <a:pt x="1979" y="7514"/>
                    </a:lnTo>
                    <a:lnTo>
                      <a:pt x="2102" y="7660"/>
                    </a:lnTo>
                    <a:lnTo>
                      <a:pt x="2661" y="7783"/>
                    </a:lnTo>
                    <a:lnTo>
                      <a:pt x="3236" y="7913"/>
                    </a:lnTo>
                    <a:lnTo>
                      <a:pt x="3919" y="8051"/>
                    </a:lnTo>
                    <a:lnTo>
                      <a:pt x="4624" y="8181"/>
                    </a:lnTo>
                    <a:lnTo>
                      <a:pt x="4961" y="8243"/>
                    </a:lnTo>
                    <a:lnTo>
                      <a:pt x="5276" y="8289"/>
                    </a:lnTo>
                    <a:lnTo>
                      <a:pt x="5559" y="8327"/>
                    </a:lnTo>
                    <a:lnTo>
                      <a:pt x="5797" y="8342"/>
                    </a:lnTo>
                    <a:lnTo>
                      <a:pt x="5904" y="8350"/>
                    </a:lnTo>
                    <a:lnTo>
                      <a:pt x="5989" y="8342"/>
                    </a:lnTo>
                    <a:lnTo>
                      <a:pt x="6066" y="8335"/>
                    </a:lnTo>
                    <a:lnTo>
                      <a:pt x="6119" y="8327"/>
                    </a:lnTo>
                    <a:lnTo>
                      <a:pt x="6211" y="8296"/>
                    </a:lnTo>
                    <a:lnTo>
                      <a:pt x="6280" y="8258"/>
                    </a:lnTo>
                    <a:lnTo>
                      <a:pt x="6349" y="8220"/>
                    </a:lnTo>
                    <a:lnTo>
                      <a:pt x="6403" y="8174"/>
                    </a:lnTo>
                    <a:lnTo>
                      <a:pt x="6441" y="8128"/>
                    </a:lnTo>
                    <a:lnTo>
                      <a:pt x="6480" y="8082"/>
                    </a:lnTo>
                    <a:lnTo>
                      <a:pt x="6510" y="8036"/>
                    </a:lnTo>
                    <a:lnTo>
                      <a:pt x="6526" y="7990"/>
                    </a:lnTo>
                    <a:lnTo>
                      <a:pt x="6549" y="7905"/>
                    </a:lnTo>
                    <a:lnTo>
                      <a:pt x="6556" y="7836"/>
                    </a:lnTo>
                    <a:lnTo>
                      <a:pt x="6556" y="7790"/>
                    </a:lnTo>
                    <a:lnTo>
                      <a:pt x="6556" y="7775"/>
                    </a:lnTo>
                    <a:lnTo>
                      <a:pt x="6825" y="7721"/>
                    </a:lnTo>
                    <a:lnTo>
                      <a:pt x="7085" y="7675"/>
                    </a:lnTo>
                    <a:lnTo>
                      <a:pt x="7338" y="7622"/>
                    </a:lnTo>
                    <a:lnTo>
                      <a:pt x="7392" y="7599"/>
                    </a:lnTo>
                    <a:lnTo>
                      <a:pt x="7438" y="7568"/>
                    </a:lnTo>
                    <a:lnTo>
                      <a:pt x="7484" y="7537"/>
                    </a:lnTo>
                    <a:lnTo>
                      <a:pt x="7515" y="7491"/>
                    </a:lnTo>
                    <a:lnTo>
                      <a:pt x="7545" y="7445"/>
                    </a:lnTo>
                    <a:lnTo>
                      <a:pt x="7568" y="7399"/>
                    </a:lnTo>
                    <a:lnTo>
                      <a:pt x="7599" y="7292"/>
                    </a:lnTo>
                    <a:lnTo>
                      <a:pt x="7614" y="7192"/>
                    </a:lnTo>
                    <a:lnTo>
                      <a:pt x="7614" y="7108"/>
                    </a:lnTo>
                    <a:lnTo>
                      <a:pt x="7614" y="7031"/>
                    </a:lnTo>
                    <a:lnTo>
                      <a:pt x="7745" y="7016"/>
                    </a:lnTo>
                    <a:lnTo>
                      <a:pt x="7883" y="7008"/>
                    </a:lnTo>
                    <a:lnTo>
                      <a:pt x="8051" y="6985"/>
                    </a:lnTo>
                    <a:lnTo>
                      <a:pt x="8235" y="6955"/>
                    </a:lnTo>
                    <a:lnTo>
                      <a:pt x="8427" y="6909"/>
                    </a:lnTo>
                    <a:lnTo>
                      <a:pt x="8519" y="6886"/>
                    </a:lnTo>
                    <a:lnTo>
                      <a:pt x="8603" y="6855"/>
                    </a:lnTo>
                    <a:lnTo>
                      <a:pt x="8688" y="6824"/>
                    </a:lnTo>
                    <a:lnTo>
                      <a:pt x="8757" y="6794"/>
                    </a:lnTo>
                    <a:lnTo>
                      <a:pt x="8787" y="6771"/>
                    </a:lnTo>
                    <a:lnTo>
                      <a:pt x="8810" y="6748"/>
                    </a:lnTo>
                    <a:lnTo>
                      <a:pt x="8856" y="6686"/>
                    </a:lnTo>
                    <a:lnTo>
                      <a:pt x="8887" y="6625"/>
                    </a:lnTo>
                    <a:lnTo>
                      <a:pt x="8910" y="6548"/>
                    </a:lnTo>
                    <a:lnTo>
                      <a:pt x="8918" y="6464"/>
                    </a:lnTo>
                    <a:lnTo>
                      <a:pt x="8925" y="6380"/>
                    </a:lnTo>
                    <a:lnTo>
                      <a:pt x="8918" y="6295"/>
                    </a:lnTo>
                    <a:lnTo>
                      <a:pt x="8910" y="6203"/>
                    </a:lnTo>
                    <a:lnTo>
                      <a:pt x="8872" y="6042"/>
                    </a:lnTo>
                    <a:lnTo>
                      <a:pt x="8841" y="5897"/>
                    </a:lnTo>
                    <a:lnTo>
                      <a:pt x="8795" y="5766"/>
                    </a:lnTo>
                    <a:lnTo>
                      <a:pt x="9056" y="5751"/>
                    </a:lnTo>
                    <a:lnTo>
                      <a:pt x="9661" y="5720"/>
                    </a:lnTo>
                    <a:lnTo>
                      <a:pt x="10006" y="5697"/>
                    </a:lnTo>
                    <a:lnTo>
                      <a:pt x="10336" y="5667"/>
                    </a:lnTo>
                    <a:lnTo>
                      <a:pt x="10612" y="5644"/>
                    </a:lnTo>
                    <a:lnTo>
                      <a:pt x="10804" y="5613"/>
                    </a:lnTo>
                    <a:lnTo>
                      <a:pt x="10834" y="5598"/>
                    </a:lnTo>
                    <a:lnTo>
                      <a:pt x="10857" y="5590"/>
                    </a:lnTo>
                    <a:lnTo>
                      <a:pt x="10911" y="5551"/>
                    </a:lnTo>
                    <a:lnTo>
                      <a:pt x="10949" y="5498"/>
                    </a:lnTo>
                    <a:lnTo>
                      <a:pt x="10980" y="5444"/>
                    </a:lnTo>
                    <a:lnTo>
                      <a:pt x="11003" y="5375"/>
                    </a:lnTo>
                    <a:lnTo>
                      <a:pt x="11018" y="5298"/>
                    </a:lnTo>
                    <a:lnTo>
                      <a:pt x="11026" y="5229"/>
                    </a:lnTo>
                    <a:lnTo>
                      <a:pt x="11034" y="5145"/>
                    </a:lnTo>
                    <a:lnTo>
                      <a:pt x="11026" y="4999"/>
                    </a:lnTo>
                    <a:lnTo>
                      <a:pt x="11018" y="4869"/>
                    </a:lnTo>
                    <a:lnTo>
                      <a:pt x="10995" y="4746"/>
                    </a:lnTo>
                    <a:lnTo>
                      <a:pt x="9424" y="4041"/>
                    </a:lnTo>
                    <a:lnTo>
                      <a:pt x="8304" y="3497"/>
                    </a:lnTo>
                    <a:lnTo>
                      <a:pt x="7446" y="3075"/>
                    </a:lnTo>
                    <a:lnTo>
                      <a:pt x="7101" y="2899"/>
                    </a:lnTo>
                    <a:lnTo>
                      <a:pt x="6863" y="2776"/>
                    </a:lnTo>
                    <a:lnTo>
                      <a:pt x="6786" y="2730"/>
                    </a:lnTo>
                    <a:lnTo>
                      <a:pt x="6710" y="2676"/>
                    </a:lnTo>
                    <a:lnTo>
                      <a:pt x="6633" y="2623"/>
                    </a:lnTo>
                    <a:lnTo>
                      <a:pt x="6564" y="2561"/>
                    </a:lnTo>
                    <a:lnTo>
                      <a:pt x="6441" y="2439"/>
                    </a:lnTo>
                    <a:lnTo>
                      <a:pt x="6334" y="2316"/>
                    </a:lnTo>
                    <a:lnTo>
                      <a:pt x="6242" y="2201"/>
                    </a:lnTo>
                    <a:lnTo>
                      <a:pt x="6173" y="2117"/>
                    </a:lnTo>
                    <a:lnTo>
                      <a:pt x="6119" y="2032"/>
                    </a:lnTo>
                    <a:lnTo>
                      <a:pt x="6265" y="2017"/>
                    </a:lnTo>
                    <a:lnTo>
                      <a:pt x="6641" y="1963"/>
                    </a:lnTo>
                    <a:lnTo>
                      <a:pt x="6886" y="1917"/>
                    </a:lnTo>
                    <a:lnTo>
                      <a:pt x="7147" y="1864"/>
                    </a:lnTo>
                    <a:lnTo>
                      <a:pt x="7423" y="1795"/>
                    </a:lnTo>
                    <a:lnTo>
                      <a:pt x="7691" y="1718"/>
                    </a:lnTo>
                    <a:lnTo>
                      <a:pt x="7837" y="1664"/>
                    </a:lnTo>
                    <a:lnTo>
                      <a:pt x="7998" y="1580"/>
                    </a:lnTo>
                    <a:lnTo>
                      <a:pt x="8174" y="1480"/>
                    </a:lnTo>
                    <a:lnTo>
                      <a:pt x="8366" y="1365"/>
                    </a:lnTo>
                    <a:lnTo>
                      <a:pt x="8565" y="1235"/>
                    </a:lnTo>
                    <a:lnTo>
                      <a:pt x="8764" y="1105"/>
                    </a:lnTo>
                    <a:lnTo>
                      <a:pt x="9155" y="821"/>
                    </a:lnTo>
                    <a:lnTo>
                      <a:pt x="9516" y="553"/>
                    </a:lnTo>
                    <a:lnTo>
                      <a:pt x="9815" y="323"/>
                    </a:lnTo>
                    <a:lnTo>
                      <a:pt x="10091" y="100"/>
                    </a:lnTo>
                    <a:lnTo>
                      <a:pt x="10075" y="77"/>
                    </a:lnTo>
                    <a:lnTo>
                      <a:pt x="10060" y="62"/>
                    </a:lnTo>
                    <a:lnTo>
                      <a:pt x="10037" y="39"/>
                    </a:lnTo>
                    <a:lnTo>
                      <a:pt x="10014" y="24"/>
                    </a:lnTo>
                    <a:lnTo>
                      <a:pt x="9960" y="8"/>
                    </a:lnTo>
                    <a:lnTo>
                      <a:pt x="9891" y="1"/>
                    </a:lnTo>
                    <a:close/>
                  </a:path>
                </a:pathLst>
              </a:custGeom>
              <a:solidFill>
                <a:srgbClr val="E9A7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4337175" y="1762900"/>
                <a:ext cx="28400" cy="13650"/>
              </a:xfrm>
              <a:custGeom>
                <a:rect b="b" l="l" r="r" t="t"/>
                <a:pathLst>
                  <a:path extrusionOk="0" h="546" w="1136">
                    <a:moveTo>
                      <a:pt x="1" y="1"/>
                    </a:moveTo>
                    <a:lnTo>
                      <a:pt x="54" y="70"/>
                    </a:lnTo>
                    <a:lnTo>
                      <a:pt x="116" y="131"/>
                    </a:lnTo>
                    <a:lnTo>
                      <a:pt x="177" y="185"/>
                    </a:lnTo>
                    <a:lnTo>
                      <a:pt x="238" y="231"/>
                    </a:lnTo>
                    <a:lnTo>
                      <a:pt x="369" y="323"/>
                    </a:lnTo>
                    <a:lnTo>
                      <a:pt x="514" y="392"/>
                    </a:lnTo>
                    <a:lnTo>
                      <a:pt x="652" y="453"/>
                    </a:lnTo>
                    <a:lnTo>
                      <a:pt x="806" y="507"/>
                    </a:lnTo>
                    <a:lnTo>
                      <a:pt x="883" y="522"/>
                    </a:lnTo>
                    <a:lnTo>
                      <a:pt x="967" y="538"/>
                    </a:lnTo>
                    <a:lnTo>
                      <a:pt x="1051" y="545"/>
                    </a:lnTo>
                    <a:lnTo>
                      <a:pt x="1136" y="545"/>
                    </a:lnTo>
                    <a:lnTo>
                      <a:pt x="1082" y="476"/>
                    </a:lnTo>
                    <a:lnTo>
                      <a:pt x="1021" y="415"/>
                    </a:lnTo>
                    <a:lnTo>
                      <a:pt x="959" y="361"/>
                    </a:lnTo>
                    <a:lnTo>
                      <a:pt x="898" y="308"/>
                    </a:lnTo>
                    <a:lnTo>
                      <a:pt x="768" y="223"/>
                    </a:lnTo>
                    <a:lnTo>
                      <a:pt x="629" y="147"/>
                    </a:lnTo>
                    <a:lnTo>
                      <a:pt x="484" y="85"/>
                    </a:lnTo>
                    <a:lnTo>
                      <a:pt x="330" y="39"/>
                    </a:lnTo>
                    <a:lnTo>
                      <a:pt x="254" y="24"/>
                    </a:lnTo>
                    <a:lnTo>
                      <a:pt x="169" y="9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4361900" y="1734550"/>
                <a:ext cx="29550" cy="23400"/>
              </a:xfrm>
              <a:custGeom>
                <a:rect b="b" l="l" r="r" t="t"/>
                <a:pathLst>
                  <a:path extrusionOk="0" h="936" w="1182">
                    <a:moveTo>
                      <a:pt x="1" y="0"/>
                    </a:moveTo>
                    <a:lnTo>
                      <a:pt x="55" y="85"/>
                    </a:lnTo>
                    <a:lnTo>
                      <a:pt x="108" y="169"/>
                    </a:lnTo>
                    <a:lnTo>
                      <a:pt x="170" y="246"/>
                    </a:lnTo>
                    <a:lnTo>
                      <a:pt x="231" y="315"/>
                    </a:lnTo>
                    <a:lnTo>
                      <a:pt x="361" y="453"/>
                    </a:lnTo>
                    <a:lnTo>
                      <a:pt x="507" y="575"/>
                    </a:lnTo>
                    <a:lnTo>
                      <a:pt x="660" y="690"/>
                    </a:lnTo>
                    <a:lnTo>
                      <a:pt x="821" y="790"/>
                    </a:lnTo>
                    <a:lnTo>
                      <a:pt x="906" y="828"/>
                    </a:lnTo>
                    <a:lnTo>
                      <a:pt x="998" y="874"/>
                    </a:lnTo>
                    <a:lnTo>
                      <a:pt x="1090" y="905"/>
                    </a:lnTo>
                    <a:lnTo>
                      <a:pt x="1182" y="936"/>
                    </a:lnTo>
                    <a:lnTo>
                      <a:pt x="1136" y="851"/>
                    </a:lnTo>
                    <a:lnTo>
                      <a:pt x="1074" y="767"/>
                    </a:lnTo>
                    <a:lnTo>
                      <a:pt x="1021" y="690"/>
                    </a:lnTo>
                    <a:lnTo>
                      <a:pt x="952" y="621"/>
                    </a:lnTo>
                    <a:lnTo>
                      <a:pt x="821" y="483"/>
                    </a:lnTo>
                    <a:lnTo>
                      <a:pt x="676" y="361"/>
                    </a:lnTo>
                    <a:lnTo>
                      <a:pt x="522" y="253"/>
                    </a:lnTo>
                    <a:lnTo>
                      <a:pt x="361" y="154"/>
                    </a:lnTo>
                    <a:lnTo>
                      <a:pt x="277" y="108"/>
                    </a:lnTo>
                    <a:lnTo>
                      <a:pt x="193" y="62"/>
                    </a:lnTo>
                    <a:lnTo>
                      <a:pt x="101" y="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4361900" y="1696200"/>
                <a:ext cx="59250" cy="30900"/>
              </a:xfrm>
              <a:custGeom>
                <a:rect b="b" l="l" r="r" t="t"/>
                <a:pathLst>
                  <a:path extrusionOk="0" h="1236" w="2370">
                    <a:moveTo>
                      <a:pt x="1" y="1"/>
                    </a:moveTo>
                    <a:lnTo>
                      <a:pt x="108" y="146"/>
                    </a:lnTo>
                    <a:lnTo>
                      <a:pt x="223" y="292"/>
                    </a:lnTo>
                    <a:lnTo>
                      <a:pt x="346" y="422"/>
                    </a:lnTo>
                    <a:lnTo>
                      <a:pt x="469" y="553"/>
                    </a:lnTo>
                    <a:lnTo>
                      <a:pt x="599" y="683"/>
                    </a:lnTo>
                    <a:lnTo>
                      <a:pt x="729" y="806"/>
                    </a:lnTo>
                    <a:lnTo>
                      <a:pt x="998" y="1043"/>
                    </a:lnTo>
                    <a:lnTo>
                      <a:pt x="1021" y="1059"/>
                    </a:lnTo>
                    <a:lnTo>
                      <a:pt x="1059" y="1074"/>
                    </a:lnTo>
                    <a:lnTo>
                      <a:pt x="1381" y="1136"/>
                    </a:lnTo>
                    <a:lnTo>
                      <a:pt x="1703" y="1189"/>
                    </a:lnTo>
                    <a:lnTo>
                      <a:pt x="1872" y="1212"/>
                    </a:lnTo>
                    <a:lnTo>
                      <a:pt x="2033" y="1228"/>
                    </a:lnTo>
                    <a:lnTo>
                      <a:pt x="2201" y="1235"/>
                    </a:lnTo>
                    <a:lnTo>
                      <a:pt x="2370" y="1235"/>
                    </a:lnTo>
                    <a:lnTo>
                      <a:pt x="2217" y="1166"/>
                    </a:lnTo>
                    <a:lnTo>
                      <a:pt x="2063" y="1105"/>
                    </a:lnTo>
                    <a:lnTo>
                      <a:pt x="1910" y="1043"/>
                    </a:lnTo>
                    <a:lnTo>
                      <a:pt x="1749" y="990"/>
                    </a:lnTo>
                    <a:lnTo>
                      <a:pt x="1435" y="890"/>
                    </a:lnTo>
                    <a:lnTo>
                      <a:pt x="1148" y="815"/>
                    </a:lnTo>
                    <a:lnTo>
                      <a:pt x="1148" y="815"/>
                    </a:lnTo>
                    <a:lnTo>
                      <a:pt x="898" y="606"/>
                    </a:lnTo>
                    <a:lnTo>
                      <a:pt x="760" y="499"/>
                    </a:lnTo>
                    <a:lnTo>
                      <a:pt x="614" y="392"/>
                    </a:lnTo>
                    <a:lnTo>
                      <a:pt x="469" y="284"/>
                    </a:lnTo>
                    <a:lnTo>
                      <a:pt x="315" y="185"/>
                    </a:lnTo>
                    <a:lnTo>
                      <a:pt x="162" y="9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4847800" y="1366125"/>
                <a:ext cx="187500" cy="184425"/>
              </a:xfrm>
              <a:custGeom>
                <a:rect b="b" l="l" r="r" t="t"/>
                <a:pathLst>
                  <a:path extrusionOk="0" h="7377" w="7500">
                    <a:moveTo>
                      <a:pt x="2976" y="1"/>
                    </a:moveTo>
                    <a:lnTo>
                      <a:pt x="2937" y="24"/>
                    </a:lnTo>
                    <a:lnTo>
                      <a:pt x="2891" y="55"/>
                    </a:lnTo>
                    <a:lnTo>
                      <a:pt x="2845" y="85"/>
                    </a:lnTo>
                    <a:lnTo>
                      <a:pt x="2807" y="131"/>
                    </a:lnTo>
                    <a:lnTo>
                      <a:pt x="2715" y="239"/>
                    </a:lnTo>
                    <a:lnTo>
                      <a:pt x="2631" y="354"/>
                    </a:lnTo>
                    <a:lnTo>
                      <a:pt x="2493" y="561"/>
                    </a:lnTo>
                    <a:lnTo>
                      <a:pt x="2439" y="653"/>
                    </a:lnTo>
                    <a:lnTo>
                      <a:pt x="2301" y="530"/>
                    </a:lnTo>
                    <a:lnTo>
                      <a:pt x="2155" y="415"/>
                    </a:lnTo>
                    <a:lnTo>
                      <a:pt x="1971" y="292"/>
                    </a:lnTo>
                    <a:lnTo>
                      <a:pt x="1879" y="231"/>
                    </a:lnTo>
                    <a:lnTo>
                      <a:pt x="1780" y="177"/>
                    </a:lnTo>
                    <a:lnTo>
                      <a:pt x="1672" y="131"/>
                    </a:lnTo>
                    <a:lnTo>
                      <a:pt x="1573" y="101"/>
                    </a:lnTo>
                    <a:lnTo>
                      <a:pt x="1481" y="78"/>
                    </a:lnTo>
                    <a:lnTo>
                      <a:pt x="1389" y="70"/>
                    </a:lnTo>
                    <a:lnTo>
                      <a:pt x="1343" y="78"/>
                    </a:lnTo>
                    <a:lnTo>
                      <a:pt x="1304" y="85"/>
                    </a:lnTo>
                    <a:lnTo>
                      <a:pt x="1258" y="101"/>
                    </a:lnTo>
                    <a:lnTo>
                      <a:pt x="1220" y="124"/>
                    </a:lnTo>
                    <a:lnTo>
                      <a:pt x="1159" y="185"/>
                    </a:lnTo>
                    <a:lnTo>
                      <a:pt x="1097" y="254"/>
                    </a:lnTo>
                    <a:lnTo>
                      <a:pt x="1044" y="338"/>
                    </a:lnTo>
                    <a:lnTo>
                      <a:pt x="1005" y="430"/>
                    </a:lnTo>
                    <a:lnTo>
                      <a:pt x="967" y="522"/>
                    </a:lnTo>
                    <a:lnTo>
                      <a:pt x="936" y="630"/>
                    </a:lnTo>
                    <a:lnTo>
                      <a:pt x="913" y="737"/>
                    </a:lnTo>
                    <a:lnTo>
                      <a:pt x="898" y="837"/>
                    </a:lnTo>
                    <a:lnTo>
                      <a:pt x="867" y="1036"/>
                    </a:lnTo>
                    <a:lnTo>
                      <a:pt x="860" y="1205"/>
                    </a:lnTo>
                    <a:lnTo>
                      <a:pt x="852" y="1358"/>
                    </a:lnTo>
                    <a:lnTo>
                      <a:pt x="768" y="1419"/>
                    </a:lnTo>
                    <a:lnTo>
                      <a:pt x="683" y="1488"/>
                    </a:lnTo>
                    <a:lnTo>
                      <a:pt x="584" y="1580"/>
                    </a:lnTo>
                    <a:lnTo>
                      <a:pt x="484" y="1688"/>
                    </a:lnTo>
                    <a:lnTo>
                      <a:pt x="392" y="1795"/>
                    </a:lnTo>
                    <a:lnTo>
                      <a:pt x="354" y="1856"/>
                    </a:lnTo>
                    <a:lnTo>
                      <a:pt x="323" y="1918"/>
                    </a:lnTo>
                    <a:lnTo>
                      <a:pt x="292" y="1971"/>
                    </a:lnTo>
                    <a:lnTo>
                      <a:pt x="285" y="2033"/>
                    </a:lnTo>
                    <a:lnTo>
                      <a:pt x="277" y="2094"/>
                    </a:lnTo>
                    <a:lnTo>
                      <a:pt x="277" y="2171"/>
                    </a:lnTo>
                    <a:lnTo>
                      <a:pt x="285" y="2339"/>
                    </a:lnTo>
                    <a:lnTo>
                      <a:pt x="308" y="2523"/>
                    </a:lnTo>
                    <a:lnTo>
                      <a:pt x="338" y="2707"/>
                    </a:lnTo>
                    <a:lnTo>
                      <a:pt x="400" y="3022"/>
                    </a:lnTo>
                    <a:lnTo>
                      <a:pt x="430" y="3152"/>
                    </a:lnTo>
                    <a:lnTo>
                      <a:pt x="369" y="3244"/>
                    </a:lnTo>
                    <a:lnTo>
                      <a:pt x="231" y="3459"/>
                    </a:lnTo>
                    <a:lnTo>
                      <a:pt x="154" y="3582"/>
                    </a:lnTo>
                    <a:lnTo>
                      <a:pt x="85" y="3712"/>
                    </a:lnTo>
                    <a:lnTo>
                      <a:pt x="32" y="3835"/>
                    </a:lnTo>
                    <a:lnTo>
                      <a:pt x="9" y="3896"/>
                    </a:lnTo>
                    <a:lnTo>
                      <a:pt x="1" y="3942"/>
                    </a:lnTo>
                    <a:lnTo>
                      <a:pt x="1" y="3973"/>
                    </a:lnTo>
                    <a:lnTo>
                      <a:pt x="9" y="4011"/>
                    </a:lnTo>
                    <a:lnTo>
                      <a:pt x="47" y="4111"/>
                    </a:lnTo>
                    <a:lnTo>
                      <a:pt x="108" y="4249"/>
                    </a:lnTo>
                    <a:lnTo>
                      <a:pt x="193" y="4410"/>
                    </a:lnTo>
                    <a:lnTo>
                      <a:pt x="415" y="4785"/>
                    </a:lnTo>
                    <a:lnTo>
                      <a:pt x="668" y="5207"/>
                    </a:lnTo>
                    <a:lnTo>
                      <a:pt x="936" y="5621"/>
                    </a:lnTo>
                    <a:lnTo>
                      <a:pt x="1174" y="5981"/>
                    </a:lnTo>
                    <a:lnTo>
                      <a:pt x="1366" y="6257"/>
                    </a:lnTo>
                    <a:lnTo>
                      <a:pt x="1465" y="6395"/>
                    </a:lnTo>
                    <a:lnTo>
                      <a:pt x="1519" y="6426"/>
                    </a:lnTo>
                    <a:lnTo>
                      <a:pt x="1619" y="6480"/>
                    </a:lnTo>
                    <a:lnTo>
                      <a:pt x="1933" y="6610"/>
                    </a:lnTo>
                    <a:lnTo>
                      <a:pt x="2355" y="6771"/>
                    </a:lnTo>
                    <a:lnTo>
                      <a:pt x="2830" y="6940"/>
                    </a:lnTo>
                    <a:lnTo>
                      <a:pt x="3696" y="7246"/>
                    </a:lnTo>
                    <a:lnTo>
                      <a:pt x="4087" y="7377"/>
                    </a:lnTo>
                    <a:lnTo>
                      <a:pt x="4233" y="7262"/>
                    </a:lnTo>
                    <a:lnTo>
                      <a:pt x="4601" y="6947"/>
                    </a:lnTo>
                    <a:lnTo>
                      <a:pt x="5130" y="6487"/>
                    </a:lnTo>
                    <a:lnTo>
                      <a:pt x="5429" y="6219"/>
                    </a:lnTo>
                    <a:lnTo>
                      <a:pt x="5736" y="5935"/>
                    </a:lnTo>
                    <a:lnTo>
                      <a:pt x="6043" y="5644"/>
                    </a:lnTo>
                    <a:lnTo>
                      <a:pt x="6349" y="5353"/>
                    </a:lnTo>
                    <a:lnTo>
                      <a:pt x="6633" y="5054"/>
                    </a:lnTo>
                    <a:lnTo>
                      <a:pt x="6894" y="4778"/>
                    </a:lnTo>
                    <a:lnTo>
                      <a:pt x="7009" y="4640"/>
                    </a:lnTo>
                    <a:lnTo>
                      <a:pt x="7116" y="4509"/>
                    </a:lnTo>
                    <a:lnTo>
                      <a:pt x="7208" y="4387"/>
                    </a:lnTo>
                    <a:lnTo>
                      <a:pt x="7292" y="4264"/>
                    </a:lnTo>
                    <a:lnTo>
                      <a:pt x="7361" y="4157"/>
                    </a:lnTo>
                    <a:lnTo>
                      <a:pt x="7415" y="4057"/>
                    </a:lnTo>
                    <a:lnTo>
                      <a:pt x="7446" y="3957"/>
                    </a:lnTo>
                    <a:lnTo>
                      <a:pt x="7469" y="3881"/>
                    </a:lnTo>
                    <a:lnTo>
                      <a:pt x="7484" y="3712"/>
                    </a:lnTo>
                    <a:lnTo>
                      <a:pt x="7499" y="3536"/>
                    </a:lnTo>
                    <a:lnTo>
                      <a:pt x="7499" y="3344"/>
                    </a:lnTo>
                    <a:lnTo>
                      <a:pt x="7484" y="3152"/>
                    </a:lnTo>
                    <a:lnTo>
                      <a:pt x="7469" y="2945"/>
                    </a:lnTo>
                    <a:lnTo>
                      <a:pt x="7446" y="2746"/>
                    </a:lnTo>
                    <a:lnTo>
                      <a:pt x="7415" y="2546"/>
                    </a:lnTo>
                    <a:lnTo>
                      <a:pt x="7377" y="2347"/>
                    </a:lnTo>
                    <a:lnTo>
                      <a:pt x="7331" y="2155"/>
                    </a:lnTo>
                    <a:lnTo>
                      <a:pt x="7285" y="1979"/>
                    </a:lnTo>
                    <a:lnTo>
                      <a:pt x="7231" y="1818"/>
                    </a:lnTo>
                    <a:lnTo>
                      <a:pt x="7170" y="1665"/>
                    </a:lnTo>
                    <a:lnTo>
                      <a:pt x="7108" y="1542"/>
                    </a:lnTo>
                    <a:lnTo>
                      <a:pt x="7039" y="1435"/>
                    </a:lnTo>
                    <a:lnTo>
                      <a:pt x="7009" y="1396"/>
                    </a:lnTo>
                    <a:lnTo>
                      <a:pt x="6978" y="1358"/>
                    </a:lnTo>
                    <a:lnTo>
                      <a:pt x="6940" y="1327"/>
                    </a:lnTo>
                    <a:lnTo>
                      <a:pt x="6901" y="1304"/>
                    </a:lnTo>
                    <a:lnTo>
                      <a:pt x="6832" y="1281"/>
                    </a:lnTo>
                    <a:lnTo>
                      <a:pt x="6756" y="1258"/>
                    </a:lnTo>
                    <a:lnTo>
                      <a:pt x="6679" y="1251"/>
                    </a:lnTo>
                    <a:lnTo>
                      <a:pt x="6518" y="1251"/>
                    </a:lnTo>
                    <a:lnTo>
                      <a:pt x="6441" y="1266"/>
                    </a:lnTo>
                    <a:lnTo>
                      <a:pt x="6296" y="1297"/>
                    </a:lnTo>
                    <a:lnTo>
                      <a:pt x="6165" y="1335"/>
                    </a:lnTo>
                    <a:lnTo>
                      <a:pt x="6066" y="1381"/>
                    </a:lnTo>
                    <a:lnTo>
                      <a:pt x="5974" y="1419"/>
                    </a:lnTo>
                    <a:lnTo>
                      <a:pt x="5537" y="1189"/>
                    </a:lnTo>
                    <a:lnTo>
                      <a:pt x="5076" y="959"/>
                    </a:lnTo>
                    <a:lnTo>
                      <a:pt x="4547" y="691"/>
                    </a:lnTo>
                    <a:lnTo>
                      <a:pt x="4011" y="423"/>
                    </a:lnTo>
                    <a:lnTo>
                      <a:pt x="3528" y="200"/>
                    </a:lnTo>
                    <a:lnTo>
                      <a:pt x="3321" y="108"/>
                    </a:lnTo>
                    <a:lnTo>
                      <a:pt x="3160" y="47"/>
                    </a:lnTo>
                    <a:lnTo>
                      <a:pt x="3037" y="9"/>
                    </a:lnTo>
                    <a:lnTo>
                      <a:pt x="2999" y="1"/>
                    </a:lnTo>
                    <a:close/>
                  </a:path>
                </a:pathLst>
              </a:custGeom>
              <a:solidFill>
                <a:srgbClr val="E9A7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4863900" y="1448375"/>
                <a:ext cx="38375" cy="37000"/>
              </a:xfrm>
              <a:custGeom>
                <a:rect b="b" l="l" r="r" t="t"/>
                <a:pathLst>
                  <a:path extrusionOk="0" h="1480" w="1535">
                    <a:moveTo>
                      <a:pt x="1" y="0"/>
                    </a:moveTo>
                    <a:lnTo>
                      <a:pt x="70" y="123"/>
                    </a:lnTo>
                    <a:lnTo>
                      <a:pt x="139" y="238"/>
                    </a:lnTo>
                    <a:lnTo>
                      <a:pt x="216" y="353"/>
                    </a:lnTo>
                    <a:lnTo>
                      <a:pt x="300" y="460"/>
                    </a:lnTo>
                    <a:lnTo>
                      <a:pt x="384" y="560"/>
                    </a:lnTo>
                    <a:lnTo>
                      <a:pt x="476" y="660"/>
                    </a:lnTo>
                    <a:lnTo>
                      <a:pt x="660" y="851"/>
                    </a:lnTo>
                    <a:lnTo>
                      <a:pt x="860" y="1028"/>
                    </a:lnTo>
                    <a:lnTo>
                      <a:pt x="1074" y="1196"/>
                    </a:lnTo>
                    <a:lnTo>
                      <a:pt x="1182" y="1273"/>
                    </a:lnTo>
                    <a:lnTo>
                      <a:pt x="1297" y="1342"/>
                    </a:lnTo>
                    <a:lnTo>
                      <a:pt x="1412" y="1419"/>
                    </a:lnTo>
                    <a:lnTo>
                      <a:pt x="1534" y="1480"/>
                    </a:lnTo>
                    <a:lnTo>
                      <a:pt x="1465" y="1365"/>
                    </a:lnTo>
                    <a:lnTo>
                      <a:pt x="1381" y="1250"/>
                    </a:lnTo>
                    <a:lnTo>
                      <a:pt x="1304" y="1143"/>
                    </a:lnTo>
                    <a:lnTo>
                      <a:pt x="1220" y="1035"/>
                    </a:lnTo>
                    <a:lnTo>
                      <a:pt x="1036" y="836"/>
                    </a:lnTo>
                    <a:lnTo>
                      <a:pt x="852" y="652"/>
                    </a:lnTo>
                    <a:lnTo>
                      <a:pt x="653" y="476"/>
                    </a:lnTo>
                    <a:lnTo>
                      <a:pt x="553" y="384"/>
                    </a:lnTo>
                    <a:lnTo>
                      <a:pt x="446" y="307"/>
                    </a:lnTo>
                    <a:lnTo>
                      <a:pt x="346" y="223"/>
                    </a:lnTo>
                    <a:lnTo>
                      <a:pt x="231" y="14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>
                <a:off x="4876375" y="1400250"/>
                <a:ext cx="46800" cy="50625"/>
              </a:xfrm>
              <a:custGeom>
                <a:rect b="b" l="l" r="r" t="t"/>
                <a:pathLst>
                  <a:path extrusionOk="0" h="2025" w="1872">
                    <a:moveTo>
                      <a:pt x="0" y="1"/>
                    </a:moveTo>
                    <a:lnTo>
                      <a:pt x="92" y="146"/>
                    </a:lnTo>
                    <a:lnTo>
                      <a:pt x="184" y="300"/>
                    </a:lnTo>
                    <a:lnTo>
                      <a:pt x="284" y="438"/>
                    </a:lnTo>
                    <a:lnTo>
                      <a:pt x="391" y="576"/>
                    </a:lnTo>
                    <a:lnTo>
                      <a:pt x="606" y="844"/>
                    </a:lnTo>
                    <a:lnTo>
                      <a:pt x="836" y="1105"/>
                    </a:lnTo>
                    <a:lnTo>
                      <a:pt x="1074" y="1350"/>
                    </a:lnTo>
                    <a:lnTo>
                      <a:pt x="1327" y="1588"/>
                    </a:lnTo>
                    <a:lnTo>
                      <a:pt x="1457" y="1703"/>
                    </a:lnTo>
                    <a:lnTo>
                      <a:pt x="1587" y="1818"/>
                    </a:lnTo>
                    <a:lnTo>
                      <a:pt x="1733" y="1918"/>
                    </a:lnTo>
                    <a:lnTo>
                      <a:pt x="1871" y="2025"/>
                    </a:lnTo>
                    <a:lnTo>
                      <a:pt x="1787" y="1872"/>
                    </a:lnTo>
                    <a:lnTo>
                      <a:pt x="1687" y="1726"/>
                    </a:lnTo>
                    <a:lnTo>
                      <a:pt x="1587" y="1580"/>
                    </a:lnTo>
                    <a:lnTo>
                      <a:pt x="1480" y="1442"/>
                    </a:lnTo>
                    <a:lnTo>
                      <a:pt x="1265" y="1174"/>
                    </a:lnTo>
                    <a:lnTo>
                      <a:pt x="1035" y="921"/>
                    </a:lnTo>
                    <a:lnTo>
                      <a:pt x="798" y="668"/>
                    </a:lnTo>
                    <a:lnTo>
                      <a:pt x="545" y="430"/>
                    </a:lnTo>
                    <a:lnTo>
                      <a:pt x="414" y="315"/>
                    </a:lnTo>
                    <a:lnTo>
                      <a:pt x="284" y="208"/>
                    </a:lnTo>
                    <a:lnTo>
                      <a:pt x="146" y="10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>
                <a:off x="4912025" y="1383000"/>
                <a:ext cx="38350" cy="48150"/>
              </a:xfrm>
              <a:custGeom>
                <a:rect b="b" l="l" r="r" t="t"/>
                <a:pathLst>
                  <a:path extrusionOk="0" h="1926" w="1534">
                    <a:moveTo>
                      <a:pt x="0" y="1"/>
                    </a:moveTo>
                    <a:lnTo>
                      <a:pt x="69" y="139"/>
                    </a:lnTo>
                    <a:lnTo>
                      <a:pt x="146" y="277"/>
                    </a:lnTo>
                    <a:lnTo>
                      <a:pt x="223" y="415"/>
                    </a:lnTo>
                    <a:lnTo>
                      <a:pt x="299" y="545"/>
                    </a:lnTo>
                    <a:lnTo>
                      <a:pt x="476" y="798"/>
                    </a:lnTo>
                    <a:lnTo>
                      <a:pt x="660" y="1043"/>
                    </a:lnTo>
                    <a:lnTo>
                      <a:pt x="859" y="1281"/>
                    </a:lnTo>
                    <a:lnTo>
                      <a:pt x="1066" y="1511"/>
                    </a:lnTo>
                    <a:lnTo>
                      <a:pt x="1173" y="1618"/>
                    </a:lnTo>
                    <a:lnTo>
                      <a:pt x="1288" y="1726"/>
                    </a:lnTo>
                    <a:lnTo>
                      <a:pt x="1411" y="1825"/>
                    </a:lnTo>
                    <a:lnTo>
                      <a:pt x="1534" y="1925"/>
                    </a:lnTo>
                    <a:lnTo>
                      <a:pt x="1465" y="1779"/>
                    </a:lnTo>
                    <a:lnTo>
                      <a:pt x="1396" y="1641"/>
                    </a:lnTo>
                    <a:lnTo>
                      <a:pt x="1319" y="1503"/>
                    </a:lnTo>
                    <a:lnTo>
                      <a:pt x="1235" y="1373"/>
                    </a:lnTo>
                    <a:lnTo>
                      <a:pt x="1058" y="1120"/>
                    </a:lnTo>
                    <a:lnTo>
                      <a:pt x="874" y="875"/>
                    </a:lnTo>
                    <a:lnTo>
                      <a:pt x="675" y="637"/>
                    </a:lnTo>
                    <a:lnTo>
                      <a:pt x="468" y="415"/>
                    </a:lnTo>
                    <a:lnTo>
                      <a:pt x="361" y="300"/>
                    </a:lnTo>
                    <a:lnTo>
                      <a:pt x="246" y="200"/>
                    </a:lnTo>
                    <a:lnTo>
                      <a:pt x="131" y="9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4992725" y="1403900"/>
                <a:ext cx="9025" cy="20925"/>
              </a:xfrm>
              <a:custGeom>
                <a:rect b="b" l="l" r="r" t="t"/>
                <a:pathLst>
                  <a:path extrusionOk="0" h="837" w="361">
                    <a:moveTo>
                      <a:pt x="31" y="0"/>
                    </a:moveTo>
                    <a:lnTo>
                      <a:pt x="16" y="62"/>
                    </a:lnTo>
                    <a:lnTo>
                      <a:pt x="8" y="131"/>
                    </a:lnTo>
                    <a:lnTo>
                      <a:pt x="0" y="184"/>
                    </a:lnTo>
                    <a:lnTo>
                      <a:pt x="8" y="246"/>
                    </a:lnTo>
                    <a:lnTo>
                      <a:pt x="23" y="361"/>
                    </a:lnTo>
                    <a:lnTo>
                      <a:pt x="54" y="468"/>
                    </a:lnTo>
                    <a:lnTo>
                      <a:pt x="100" y="568"/>
                    </a:lnTo>
                    <a:lnTo>
                      <a:pt x="154" y="667"/>
                    </a:lnTo>
                    <a:lnTo>
                      <a:pt x="192" y="713"/>
                    </a:lnTo>
                    <a:lnTo>
                      <a:pt x="230" y="759"/>
                    </a:lnTo>
                    <a:lnTo>
                      <a:pt x="276" y="798"/>
                    </a:lnTo>
                    <a:lnTo>
                      <a:pt x="330" y="836"/>
                    </a:lnTo>
                    <a:lnTo>
                      <a:pt x="345" y="775"/>
                    </a:lnTo>
                    <a:lnTo>
                      <a:pt x="353" y="713"/>
                    </a:lnTo>
                    <a:lnTo>
                      <a:pt x="361" y="652"/>
                    </a:lnTo>
                    <a:lnTo>
                      <a:pt x="353" y="591"/>
                    </a:lnTo>
                    <a:lnTo>
                      <a:pt x="338" y="483"/>
                    </a:lnTo>
                    <a:lnTo>
                      <a:pt x="307" y="376"/>
                    </a:lnTo>
                    <a:lnTo>
                      <a:pt x="269" y="276"/>
                    </a:lnTo>
                    <a:lnTo>
                      <a:pt x="207" y="177"/>
                    </a:lnTo>
                    <a:lnTo>
                      <a:pt x="169" y="131"/>
                    </a:lnTo>
                    <a:lnTo>
                      <a:pt x="131" y="85"/>
                    </a:lnTo>
                    <a:lnTo>
                      <a:pt x="85" y="3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4399850" y="432100"/>
                <a:ext cx="444350" cy="429175"/>
              </a:xfrm>
              <a:custGeom>
                <a:rect b="b" l="l" r="r" t="t"/>
                <a:pathLst>
                  <a:path extrusionOk="0" h="17167" w="17774">
                    <a:moveTo>
                      <a:pt x="8841" y="0"/>
                    </a:moveTo>
                    <a:lnTo>
                      <a:pt x="8542" y="8"/>
                    </a:lnTo>
                    <a:lnTo>
                      <a:pt x="8251" y="23"/>
                    </a:lnTo>
                    <a:lnTo>
                      <a:pt x="7959" y="38"/>
                    </a:lnTo>
                    <a:lnTo>
                      <a:pt x="7668" y="69"/>
                    </a:lnTo>
                    <a:lnTo>
                      <a:pt x="7384" y="107"/>
                    </a:lnTo>
                    <a:lnTo>
                      <a:pt x="7101" y="153"/>
                    </a:lnTo>
                    <a:lnTo>
                      <a:pt x="6825" y="207"/>
                    </a:lnTo>
                    <a:lnTo>
                      <a:pt x="6549" y="268"/>
                    </a:lnTo>
                    <a:lnTo>
                      <a:pt x="6280" y="330"/>
                    </a:lnTo>
                    <a:lnTo>
                      <a:pt x="6020" y="406"/>
                    </a:lnTo>
                    <a:lnTo>
                      <a:pt x="5759" y="483"/>
                    </a:lnTo>
                    <a:lnTo>
                      <a:pt x="5506" y="567"/>
                    </a:lnTo>
                    <a:lnTo>
                      <a:pt x="5261" y="659"/>
                    </a:lnTo>
                    <a:lnTo>
                      <a:pt x="5023" y="752"/>
                    </a:lnTo>
                    <a:lnTo>
                      <a:pt x="4793" y="851"/>
                    </a:lnTo>
                    <a:lnTo>
                      <a:pt x="4563" y="951"/>
                    </a:lnTo>
                    <a:lnTo>
                      <a:pt x="4348" y="1058"/>
                    </a:lnTo>
                    <a:lnTo>
                      <a:pt x="4141" y="1166"/>
                    </a:lnTo>
                    <a:lnTo>
                      <a:pt x="3949" y="1273"/>
                    </a:lnTo>
                    <a:lnTo>
                      <a:pt x="3758" y="1388"/>
                    </a:lnTo>
                    <a:lnTo>
                      <a:pt x="3581" y="1511"/>
                    </a:lnTo>
                    <a:lnTo>
                      <a:pt x="3413" y="1626"/>
                    </a:lnTo>
                    <a:lnTo>
                      <a:pt x="3252" y="1748"/>
                    </a:lnTo>
                    <a:lnTo>
                      <a:pt x="3106" y="1871"/>
                    </a:lnTo>
                    <a:lnTo>
                      <a:pt x="2976" y="1994"/>
                    </a:lnTo>
                    <a:lnTo>
                      <a:pt x="2853" y="2109"/>
                    </a:lnTo>
                    <a:lnTo>
                      <a:pt x="2738" y="2231"/>
                    </a:lnTo>
                    <a:lnTo>
                      <a:pt x="2646" y="2354"/>
                    </a:lnTo>
                    <a:lnTo>
                      <a:pt x="2562" y="2477"/>
                    </a:lnTo>
                    <a:lnTo>
                      <a:pt x="2485" y="2599"/>
                    </a:lnTo>
                    <a:lnTo>
                      <a:pt x="2431" y="2722"/>
                    </a:lnTo>
                    <a:lnTo>
                      <a:pt x="2393" y="2837"/>
                    </a:lnTo>
                    <a:lnTo>
                      <a:pt x="2355" y="2975"/>
                    </a:lnTo>
                    <a:lnTo>
                      <a:pt x="2316" y="3151"/>
                    </a:lnTo>
                    <a:lnTo>
                      <a:pt x="2286" y="3343"/>
                    </a:lnTo>
                    <a:lnTo>
                      <a:pt x="2255" y="3565"/>
                    </a:lnTo>
                    <a:lnTo>
                      <a:pt x="2224" y="3818"/>
                    </a:lnTo>
                    <a:lnTo>
                      <a:pt x="2201" y="4087"/>
                    </a:lnTo>
                    <a:lnTo>
                      <a:pt x="2178" y="4378"/>
                    </a:lnTo>
                    <a:lnTo>
                      <a:pt x="2155" y="4692"/>
                    </a:lnTo>
                    <a:lnTo>
                      <a:pt x="2140" y="5022"/>
                    </a:lnTo>
                    <a:lnTo>
                      <a:pt x="2132" y="5367"/>
                    </a:lnTo>
                    <a:lnTo>
                      <a:pt x="2125" y="5727"/>
                    </a:lnTo>
                    <a:lnTo>
                      <a:pt x="2125" y="6103"/>
                    </a:lnTo>
                    <a:lnTo>
                      <a:pt x="2125" y="6487"/>
                    </a:lnTo>
                    <a:lnTo>
                      <a:pt x="2132" y="6885"/>
                    </a:lnTo>
                    <a:lnTo>
                      <a:pt x="2148" y="7292"/>
                    </a:lnTo>
                    <a:lnTo>
                      <a:pt x="2163" y="7698"/>
                    </a:lnTo>
                    <a:lnTo>
                      <a:pt x="2056" y="7629"/>
                    </a:lnTo>
                    <a:lnTo>
                      <a:pt x="1941" y="7568"/>
                    </a:lnTo>
                    <a:lnTo>
                      <a:pt x="1803" y="7514"/>
                    </a:lnTo>
                    <a:lnTo>
                      <a:pt x="1649" y="7468"/>
                    </a:lnTo>
                    <a:lnTo>
                      <a:pt x="1473" y="7430"/>
                    </a:lnTo>
                    <a:lnTo>
                      <a:pt x="1274" y="7407"/>
                    </a:lnTo>
                    <a:lnTo>
                      <a:pt x="1059" y="7399"/>
                    </a:lnTo>
                    <a:lnTo>
                      <a:pt x="821" y="7399"/>
                    </a:lnTo>
                    <a:lnTo>
                      <a:pt x="745" y="7407"/>
                    </a:lnTo>
                    <a:lnTo>
                      <a:pt x="668" y="7422"/>
                    </a:lnTo>
                    <a:lnTo>
                      <a:pt x="599" y="7445"/>
                    </a:lnTo>
                    <a:lnTo>
                      <a:pt x="538" y="7476"/>
                    </a:lnTo>
                    <a:lnTo>
                      <a:pt x="469" y="7514"/>
                    </a:lnTo>
                    <a:lnTo>
                      <a:pt x="415" y="7560"/>
                    </a:lnTo>
                    <a:lnTo>
                      <a:pt x="361" y="7614"/>
                    </a:lnTo>
                    <a:lnTo>
                      <a:pt x="308" y="7667"/>
                    </a:lnTo>
                    <a:lnTo>
                      <a:pt x="262" y="7736"/>
                    </a:lnTo>
                    <a:lnTo>
                      <a:pt x="223" y="7805"/>
                    </a:lnTo>
                    <a:lnTo>
                      <a:pt x="185" y="7874"/>
                    </a:lnTo>
                    <a:lnTo>
                      <a:pt x="147" y="7959"/>
                    </a:lnTo>
                    <a:lnTo>
                      <a:pt x="116" y="8043"/>
                    </a:lnTo>
                    <a:lnTo>
                      <a:pt x="93" y="8127"/>
                    </a:lnTo>
                    <a:lnTo>
                      <a:pt x="47" y="8319"/>
                    </a:lnTo>
                    <a:lnTo>
                      <a:pt x="16" y="8518"/>
                    </a:lnTo>
                    <a:lnTo>
                      <a:pt x="1" y="8733"/>
                    </a:lnTo>
                    <a:lnTo>
                      <a:pt x="1" y="8963"/>
                    </a:lnTo>
                    <a:lnTo>
                      <a:pt x="16" y="9193"/>
                    </a:lnTo>
                    <a:lnTo>
                      <a:pt x="39" y="9423"/>
                    </a:lnTo>
                    <a:lnTo>
                      <a:pt x="78" y="9661"/>
                    </a:lnTo>
                    <a:lnTo>
                      <a:pt x="131" y="9898"/>
                    </a:lnTo>
                    <a:lnTo>
                      <a:pt x="193" y="10128"/>
                    </a:lnTo>
                    <a:lnTo>
                      <a:pt x="269" y="10358"/>
                    </a:lnTo>
                    <a:lnTo>
                      <a:pt x="354" y="10573"/>
                    </a:lnTo>
                    <a:lnTo>
                      <a:pt x="453" y="10788"/>
                    </a:lnTo>
                    <a:lnTo>
                      <a:pt x="561" y="10979"/>
                    </a:lnTo>
                    <a:lnTo>
                      <a:pt x="683" y="11163"/>
                    </a:lnTo>
                    <a:lnTo>
                      <a:pt x="745" y="11248"/>
                    </a:lnTo>
                    <a:lnTo>
                      <a:pt x="814" y="11324"/>
                    </a:lnTo>
                    <a:lnTo>
                      <a:pt x="883" y="11401"/>
                    </a:lnTo>
                    <a:lnTo>
                      <a:pt x="959" y="11470"/>
                    </a:lnTo>
                    <a:lnTo>
                      <a:pt x="1028" y="11531"/>
                    </a:lnTo>
                    <a:lnTo>
                      <a:pt x="1105" y="11585"/>
                    </a:lnTo>
                    <a:lnTo>
                      <a:pt x="1189" y="11639"/>
                    </a:lnTo>
                    <a:lnTo>
                      <a:pt x="1274" y="11685"/>
                    </a:lnTo>
                    <a:lnTo>
                      <a:pt x="1358" y="11723"/>
                    </a:lnTo>
                    <a:lnTo>
                      <a:pt x="1442" y="11746"/>
                    </a:lnTo>
                    <a:lnTo>
                      <a:pt x="1534" y="11769"/>
                    </a:lnTo>
                    <a:lnTo>
                      <a:pt x="1626" y="11784"/>
                    </a:lnTo>
                    <a:lnTo>
                      <a:pt x="1718" y="11792"/>
                    </a:lnTo>
                    <a:lnTo>
                      <a:pt x="1810" y="11792"/>
                    </a:lnTo>
                    <a:lnTo>
                      <a:pt x="1910" y="11784"/>
                    </a:lnTo>
                    <a:lnTo>
                      <a:pt x="2010" y="11761"/>
                    </a:lnTo>
                    <a:lnTo>
                      <a:pt x="2117" y="11731"/>
                    </a:lnTo>
                    <a:lnTo>
                      <a:pt x="2217" y="11692"/>
                    </a:lnTo>
                    <a:lnTo>
                      <a:pt x="2324" y="11646"/>
                    </a:lnTo>
                    <a:lnTo>
                      <a:pt x="2431" y="11585"/>
                    </a:lnTo>
                    <a:lnTo>
                      <a:pt x="2546" y="11516"/>
                    </a:lnTo>
                    <a:lnTo>
                      <a:pt x="2661" y="11439"/>
                    </a:lnTo>
                    <a:lnTo>
                      <a:pt x="2707" y="11646"/>
                    </a:lnTo>
                    <a:lnTo>
                      <a:pt x="2815" y="12045"/>
                    </a:lnTo>
                    <a:lnTo>
                      <a:pt x="2930" y="12436"/>
                    </a:lnTo>
                    <a:lnTo>
                      <a:pt x="3052" y="12812"/>
                    </a:lnTo>
                    <a:lnTo>
                      <a:pt x="3190" y="13172"/>
                    </a:lnTo>
                    <a:lnTo>
                      <a:pt x="3336" y="13510"/>
                    </a:lnTo>
                    <a:lnTo>
                      <a:pt x="3413" y="13678"/>
                    </a:lnTo>
                    <a:lnTo>
                      <a:pt x="3497" y="13839"/>
                    </a:lnTo>
                    <a:lnTo>
                      <a:pt x="3574" y="13993"/>
                    </a:lnTo>
                    <a:lnTo>
                      <a:pt x="3666" y="14138"/>
                    </a:lnTo>
                    <a:lnTo>
                      <a:pt x="3750" y="14284"/>
                    </a:lnTo>
                    <a:lnTo>
                      <a:pt x="3842" y="14422"/>
                    </a:lnTo>
                    <a:lnTo>
                      <a:pt x="3980" y="14614"/>
                    </a:lnTo>
                    <a:lnTo>
                      <a:pt x="4110" y="14790"/>
                    </a:lnTo>
                    <a:lnTo>
                      <a:pt x="4248" y="14959"/>
                    </a:lnTo>
                    <a:lnTo>
                      <a:pt x="4386" y="15120"/>
                    </a:lnTo>
                    <a:lnTo>
                      <a:pt x="4525" y="15273"/>
                    </a:lnTo>
                    <a:lnTo>
                      <a:pt x="4663" y="15419"/>
                    </a:lnTo>
                    <a:lnTo>
                      <a:pt x="4801" y="15557"/>
                    </a:lnTo>
                    <a:lnTo>
                      <a:pt x="4939" y="15687"/>
                    </a:lnTo>
                    <a:lnTo>
                      <a:pt x="5077" y="15817"/>
                    </a:lnTo>
                    <a:lnTo>
                      <a:pt x="5215" y="15932"/>
                    </a:lnTo>
                    <a:lnTo>
                      <a:pt x="5353" y="16040"/>
                    </a:lnTo>
                    <a:lnTo>
                      <a:pt x="5491" y="16147"/>
                    </a:lnTo>
                    <a:lnTo>
                      <a:pt x="5629" y="16239"/>
                    </a:lnTo>
                    <a:lnTo>
                      <a:pt x="5767" y="16331"/>
                    </a:lnTo>
                    <a:lnTo>
                      <a:pt x="6035" y="16492"/>
                    </a:lnTo>
                    <a:lnTo>
                      <a:pt x="6288" y="16630"/>
                    </a:lnTo>
                    <a:lnTo>
                      <a:pt x="6533" y="16745"/>
                    </a:lnTo>
                    <a:lnTo>
                      <a:pt x="6771" y="16845"/>
                    </a:lnTo>
                    <a:lnTo>
                      <a:pt x="7001" y="16929"/>
                    </a:lnTo>
                    <a:lnTo>
                      <a:pt x="7223" y="16998"/>
                    </a:lnTo>
                    <a:lnTo>
                      <a:pt x="7430" y="17052"/>
                    </a:lnTo>
                    <a:lnTo>
                      <a:pt x="7622" y="17090"/>
                    </a:lnTo>
                    <a:lnTo>
                      <a:pt x="7798" y="17121"/>
                    </a:lnTo>
                    <a:lnTo>
                      <a:pt x="7959" y="17144"/>
                    </a:lnTo>
                    <a:lnTo>
                      <a:pt x="8105" y="17159"/>
                    </a:lnTo>
                    <a:lnTo>
                      <a:pt x="8343" y="17167"/>
                    </a:lnTo>
                    <a:lnTo>
                      <a:pt x="9493" y="17167"/>
                    </a:lnTo>
                    <a:lnTo>
                      <a:pt x="9638" y="17151"/>
                    </a:lnTo>
                    <a:lnTo>
                      <a:pt x="9807" y="17128"/>
                    </a:lnTo>
                    <a:lnTo>
                      <a:pt x="9991" y="17105"/>
                    </a:lnTo>
                    <a:lnTo>
                      <a:pt x="10190" y="17059"/>
                    </a:lnTo>
                    <a:lnTo>
                      <a:pt x="10413" y="17006"/>
                    </a:lnTo>
                    <a:lnTo>
                      <a:pt x="10643" y="16937"/>
                    </a:lnTo>
                    <a:lnTo>
                      <a:pt x="10888" y="16852"/>
                    </a:lnTo>
                    <a:lnTo>
                      <a:pt x="11149" y="16745"/>
                    </a:lnTo>
                    <a:lnTo>
                      <a:pt x="11417" y="16615"/>
                    </a:lnTo>
                    <a:lnTo>
                      <a:pt x="11686" y="16469"/>
                    </a:lnTo>
                    <a:lnTo>
                      <a:pt x="11831" y="16385"/>
                    </a:lnTo>
                    <a:lnTo>
                      <a:pt x="11969" y="16293"/>
                    </a:lnTo>
                    <a:lnTo>
                      <a:pt x="12199" y="16132"/>
                    </a:lnTo>
                    <a:lnTo>
                      <a:pt x="12437" y="15948"/>
                    </a:lnTo>
                    <a:lnTo>
                      <a:pt x="12667" y="15748"/>
                    </a:lnTo>
                    <a:lnTo>
                      <a:pt x="12905" y="15534"/>
                    </a:lnTo>
                    <a:lnTo>
                      <a:pt x="13142" y="15288"/>
                    </a:lnTo>
                    <a:lnTo>
                      <a:pt x="13372" y="15028"/>
                    </a:lnTo>
                    <a:lnTo>
                      <a:pt x="13602" y="14736"/>
                    </a:lnTo>
                    <a:lnTo>
                      <a:pt x="13832" y="14422"/>
                    </a:lnTo>
                    <a:lnTo>
                      <a:pt x="13924" y="14284"/>
                    </a:lnTo>
                    <a:lnTo>
                      <a:pt x="14016" y="14138"/>
                    </a:lnTo>
                    <a:lnTo>
                      <a:pt x="14108" y="13985"/>
                    </a:lnTo>
                    <a:lnTo>
                      <a:pt x="14193" y="13832"/>
                    </a:lnTo>
                    <a:lnTo>
                      <a:pt x="14269" y="13671"/>
                    </a:lnTo>
                    <a:lnTo>
                      <a:pt x="14346" y="13502"/>
                    </a:lnTo>
                    <a:lnTo>
                      <a:pt x="14499" y="13157"/>
                    </a:lnTo>
                    <a:lnTo>
                      <a:pt x="14637" y="12789"/>
                    </a:lnTo>
                    <a:lnTo>
                      <a:pt x="14760" y="12413"/>
                    </a:lnTo>
                    <a:lnTo>
                      <a:pt x="14875" y="12022"/>
                    </a:lnTo>
                    <a:lnTo>
                      <a:pt x="14975" y="11616"/>
                    </a:lnTo>
                    <a:lnTo>
                      <a:pt x="15036" y="11370"/>
                    </a:lnTo>
                    <a:lnTo>
                      <a:pt x="15151" y="11462"/>
                    </a:lnTo>
                    <a:lnTo>
                      <a:pt x="15266" y="11539"/>
                    </a:lnTo>
                    <a:lnTo>
                      <a:pt x="15373" y="11608"/>
                    </a:lnTo>
                    <a:lnTo>
                      <a:pt x="15481" y="11662"/>
                    </a:lnTo>
                    <a:lnTo>
                      <a:pt x="15588" y="11708"/>
                    </a:lnTo>
                    <a:lnTo>
                      <a:pt x="15695" y="11746"/>
                    </a:lnTo>
                    <a:lnTo>
                      <a:pt x="15803" y="11769"/>
                    </a:lnTo>
                    <a:lnTo>
                      <a:pt x="15902" y="11784"/>
                    </a:lnTo>
                    <a:lnTo>
                      <a:pt x="16002" y="11792"/>
                    </a:lnTo>
                    <a:lnTo>
                      <a:pt x="16094" y="11792"/>
                    </a:lnTo>
                    <a:lnTo>
                      <a:pt x="16186" y="11784"/>
                    </a:lnTo>
                    <a:lnTo>
                      <a:pt x="16278" y="11761"/>
                    </a:lnTo>
                    <a:lnTo>
                      <a:pt x="16370" y="11738"/>
                    </a:lnTo>
                    <a:lnTo>
                      <a:pt x="16454" y="11700"/>
                    </a:lnTo>
                    <a:lnTo>
                      <a:pt x="16539" y="11662"/>
                    </a:lnTo>
                    <a:lnTo>
                      <a:pt x="16623" y="11616"/>
                    </a:lnTo>
                    <a:lnTo>
                      <a:pt x="16700" y="11562"/>
                    </a:lnTo>
                    <a:lnTo>
                      <a:pt x="16776" y="11501"/>
                    </a:lnTo>
                    <a:lnTo>
                      <a:pt x="16853" y="11432"/>
                    </a:lnTo>
                    <a:lnTo>
                      <a:pt x="16930" y="11363"/>
                    </a:lnTo>
                    <a:lnTo>
                      <a:pt x="16999" y="11286"/>
                    </a:lnTo>
                    <a:lnTo>
                      <a:pt x="17060" y="11202"/>
                    </a:lnTo>
                    <a:lnTo>
                      <a:pt x="17129" y="11117"/>
                    </a:lnTo>
                    <a:lnTo>
                      <a:pt x="17191" y="11025"/>
                    </a:lnTo>
                    <a:lnTo>
                      <a:pt x="17298" y="10826"/>
                    </a:lnTo>
                    <a:lnTo>
                      <a:pt x="17405" y="10619"/>
                    </a:lnTo>
                    <a:lnTo>
                      <a:pt x="17490" y="10397"/>
                    </a:lnTo>
                    <a:lnTo>
                      <a:pt x="17574" y="10174"/>
                    </a:lnTo>
                    <a:lnTo>
                      <a:pt x="17635" y="9937"/>
                    </a:lnTo>
                    <a:lnTo>
                      <a:pt x="17689" y="9699"/>
                    </a:lnTo>
                    <a:lnTo>
                      <a:pt x="17735" y="9461"/>
                    </a:lnTo>
                    <a:lnTo>
                      <a:pt x="17758" y="9224"/>
                    </a:lnTo>
                    <a:lnTo>
                      <a:pt x="17773" y="8986"/>
                    </a:lnTo>
                    <a:lnTo>
                      <a:pt x="17773" y="8764"/>
                    </a:lnTo>
                    <a:lnTo>
                      <a:pt x="17758" y="8541"/>
                    </a:lnTo>
                    <a:lnTo>
                      <a:pt x="17727" y="8334"/>
                    </a:lnTo>
                    <a:lnTo>
                      <a:pt x="17689" y="8143"/>
                    </a:lnTo>
                    <a:lnTo>
                      <a:pt x="17658" y="8051"/>
                    </a:lnTo>
                    <a:lnTo>
                      <a:pt x="17628" y="7966"/>
                    </a:lnTo>
                    <a:lnTo>
                      <a:pt x="17597" y="7890"/>
                    </a:lnTo>
                    <a:lnTo>
                      <a:pt x="17559" y="7813"/>
                    </a:lnTo>
                    <a:lnTo>
                      <a:pt x="17513" y="7744"/>
                    </a:lnTo>
                    <a:lnTo>
                      <a:pt x="17467" y="7675"/>
                    </a:lnTo>
                    <a:lnTo>
                      <a:pt x="17421" y="7614"/>
                    </a:lnTo>
                    <a:lnTo>
                      <a:pt x="17367" y="7568"/>
                    </a:lnTo>
                    <a:lnTo>
                      <a:pt x="17306" y="7522"/>
                    </a:lnTo>
                    <a:lnTo>
                      <a:pt x="17244" y="7483"/>
                    </a:lnTo>
                    <a:lnTo>
                      <a:pt x="17175" y="7445"/>
                    </a:lnTo>
                    <a:lnTo>
                      <a:pt x="17106" y="7422"/>
                    </a:lnTo>
                    <a:lnTo>
                      <a:pt x="17037" y="7407"/>
                    </a:lnTo>
                    <a:lnTo>
                      <a:pt x="16953" y="7399"/>
                    </a:lnTo>
                    <a:lnTo>
                      <a:pt x="16684" y="7399"/>
                    </a:lnTo>
                    <a:lnTo>
                      <a:pt x="16562" y="7407"/>
                    </a:lnTo>
                    <a:lnTo>
                      <a:pt x="16439" y="7414"/>
                    </a:lnTo>
                    <a:lnTo>
                      <a:pt x="16332" y="7430"/>
                    </a:lnTo>
                    <a:lnTo>
                      <a:pt x="16224" y="7445"/>
                    </a:lnTo>
                    <a:lnTo>
                      <a:pt x="16125" y="7468"/>
                    </a:lnTo>
                    <a:lnTo>
                      <a:pt x="16040" y="7491"/>
                    </a:lnTo>
                    <a:lnTo>
                      <a:pt x="15948" y="7522"/>
                    </a:lnTo>
                    <a:lnTo>
                      <a:pt x="15872" y="7552"/>
                    </a:lnTo>
                    <a:lnTo>
                      <a:pt x="15734" y="7621"/>
                    </a:lnTo>
                    <a:lnTo>
                      <a:pt x="15611" y="7698"/>
                    </a:lnTo>
                    <a:lnTo>
                      <a:pt x="15511" y="7782"/>
                    </a:lnTo>
                    <a:lnTo>
                      <a:pt x="15527" y="7368"/>
                    </a:lnTo>
                    <a:lnTo>
                      <a:pt x="15542" y="6954"/>
                    </a:lnTo>
                    <a:lnTo>
                      <a:pt x="15557" y="6548"/>
                    </a:lnTo>
                    <a:lnTo>
                      <a:pt x="15557" y="6157"/>
                    </a:lnTo>
                    <a:lnTo>
                      <a:pt x="15557" y="5781"/>
                    </a:lnTo>
                    <a:lnTo>
                      <a:pt x="15550" y="5413"/>
                    </a:lnTo>
                    <a:lnTo>
                      <a:pt x="15534" y="5060"/>
                    </a:lnTo>
                    <a:lnTo>
                      <a:pt x="15519" y="4723"/>
                    </a:lnTo>
                    <a:lnTo>
                      <a:pt x="15504" y="4409"/>
                    </a:lnTo>
                    <a:lnTo>
                      <a:pt x="15481" y="4110"/>
                    </a:lnTo>
                    <a:lnTo>
                      <a:pt x="15450" y="3834"/>
                    </a:lnTo>
                    <a:lnTo>
                      <a:pt x="15419" y="3581"/>
                    </a:lnTo>
                    <a:lnTo>
                      <a:pt x="15389" y="3351"/>
                    </a:lnTo>
                    <a:lnTo>
                      <a:pt x="15358" y="3151"/>
                    </a:lnTo>
                    <a:lnTo>
                      <a:pt x="15320" y="2983"/>
                    </a:lnTo>
                    <a:lnTo>
                      <a:pt x="15289" y="2837"/>
                    </a:lnTo>
                    <a:lnTo>
                      <a:pt x="15243" y="2722"/>
                    </a:lnTo>
                    <a:lnTo>
                      <a:pt x="15189" y="2599"/>
                    </a:lnTo>
                    <a:lnTo>
                      <a:pt x="15120" y="2477"/>
                    </a:lnTo>
                    <a:lnTo>
                      <a:pt x="15036" y="2354"/>
                    </a:lnTo>
                    <a:lnTo>
                      <a:pt x="14936" y="2231"/>
                    </a:lnTo>
                    <a:lnTo>
                      <a:pt x="14829" y="2109"/>
                    </a:lnTo>
                    <a:lnTo>
                      <a:pt x="14706" y="1994"/>
                    </a:lnTo>
                    <a:lnTo>
                      <a:pt x="14568" y="1871"/>
                    </a:lnTo>
                    <a:lnTo>
                      <a:pt x="14423" y="1748"/>
                    </a:lnTo>
                    <a:lnTo>
                      <a:pt x="14269" y="1626"/>
                    </a:lnTo>
                    <a:lnTo>
                      <a:pt x="14101" y="1511"/>
                    </a:lnTo>
                    <a:lnTo>
                      <a:pt x="13917" y="1388"/>
                    </a:lnTo>
                    <a:lnTo>
                      <a:pt x="13733" y="1273"/>
                    </a:lnTo>
                    <a:lnTo>
                      <a:pt x="13533" y="1166"/>
                    </a:lnTo>
                    <a:lnTo>
                      <a:pt x="13326" y="1058"/>
                    </a:lnTo>
                    <a:lnTo>
                      <a:pt x="13112" y="951"/>
                    </a:lnTo>
                    <a:lnTo>
                      <a:pt x="12889" y="851"/>
                    </a:lnTo>
                    <a:lnTo>
                      <a:pt x="12659" y="752"/>
                    </a:lnTo>
                    <a:lnTo>
                      <a:pt x="12422" y="659"/>
                    </a:lnTo>
                    <a:lnTo>
                      <a:pt x="12176" y="567"/>
                    </a:lnTo>
                    <a:lnTo>
                      <a:pt x="11923" y="483"/>
                    </a:lnTo>
                    <a:lnTo>
                      <a:pt x="11663" y="406"/>
                    </a:lnTo>
                    <a:lnTo>
                      <a:pt x="11402" y="330"/>
                    </a:lnTo>
                    <a:lnTo>
                      <a:pt x="11134" y="268"/>
                    </a:lnTo>
                    <a:lnTo>
                      <a:pt x="10858" y="207"/>
                    </a:lnTo>
                    <a:lnTo>
                      <a:pt x="10581" y="153"/>
                    </a:lnTo>
                    <a:lnTo>
                      <a:pt x="10298" y="107"/>
                    </a:lnTo>
                    <a:lnTo>
                      <a:pt x="10006" y="69"/>
                    </a:lnTo>
                    <a:lnTo>
                      <a:pt x="9723" y="38"/>
                    </a:lnTo>
                    <a:lnTo>
                      <a:pt x="9431" y="23"/>
                    </a:lnTo>
                    <a:lnTo>
                      <a:pt x="9132" y="8"/>
                    </a:lnTo>
                    <a:lnTo>
                      <a:pt x="8841" y="0"/>
                    </a:lnTo>
                    <a:close/>
                  </a:path>
                </a:pathLst>
              </a:custGeom>
              <a:solidFill>
                <a:srgbClr val="EBAF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4414800" y="646200"/>
                <a:ext cx="47200" cy="52925"/>
              </a:xfrm>
              <a:custGeom>
                <a:rect b="b" l="l" r="r" t="t"/>
                <a:pathLst>
                  <a:path extrusionOk="0" h="2117" w="1888">
                    <a:moveTo>
                      <a:pt x="576" y="0"/>
                    </a:moveTo>
                    <a:lnTo>
                      <a:pt x="499" y="16"/>
                    </a:lnTo>
                    <a:lnTo>
                      <a:pt x="415" y="39"/>
                    </a:lnTo>
                    <a:lnTo>
                      <a:pt x="338" y="69"/>
                    </a:lnTo>
                    <a:lnTo>
                      <a:pt x="269" y="108"/>
                    </a:lnTo>
                    <a:lnTo>
                      <a:pt x="208" y="161"/>
                    </a:lnTo>
                    <a:lnTo>
                      <a:pt x="147" y="223"/>
                    </a:lnTo>
                    <a:lnTo>
                      <a:pt x="101" y="292"/>
                    </a:lnTo>
                    <a:lnTo>
                      <a:pt x="62" y="361"/>
                    </a:lnTo>
                    <a:lnTo>
                      <a:pt x="39" y="437"/>
                    </a:lnTo>
                    <a:lnTo>
                      <a:pt x="16" y="514"/>
                    </a:lnTo>
                    <a:lnTo>
                      <a:pt x="9" y="591"/>
                    </a:lnTo>
                    <a:lnTo>
                      <a:pt x="1" y="660"/>
                    </a:lnTo>
                    <a:lnTo>
                      <a:pt x="9" y="736"/>
                    </a:lnTo>
                    <a:lnTo>
                      <a:pt x="24" y="874"/>
                    </a:lnTo>
                    <a:lnTo>
                      <a:pt x="47" y="1012"/>
                    </a:lnTo>
                    <a:lnTo>
                      <a:pt x="85" y="1143"/>
                    </a:lnTo>
                    <a:lnTo>
                      <a:pt x="131" y="1273"/>
                    </a:lnTo>
                    <a:lnTo>
                      <a:pt x="154" y="1342"/>
                    </a:lnTo>
                    <a:lnTo>
                      <a:pt x="185" y="1403"/>
                    </a:lnTo>
                    <a:lnTo>
                      <a:pt x="223" y="1457"/>
                    </a:lnTo>
                    <a:lnTo>
                      <a:pt x="262" y="1511"/>
                    </a:lnTo>
                    <a:lnTo>
                      <a:pt x="223" y="1388"/>
                    </a:lnTo>
                    <a:lnTo>
                      <a:pt x="193" y="1258"/>
                    </a:lnTo>
                    <a:lnTo>
                      <a:pt x="177" y="1127"/>
                    </a:lnTo>
                    <a:lnTo>
                      <a:pt x="170" y="997"/>
                    </a:lnTo>
                    <a:lnTo>
                      <a:pt x="170" y="867"/>
                    </a:lnTo>
                    <a:lnTo>
                      <a:pt x="177" y="736"/>
                    </a:lnTo>
                    <a:lnTo>
                      <a:pt x="193" y="614"/>
                    </a:lnTo>
                    <a:lnTo>
                      <a:pt x="208" y="560"/>
                    </a:lnTo>
                    <a:lnTo>
                      <a:pt x="231" y="506"/>
                    </a:lnTo>
                    <a:lnTo>
                      <a:pt x="254" y="453"/>
                    </a:lnTo>
                    <a:lnTo>
                      <a:pt x="285" y="407"/>
                    </a:lnTo>
                    <a:lnTo>
                      <a:pt x="315" y="368"/>
                    </a:lnTo>
                    <a:lnTo>
                      <a:pt x="354" y="338"/>
                    </a:lnTo>
                    <a:lnTo>
                      <a:pt x="400" y="307"/>
                    </a:lnTo>
                    <a:lnTo>
                      <a:pt x="446" y="284"/>
                    </a:lnTo>
                    <a:lnTo>
                      <a:pt x="492" y="269"/>
                    </a:lnTo>
                    <a:lnTo>
                      <a:pt x="545" y="261"/>
                    </a:lnTo>
                    <a:lnTo>
                      <a:pt x="591" y="253"/>
                    </a:lnTo>
                    <a:lnTo>
                      <a:pt x="645" y="253"/>
                    </a:lnTo>
                    <a:lnTo>
                      <a:pt x="706" y="261"/>
                    </a:lnTo>
                    <a:lnTo>
                      <a:pt x="760" y="269"/>
                    </a:lnTo>
                    <a:lnTo>
                      <a:pt x="814" y="284"/>
                    </a:lnTo>
                    <a:lnTo>
                      <a:pt x="867" y="307"/>
                    </a:lnTo>
                    <a:lnTo>
                      <a:pt x="913" y="330"/>
                    </a:lnTo>
                    <a:lnTo>
                      <a:pt x="967" y="361"/>
                    </a:lnTo>
                    <a:lnTo>
                      <a:pt x="1067" y="430"/>
                    </a:lnTo>
                    <a:lnTo>
                      <a:pt x="1159" y="506"/>
                    </a:lnTo>
                    <a:lnTo>
                      <a:pt x="1251" y="591"/>
                    </a:lnTo>
                    <a:lnTo>
                      <a:pt x="1343" y="683"/>
                    </a:lnTo>
                    <a:lnTo>
                      <a:pt x="1419" y="775"/>
                    </a:lnTo>
                    <a:lnTo>
                      <a:pt x="1496" y="882"/>
                    </a:lnTo>
                    <a:lnTo>
                      <a:pt x="1565" y="989"/>
                    </a:lnTo>
                    <a:lnTo>
                      <a:pt x="1619" y="1097"/>
                    </a:lnTo>
                    <a:lnTo>
                      <a:pt x="1665" y="1212"/>
                    </a:lnTo>
                    <a:lnTo>
                      <a:pt x="1703" y="1334"/>
                    </a:lnTo>
                    <a:lnTo>
                      <a:pt x="1734" y="1457"/>
                    </a:lnTo>
                    <a:lnTo>
                      <a:pt x="1757" y="1587"/>
                    </a:lnTo>
                    <a:lnTo>
                      <a:pt x="1795" y="1848"/>
                    </a:lnTo>
                    <a:lnTo>
                      <a:pt x="1826" y="2116"/>
                    </a:lnTo>
                    <a:lnTo>
                      <a:pt x="1864" y="1848"/>
                    </a:lnTo>
                    <a:lnTo>
                      <a:pt x="1879" y="1710"/>
                    </a:lnTo>
                    <a:lnTo>
                      <a:pt x="1887" y="1580"/>
                    </a:lnTo>
                    <a:lnTo>
                      <a:pt x="1887" y="1442"/>
                    </a:lnTo>
                    <a:lnTo>
                      <a:pt x="1872" y="1296"/>
                    </a:lnTo>
                    <a:lnTo>
                      <a:pt x="1849" y="1158"/>
                    </a:lnTo>
                    <a:lnTo>
                      <a:pt x="1810" y="1020"/>
                    </a:lnTo>
                    <a:lnTo>
                      <a:pt x="1757" y="882"/>
                    </a:lnTo>
                    <a:lnTo>
                      <a:pt x="1688" y="759"/>
                    </a:lnTo>
                    <a:lnTo>
                      <a:pt x="1619" y="637"/>
                    </a:lnTo>
                    <a:lnTo>
                      <a:pt x="1527" y="522"/>
                    </a:lnTo>
                    <a:lnTo>
                      <a:pt x="1435" y="414"/>
                    </a:lnTo>
                    <a:lnTo>
                      <a:pt x="1335" y="315"/>
                    </a:lnTo>
                    <a:lnTo>
                      <a:pt x="1220" y="223"/>
                    </a:lnTo>
                    <a:lnTo>
                      <a:pt x="1097" y="138"/>
                    </a:lnTo>
                    <a:lnTo>
                      <a:pt x="1036" y="100"/>
                    </a:lnTo>
                    <a:lnTo>
                      <a:pt x="967" y="69"/>
                    </a:lnTo>
                    <a:lnTo>
                      <a:pt x="890" y="39"/>
                    </a:lnTo>
                    <a:lnTo>
                      <a:pt x="814" y="23"/>
                    </a:lnTo>
                    <a:lnTo>
                      <a:pt x="737" y="8"/>
                    </a:lnTo>
                    <a:lnTo>
                      <a:pt x="660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4433400" y="663075"/>
                <a:ext cx="18625" cy="38725"/>
              </a:xfrm>
              <a:custGeom>
                <a:rect b="b" l="l" r="r" t="t"/>
                <a:pathLst>
                  <a:path extrusionOk="0" h="1549" w="745">
                    <a:moveTo>
                      <a:pt x="484" y="0"/>
                    </a:moveTo>
                    <a:lnTo>
                      <a:pt x="415" y="15"/>
                    </a:lnTo>
                    <a:lnTo>
                      <a:pt x="346" y="46"/>
                    </a:lnTo>
                    <a:lnTo>
                      <a:pt x="284" y="77"/>
                    </a:lnTo>
                    <a:lnTo>
                      <a:pt x="231" y="123"/>
                    </a:lnTo>
                    <a:lnTo>
                      <a:pt x="177" y="176"/>
                    </a:lnTo>
                    <a:lnTo>
                      <a:pt x="131" y="238"/>
                    </a:lnTo>
                    <a:lnTo>
                      <a:pt x="93" y="299"/>
                    </a:lnTo>
                    <a:lnTo>
                      <a:pt x="62" y="360"/>
                    </a:lnTo>
                    <a:lnTo>
                      <a:pt x="39" y="429"/>
                    </a:lnTo>
                    <a:lnTo>
                      <a:pt x="24" y="498"/>
                    </a:lnTo>
                    <a:lnTo>
                      <a:pt x="8" y="567"/>
                    </a:lnTo>
                    <a:lnTo>
                      <a:pt x="1" y="629"/>
                    </a:lnTo>
                    <a:lnTo>
                      <a:pt x="1" y="767"/>
                    </a:lnTo>
                    <a:lnTo>
                      <a:pt x="16" y="897"/>
                    </a:lnTo>
                    <a:lnTo>
                      <a:pt x="39" y="1027"/>
                    </a:lnTo>
                    <a:lnTo>
                      <a:pt x="77" y="1150"/>
                    </a:lnTo>
                    <a:lnTo>
                      <a:pt x="108" y="1211"/>
                    </a:lnTo>
                    <a:lnTo>
                      <a:pt x="139" y="1273"/>
                    </a:lnTo>
                    <a:lnTo>
                      <a:pt x="169" y="1326"/>
                    </a:lnTo>
                    <a:lnTo>
                      <a:pt x="215" y="1380"/>
                    </a:lnTo>
                    <a:lnTo>
                      <a:pt x="254" y="1434"/>
                    </a:lnTo>
                    <a:lnTo>
                      <a:pt x="307" y="1472"/>
                    </a:lnTo>
                    <a:lnTo>
                      <a:pt x="361" y="1510"/>
                    </a:lnTo>
                    <a:lnTo>
                      <a:pt x="415" y="1549"/>
                    </a:lnTo>
                    <a:lnTo>
                      <a:pt x="361" y="1434"/>
                    </a:lnTo>
                    <a:lnTo>
                      <a:pt x="323" y="1319"/>
                    </a:lnTo>
                    <a:lnTo>
                      <a:pt x="300" y="1211"/>
                    </a:lnTo>
                    <a:lnTo>
                      <a:pt x="277" y="1096"/>
                    </a:lnTo>
                    <a:lnTo>
                      <a:pt x="269" y="989"/>
                    </a:lnTo>
                    <a:lnTo>
                      <a:pt x="261" y="874"/>
                    </a:lnTo>
                    <a:lnTo>
                      <a:pt x="261" y="759"/>
                    </a:lnTo>
                    <a:lnTo>
                      <a:pt x="261" y="652"/>
                    </a:lnTo>
                    <a:lnTo>
                      <a:pt x="277" y="544"/>
                    </a:lnTo>
                    <a:lnTo>
                      <a:pt x="300" y="445"/>
                    </a:lnTo>
                    <a:lnTo>
                      <a:pt x="330" y="353"/>
                    </a:lnTo>
                    <a:lnTo>
                      <a:pt x="376" y="268"/>
                    </a:lnTo>
                    <a:lnTo>
                      <a:pt x="445" y="192"/>
                    </a:lnTo>
                    <a:lnTo>
                      <a:pt x="484" y="153"/>
                    </a:lnTo>
                    <a:lnTo>
                      <a:pt x="530" y="123"/>
                    </a:lnTo>
                    <a:lnTo>
                      <a:pt x="576" y="100"/>
                    </a:lnTo>
                    <a:lnTo>
                      <a:pt x="629" y="77"/>
                    </a:lnTo>
                    <a:lnTo>
                      <a:pt x="683" y="69"/>
                    </a:lnTo>
                    <a:lnTo>
                      <a:pt x="744" y="61"/>
                    </a:lnTo>
                    <a:lnTo>
                      <a:pt x="691" y="31"/>
                    </a:lnTo>
                    <a:lnTo>
                      <a:pt x="622" y="8"/>
                    </a:lnTo>
                    <a:lnTo>
                      <a:pt x="553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4782075" y="646200"/>
                <a:ext cx="47175" cy="52925"/>
              </a:xfrm>
              <a:custGeom>
                <a:rect b="b" l="l" r="r" t="t"/>
                <a:pathLst>
                  <a:path extrusionOk="0" h="2117" w="1887">
                    <a:moveTo>
                      <a:pt x="1234" y="0"/>
                    </a:moveTo>
                    <a:lnTo>
                      <a:pt x="1150" y="8"/>
                    </a:lnTo>
                    <a:lnTo>
                      <a:pt x="1073" y="23"/>
                    </a:lnTo>
                    <a:lnTo>
                      <a:pt x="997" y="39"/>
                    </a:lnTo>
                    <a:lnTo>
                      <a:pt x="928" y="69"/>
                    </a:lnTo>
                    <a:lnTo>
                      <a:pt x="851" y="100"/>
                    </a:lnTo>
                    <a:lnTo>
                      <a:pt x="790" y="138"/>
                    </a:lnTo>
                    <a:lnTo>
                      <a:pt x="667" y="223"/>
                    </a:lnTo>
                    <a:lnTo>
                      <a:pt x="560" y="315"/>
                    </a:lnTo>
                    <a:lnTo>
                      <a:pt x="452" y="414"/>
                    </a:lnTo>
                    <a:lnTo>
                      <a:pt x="360" y="522"/>
                    </a:lnTo>
                    <a:lnTo>
                      <a:pt x="276" y="637"/>
                    </a:lnTo>
                    <a:lnTo>
                      <a:pt x="199" y="759"/>
                    </a:lnTo>
                    <a:lnTo>
                      <a:pt x="130" y="882"/>
                    </a:lnTo>
                    <a:lnTo>
                      <a:pt x="77" y="1020"/>
                    </a:lnTo>
                    <a:lnTo>
                      <a:pt x="38" y="1158"/>
                    </a:lnTo>
                    <a:lnTo>
                      <a:pt x="15" y="1296"/>
                    </a:lnTo>
                    <a:lnTo>
                      <a:pt x="8" y="1442"/>
                    </a:lnTo>
                    <a:lnTo>
                      <a:pt x="0" y="1580"/>
                    </a:lnTo>
                    <a:lnTo>
                      <a:pt x="8" y="1710"/>
                    </a:lnTo>
                    <a:lnTo>
                      <a:pt x="23" y="1848"/>
                    </a:lnTo>
                    <a:lnTo>
                      <a:pt x="61" y="2116"/>
                    </a:lnTo>
                    <a:lnTo>
                      <a:pt x="92" y="1848"/>
                    </a:lnTo>
                    <a:lnTo>
                      <a:pt x="130" y="1587"/>
                    </a:lnTo>
                    <a:lnTo>
                      <a:pt x="153" y="1457"/>
                    </a:lnTo>
                    <a:lnTo>
                      <a:pt x="184" y="1334"/>
                    </a:lnTo>
                    <a:lnTo>
                      <a:pt x="222" y="1212"/>
                    </a:lnTo>
                    <a:lnTo>
                      <a:pt x="268" y="1097"/>
                    </a:lnTo>
                    <a:lnTo>
                      <a:pt x="330" y="989"/>
                    </a:lnTo>
                    <a:lnTo>
                      <a:pt x="391" y="882"/>
                    </a:lnTo>
                    <a:lnTo>
                      <a:pt x="468" y="775"/>
                    </a:lnTo>
                    <a:lnTo>
                      <a:pt x="544" y="683"/>
                    </a:lnTo>
                    <a:lnTo>
                      <a:pt x="636" y="591"/>
                    </a:lnTo>
                    <a:lnTo>
                      <a:pt x="728" y="506"/>
                    </a:lnTo>
                    <a:lnTo>
                      <a:pt x="828" y="430"/>
                    </a:lnTo>
                    <a:lnTo>
                      <a:pt x="920" y="361"/>
                    </a:lnTo>
                    <a:lnTo>
                      <a:pt x="974" y="330"/>
                    </a:lnTo>
                    <a:lnTo>
                      <a:pt x="1027" y="307"/>
                    </a:lnTo>
                    <a:lnTo>
                      <a:pt x="1081" y="284"/>
                    </a:lnTo>
                    <a:lnTo>
                      <a:pt x="1135" y="269"/>
                    </a:lnTo>
                    <a:lnTo>
                      <a:pt x="1188" y="261"/>
                    </a:lnTo>
                    <a:lnTo>
                      <a:pt x="1242" y="253"/>
                    </a:lnTo>
                    <a:lnTo>
                      <a:pt x="1296" y="253"/>
                    </a:lnTo>
                    <a:lnTo>
                      <a:pt x="1349" y="261"/>
                    </a:lnTo>
                    <a:lnTo>
                      <a:pt x="1395" y="269"/>
                    </a:lnTo>
                    <a:lnTo>
                      <a:pt x="1449" y="284"/>
                    </a:lnTo>
                    <a:lnTo>
                      <a:pt x="1495" y="307"/>
                    </a:lnTo>
                    <a:lnTo>
                      <a:pt x="1533" y="338"/>
                    </a:lnTo>
                    <a:lnTo>
                      <a:pt x="1572" y="368"/>
                    </a:lnTo>
                    <a:lnTo>
                      <a:pt x="1610" y="407"/>
                    </a:lnTo>
                    <a:lnTo>
                      <a:pt x="1633" y="453"/>
                    </a:lnTo>
                    <a:lnTo>
                      <a:pt x="1656" y="506"/>
                    </a:lnTo>
                    <a:lnTo>
                      <a:pt x="1679" y="560"/>
                    </a:lnTo>
                    <a:lnTo>
                      <a:pt x="1694" y="614"/>
                    </a:lnTo>
                    <a:lnTo>
                      <a:pt x="1710" y="736"/>
                    </a:lnTo>
                    <a:lnTo>
                      <a:pt x="1718" y="867"/>
                    </a:lnTo>
                    <a:lnTo>
                      <a:pt x="1718" y="997"/>
                    </a:lnTo>
                    <a:lnTo>
                      <a:pt x="1710" y="1127"/>
                    </a:lnTo>
                    <a:lnTo>
                      <a:pt x="1694" y="1258"/>
                    </a:lnTo>
                    <a:lnTo>
                      <a:pt x="1664" y="1388"/>
                    </a:lnTo>
                    <a:lnTo>
                      <a:pt x="1625" y="1511"/>
                    </a:lnTo>
                    <a:lnTo>
                      <a:pt x="1671" y="1457"/>
                    </a:lnTo>
                    <a:lnTo>
                      <a:pt x="1702" y="1403"/>
                    </a:lnTo>
                    <a:lnTo>
                      <a:pt x="1733" y="1342"/>
                    </a:lnTo>
                    <a:lnTo>
                      <a:pt x="1764" y="1273"/>
                    </a:lnTo>
                    <a:lnTo>
                      <a:pt x="1802" y="1143"/>
                    </a:lnTo>
                    <a:lnTo>
                      <a:pt x="1840" y="1012"/>
                    </a:lnTo>
                    <a:lnTo>
                      <a:pt x="1871" y="874"/>
                    </a:lnTo>
                    <a:lnTo>
                      <a:pt x="1886" y="736"/>
                    </a:lnTo>
                    <a:lnTo>
                      <a:pt x="1886" y="660"/>
                    </a:lnTo>
                    <a:lnTo>
                      <a:pt x="1879" y="591"/>
                    </a:lnTo>
                    <a:lnTo>
                      <a:pt x="1871" y="514"/>
                    </a:lnTo>
                    <a:lnTo>
                      <a:pt x="1848" y="437"/>
                    </a:lnTo>
                    <a:lnTo>
                      <a:pt x="1825" y="361"/>
                    </a:lnTo>
                    <a:lnTo>
                      <a:pt x="1787" y="292"/>
                    </a:lnTo>
                    <a:lnTo>
                      <a:pt x="1741" y="223"/>
                    </a:lnTo>
                    <a:lnTo>
                      <a:pt x="1687" y="161"/>
                    </a:lnTo>
                    <a:lnTo>
                      <a:pt x="1618" y="108"/>
                    </a:lnTo>
                    <a:lnTo>
                      <a:pt x="1549" y="69"/>
                    </a:lnTo>
                    <a:lnTo>
                      <a:pt x="1472" y="39"/>
                    </a:lnTo>
                    <a:lnTo>
                      <a:pt x="1388" y="16"/>
                    </a:lnTo>
                    <a:lnTo>
                      <a:pt x="1311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4792025" y="663075"/>
                <a:ext cx="18625" cy="38725"/>
              </a:xfrm>
              <a:custGeom>
                <a:rect b="b" l="l" r="r" t="t"/>
                <a:pathLst>
                  <a:path extrusionOk="0" h="1549" w="745">
                    <a:moveTo>
                      <a:pt x="192" y="0"/>
                    </a:moveTo>
                    <a:lnTo>
                      <a:pt x="123" y="8"/>
                    </a:lnTo>
                    <a:lnTo>
                      <a:pt x="62" y="31"/>
                    </a:lnTo>
                    <a:lnTo>
                      <a:pt x="1" y="61"/>
                    </a:lnTo>
                    <a:lnTo>
                      <a:pt x="62" y="69"/>
                    </a:lnTo>
                    <a:lnTo>
                      <a:pt x="123" y="77"/>
                    </a:lnTo>
                    <a:lnTo>
                      <a:pt x="169" y="100"/>
                    </a:lnTo>
                    <a:lnTo>
                      <a:pt x="223" y="123"/>
                    </a:lnTo>
                    <a:lnTo>
                      <a:pt x="261" y="153"/>
                    </a:lnTo>
                    <a:lnTo>
                      <a:pt x="300" y="192"/>
                    </a:lnTo>
                    <a:lnTo>
                      <a:pt x="369" y="268"/>
                    </a:lnTo>
                    <a:lnTo>
                      <a:pt x="415" y="353"/>
                    </a:lnTo>
                    <a:lnTo>
                      <a:pt x="445" y="445"/>
                    </a:lnTo>
                    <a:lnTo>
                      <a:pt x="468" y="544"/>
                    </a:lnTo>
                    <a:lnTo>
                      <a:pt x="484" y="652"/>
                    </a:lnTo>
                    <a:lnTo>
                      <a:pt x="491" y="759"/>
                    </a:lnTo>
                    <a:lnTo>
                      <a:pt x="491" y="874"/>
                    </a:lnTo>
                    <a:lnTo>
                      <a:pt x="484" y="989"/>
                    </a:lnTo>
                    <a:lnTo>
                      <a:pt x="468" y="1096"/>
                    </a:lnTo>
                    <a:lnTo>
                      <a:pt x="453" y="1211"/>
                    </a:lnTo>
                    <a:lnTo>
                      <a:pt x="422" y="1319"/>
                    </a:lnTo>
                    <a:lnTo>
                      <a:pt x="384" y="1434"/>
                    </a:lnTo>
                    <a:lnTo>
                      <a:pt x="330" y="1549"/>
                    </a:lnTo>
                    <a:lnTo>
                      <a:pt x="392" y="1510"/>
                    </a:lnTo>
                    <a:lnTo>
                      <a:pt x="438" y="1472"/>
                    </a:lnTo>
                    <a:lnTo>
                      <a:pt x="491" y="1434"/>
                    </a:lnTo>
                    <a:lnTo>
                      <a:pt x="537" y="1380"/>
                    </a:lnTo>
                    <a:lnTo>
                      <a:pt x="576" y="1326"/>
                    </a:lnTo>
                    <a:lnTo>
                      <a:pt x="614" y="1273"/>
                    </a:lnTo>
                    <a:lnTo>
                      <a:pt x="645" y="1211"/>
                    </a:lnTo>
                    <a:lnTo>
                      <a:pt x="668" y="1150"/>
                    </a:lnTo>
                    <a:lnTo>
                      <a:pt x="706" y="1027"/>
                    </a:lnTo>
                    <a:lnTo>
                      <a:pt x="737" y="897"/>
                    </a:lnTo>
                    <a:lnTo>
                      <a:pt x="744" y="767"/>
                    </a:lnTo>
                    <a:lnTo>
                      <a:pt x="744" y="629"/>
                    </a:lnTo>
                    <a:lnTo>
                      <a:pt x="737" y="567"/>
                    </a:lnTo>
                    <a:lnTo>
                      <a:pt x="721" y="498"/>
                    </a:lnTo>
                    <a:lnTo>
                      <a:pt x="706" y="429"/>
                    </a:lnTo>
                    <a:lnTo>
                      <a:pt x="683" y="360"/>
                    </a:lnTo>
                    <a:lnTo>
                      <a:pt x="652" y="299"/>
                    </a:lnTo>
                    <a:lnTo>
                      <a:pt x="614" y="238"/>
                    </a:lnTo>
                    <a:lnTo>
                      <a:pt x="568" y="176"/>
                    </a:lnTo>
                    <a:lnTo>
                      <a:pt x="514" y="123"/>
                    </a:lnTo>
                    <a:lnTo>
                      <a:pt x="461" y="77"/>
                    </a:lnTo>
                    <a:lnTo>
                      <a:pt x="399" y="46"/>
                    </a:lnTo>
                    <a:lnTo>
                      <a:pt x="330" y="15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4467525" y="722475"/>
                <a:ext cx="93550" cy="121950"/>
              </a:xfrm>
              <a:custGeom>
                <a:rect b="b" l="l" r="r" t="t"/>
                <a:pathLst>
                  <a:path extrusionOk="0" h="4878" w="3742">
                    <a:moveTo>
                      <a:pt x="476" y="1"/>
                    </a:moveTo>
                    <a:lnTo>
                      <a:pt x="238" y="8"/>
                    </a:lnTo>
                    <a:lnTo>
                      <a:pt x="0" y="31"/>
                    </a:lnTo>
                    <a:lnTo>
                      <a:pt x="108" y="430"/>
                    </a:lnTo>
                    <a:lnTo>
                      <a:pt x="223" y="821"/>
                    </a:lnTo>
                    <a:lnTo>
                      <a:pt x="345" y="1197"/>
                    </a:lnTo>
                    <a:lnTo>
                      <a:pt x="483" y="1557"/>
                    </a:lnTo>
                    <a:lnTo>
                      <a:pt x="629" y="1895"/>
                    </a:lnTo>
                    <a:lnTo>
                      <a:pt x="706" y="2063"/>
                    </a:lnTo>
                    <a:lnTo>
                      <a:pt x="790" y="2224"/>
                    </a:lnTo>
                    <a:lnTo>
                      <a:pt x="867" y="2378"/>
                    </a:lnTo>
                    <a:lnTo>
                      <a:pt x="959" y="2523"/>
                    </a:lnTo>
                    <a:lnTo>
                      <a:pt x="1043" y="2669"/>
                    </a:lnTo>
                    <a:lnTo>
                      <a:pt x="1135" y="2807"/>
                    </a:lnTo>
                    <a:lnTo>
                      <a:pt x="1273" y="2999"/>
                    </a:lnTo>
                    <a:lnTo>
                      <a:pt x="1403" y="3175"/>
                    </a:lnTo>
                    <a:lnTo>
                      <a:pt x="1541" y="3344"/>
                    </a:lnTo>
                    <a:lnTo>
                      <a:pt x="1679" y="3505"/>
                    </a:lnTo>
                    <a:lnTo>
                      <a:pt x="1818" y="3658"/>
                    </a:lnTo>
                    <a:lnTo>
                      <a:pt x="1956" y="3804"/>
                    </a:lnTo>
                    <a:lnTo>
                      <a:pt x="2094" y="3942"/>
                    </a:lnTo>
                    <a:lnTo>
                      <a:pt x="2232" y="4072"/>
                    </a:lnTo>
                    <a:lnTo>
                      <a:pt x="2370" y="4202"/>
                    </a:lnTo>
                    <a:lnTo>
                      <a:pt x="2508" y="4317"/>
                    </a:lnTo>
                    <a:lnTo>
                      <a:pt x="2646" y="4425"/>
                    </a:lnTo>
                    <a:lnTo>
                      <a:pt x="2784" y="4532"/>
                    </a:lnTo>
                    <a:lnTo>
                      <a:pt x="2922" y="4624"/>
                    </a:lnTo>
                    <a:lnTo>
                      <a:pt x="3060" y="4716"/>
                    </a:lnTo>
                    <a:lnTo>
                      <a:pt x="3328" y="4877"/>
                    </a:lnTo>
                    <a:lnTo>
                      <a:pt x="3420" y="4685"/>
                    </a:lnTo>
                    <a:lnTo>
                      <a:pt x="3497" y="4486"/>
                    </a:lnTo>
                    <a:lnTo>
                      <a:pt x="3566" y="4279"/>
                    </a:lnTo>
                    <a:lnTo>
                      <a:pt x="3627" y="4080"/>
                    </a:lnTo>
                    <a:lnTo>
                      <a:pt x="3673" y="3873"/>
                    </a:lnTo>
                    <a:lnTo>
                      <a:pt x="3711" y="3666"/>
                    </a:lnTo>
                    <a:lnTo>
                      <a:pt x="3734" y="3466"/>
                    </a:lnTo>
                    <a:lnTo>
                      <a:pt x="3742" y="3267"/>
                    </a:lnTo>
                    <a:lnTo>
                      <a:pt x="3734" y="3098"/>
                    </a:lnTo>
                    <a:lnTo>
                      <a:pt x="3727" y="2930"/>
                    </a:lnTo>
                    <a:lnTo>
                      <a:pt x="3704" y="2769"/>
                    </a:lnTo>
                    <a:lnTo>
                      <a:pt x="3673" y="2608"/>
                    </a:lnTo>
                    <a:lnTo>
                      <a:pt x="3635" y="2447"/>
                    </a:lnTo>
                    <a:lnTo>
                      <a:pt x="3596" y="2293"/>
                    </a:lnTo>
                    <a:lnTo>
                      <a:pt x="3543" y="2140"/>
                    </a:lnTo>
                    <a:lnTo>
                      <a:pt x="3481" y="1994"/>
                    </a:lnTo>
                    <a:lnTo>
                      <a:pt x="3420" y="1849"/>
                    </a:lnTo>
                    <a:lnTo>
                      <a:pt x="3343" y="1711"/>
                    </a:lnTo>
                    <a:lnTo>
                      <a:pt x="3267" y="1573"/>
                    </a:lnTo>
                    <a:lnTo>
                      <a:pt x="3182" y="1442"/>
                    </a:lnTo>
                    <a:lnTo>
                      <a:pt x="3090" y="1312"/>
                    </a:lnTo>
                    <a:lnTo>
                      <a:pt x="2998" y="1189"/>
                    </a:lnTo>
                    <a:lnTo>
                      <a:pt x="2891" y="1067"/>
                    </a:lnTo>
                    <a:lnTo>
                      <a:pt x="2784" y="959"/>
                    </a:lnTo>
                    <a:lnTo>
                      <a:pt x="2669" y="852"/>
                    </a:lnTo>
                    <a:lnTo>
                      <a:pt x="2554" y="745"/>
                    </a:lnTo>
                    <a:lnTo>
                      <a:pt x="2431" y="653"/>
                    </a:lnTo>
                    <a:lnTo>
                      <a:pt x="2301" y="561"/>
                    </a:lnTo>
                    <a:lnTo>
                      <a:pt x="2170" y="476"/>
                    </a:lnTo>
                    <a:lnTo>
                      <a:pt x="2032" y="392"/>
                    </a:lnTo>
                    <a:lnTo>
                      <a:pt x="1894" y="323"/>
                    </a:lnTo>
                    <a:lnTo>
                      <a:pt x="1748" y="254"/>
                    </a:lnTo>
                    <a:lnTo>
                      <a:pt x="1603" y="200"/>
                    </a:lnTo>
                    <a:lnTo>
                      <a:pt x="1449" y="146"/>
                    </a:lnTo>
                    <a:lnTo>
                      <a:pt x="1296" y="100"/>
                    </a:lnTo>
                    <a:lnTo>
                      <a:pt x="1135" y="70"/>
                    </a:lnTo>
                    <a:lnTo>
                      <a:pt x="974" y="39"/>
                    </a:lnTo>
                    <a:lnTo>
                      <a:pt x="813" y="16"/>
                    </a:lnTo>
                    <a:lnTo>
                      <a:pt x="644" y="1"/>
                    </a:lnTo>
                    <a:close/>
                  </a:path>
                </a:pathLst>
              </a:custGeom>
              <a:solidFill>
                <a:srgbClr val="E9A7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4691025" y="722475"/>
                <a:ext cx="83200" cy="116950"/>
              </a:xfrm>
              <a:custGeom>
                <a:rect b="b" l="l" r="r" t="t"/>
                <a:pathLst>
                  <a:path extrusionOk="0" h="4678" w="3328">
                    <a:moveTo>
                      <a:pt x="3098" y="1"/>
                    </a:moveTo>
                    <a:lnTo>
                      <a:pt x="2929" y="16"/>
                    </a:lnTo>
                    <a:lnTo>
                      <a:pt x="2768" y="39"/>
                    </a:lnTo>
                    <a:lnTo>
                      <a:pt x="2607" y="70"/>
                    </a:lnTo>
                    <a:lnTo>
                      <a:pt x="2446" y="100"/>
                    </a:lnTo>
                    <a:lnTo>
                      <a:pt x="2293" y="146"/>
                    </a:lnTo>
                    <a:lnTo>
                      <a:pt x="2139" y="200"/>
                    </a:lnTo>
                    <a:lnTo>
                      <a:pt x="1994" y="254"/>
                    </a:lnTo>
                    <a:lnTo>
                      <a:pt x="1848" y="323"/>
                    </a:lnTo>
                    <a:lnTo>
                      <a:pt x="1710" y="392"/>
                    </a:lnTo>
                    <a:lnTo>
                      <a:pt x="1572" y="476"/>
                    </a:lnTo>
                    <a:lnTo>
                      <a:pt x="1442" y="561"/>
                    </a:lnTo>
                    <a:lnTo>
                      <a:pt x="1311" y="653"/>
                    </a:lnTo>
                    <a:lnTo>
                      <a:pt x="1189" y="745"/>
                    </a:lnTo>
                    <a:lnTo>
                      <a:pt x="1074" y="852"/>
                    </a:lnTo>
                    <a:lnTo>
                      <a:pt x="959" y="959"/>
                    </a:lnTo>
                    <a:lnTo>
                      <a:pt x="851" y="1067"/>
                    </a:lnTo>
                    <a:lnTo>
                      <a:pt x="744" y="1189"/>
                    </a:lnTo>
                    <a:lnTo>
                      <a:pt x="652" y="1312"/>
                    </a:lnTo>
                    <a:lnTo>
                      <a:pt x="560" y="1442"/>
                    </a:lnTo>
                    <a:lnTo>
                      <a:pt x="476" y="1573"/>
                    </a:lnTo>
                    <a:lnTo>
                      <a:pt x="399" y="1711"/>
                    </a:lnTo>
                    <a:lnTo>
                      <a:pt x="322" y="1849"/>
                    </a:lnTo>
                    <a:lnTo>
                      <a:pt x="261" y="1994"/>
                    </a:lnTo>
                    <a:lnTo>
                      <a:pt x="200" y="2140"/>
                    </a:lnTo>
                    <a:lnTo>
                      <a:pt x="146" y="2293"/>
                    </a:lnTo>
                    <a:lnTo>
                      <a:pt x="108" y="2447"/>
                    </a:lnTo>
                    <a:lnTo>
                      <a:pt x="69" y="2608"/>
                    </a:lnTo>
                    <a:lnTo>
                      <a:pt x="39" y="2769"/>
                    </a:lnTo>
                    <a:lnTo>
                      <a:pt x="16" y="2930"/>
                    </a:lnTo>
                    <a:lnTo>
                      <a:pt x="8" y="3098"/>
                    </a:lnTo>
                    <a:lnTo>
                      <a:pt x="0" y="3267"/>
                    </a:lnTo>
                    <a:lnTo>
                      <a:pt x="8" y="3436"/>
                    </a:lnTo>
                    <a:lnTo>
                      <a:pt x="23" y="3612"/>
                    </a:lnTo>
                    <a:lnTo>
                      <a:pt x="54" y="3788"/>
                    </a:lnTo>
                    <a:lnTo>
                      <a:pt x="85" y="3972"/>
                    </a:lnTo>
                    <a:lnTo>
                      <a:pt x="131" y="4149"/>
                    </a:lnTo>
                    <a:lnTo>
                      <a:pt x="192" y="4325"/>
                    </a:lnTo>
                    <a:lnTo>
                      <a:pt x="253" y="4501"/>
                    </a:lnTo>
                    <a:lnTo>
                      <a:pt x="322" y="4678"/>
                    </a:lnTo>
                    <a:lnTo>
                      <a:pt x="552" y="4517"/>
                    </a:lnTo>
                    <a:lnTo>
                      <a:pt x="790" y="4333"/>
                    </a:lnTo>
                    <a:lnTo>
                      <a:pt x="1020" y="4133"/>
                    </a:lnTo>
                    <a:lnTo>
                      <a:pt x="1258" y="3919"/>
                    </a:lnTo>
                    <a:lnTo>
                      <a:pt x="1495" y="3673"/>
                    </a:lnTo>
                    <a:lnTo>
                      <a:pt x="1725" y="3413"/>
                    </a:lnTo>
                    <a:lnTo>
                      <a:pt x="1955" y="3121"/>
                    </a:lnTo>
                    <a:lnTo>
                      <a:pt x="2185" y="2807"/>
                    </a:lnTo>
                    <a:lnTo>
                      <a:pt x="2277" y="2669"/>
                    </a:lnTo>
                    <a:lnTo>
                      <a:pt x="2369" y="2523"/>
                    </a:lnTo>
                    <a:lnTo>
                      <a:pt x="2461" y="2370"/>
                    </a:lnTo>
                    <a:lnTo>
                      <a:pt x="2546" y="2217"/>
                    </a:lnTo>
                    <a:lnTo>
                      <a:pt x="2622" y="2056"/>
                    </a:lnTo>
                    <a:lnTo>
                      <a:pt x="2699" y="1887"/>
                    </a:lnTo>
                    <a:lnTo>
                      <a:pt x="2852" y="1542"/>
                    </a:lnTo>
                    <a:lnTo>
                      <a:pt x="2990" y="1174"/>
                    </a:lnTo>
                    <a:lnTo>
                      <a:pt x="3113" y="798"/>
                    </a:lnTo>
                    <a:lnTo>
                      <a:pt x="3228" y="407"/>
                    </a:lnTo>
                    <a:lnTo>
                      <a:pt x="3328" y="1"/>
                    </a:lnTo>
                    <a:close/>
                  </a:path>
                </a:pathLst>
              </a:custGeom>
              <a:solidFill>
                <a:srgbClr val="E9A7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4551850" y="632775"/>
                <a:ext cx="30500" cy="40675"/>
              </a:xfrm>
              <a:custGeom>
                <a:rect b="b" l="l" r="r" t="t"/>
                <a:pathLst>
                  <a:path extrusionOk="0" h="1627" w="1220">
                    <a:moveTo>
                      <a:pt x="614" y="1"/>
                    </a:moveTo>
                    <a:lnTo>
                      <a:pt x="553" y="8"/>
                    </a:lnTo>
                    <a:lnTo>
                      <a:pt x="492" y="16"/>
                    </a:lnTo>
                    <a:lnTo>
                      <a:pt x="430" y="39"/>
                    </a:lnTo>
                    <a:lnTo>
                      <a:pt x="377" y="70"/>
                    </a:lnTo>
                    <a:lnTo>
                      <a:pt x="323" y="100"/>
                    </a:lnTo>
                    <a:lnTo>
                      <a:pt x="269" y="139"/>
                    </a:lnTo>
                    <a:lnTo>
                      <a:pt x="223" y="192"/>
                    </a:lnTo>
                    <a:lnTo>
                      <a:pt x="185" y="238"/>
                    </a:lnTo>
                    <a:lnTo>
                      <a:pt x="139" y="300"/>
                    </a:lnTo>
                    <a:lnTo>
                      <a:pt x="108" y="361"/>
                    </a:lnTo>
                    <a:lnTo>
                      <a:pt x="78" y="430"/>
                    </a:lnTo>
                    <a:lnTo>
                      <a:pt x="55" y="499"/>
                    </a:lnTo>
                    <a:lnTo>
                      <a:pt x="32" y="576"/>
                    </a:lnTo>
                    <a:lnTo>
                      <a:pt x="16" y="652"/>
                    </a:lnTo>
                    <a:lnTo>
                      <a:pt x="9" y="737"/>
                    </a:lnTo>
                    <a:lnTo>
                      <a:pt x="1" y="813"/>
                    </a:lnTo>
                    <a:lnTo>
                      <a:pt x="9" y="898"/>
                    </a:lnTo>
                    <a:lnTo>
                      <a:pt x="16" y="982"/>
                    </a:lnTo>
                    <a:lnTo>
                      <a:pt x="32" y="1059"/>
                    </a:lnTo>
                    <a:lnTo>
                      <a:pt x="55" y="1135"/>
                    </a:lnTo>
                    <a:lnTo>
                      <a:pt x="78" y="1204"/>
                    </a:lnTo>
                    <a:lnTo>
                      <a:pt x="108" y="1273"/>
                    </a:lnTo>
                    <a:lnTo>
                      <a:pt x="139" y="1335"/>
                    </a:lnTo>
                    <a:lnTo>
                      <a:pt x="185" y="1388"/>
                    </a:lnTo>
                    <a:lnTo>
                      <a:pt x="223" y="1442"/>
                    </a:lnTo>
                    <a:lnTo>
                      <a:pt x="269" y="1488"/>
                    </a:lnTo>
                    <a:lnTo>
                      <a:pt x="323" y="1534"/>
                    </a:lnTo>
                    <a:lnTo>
                      <a:pt x="377" y="1565"/>
                    </a:lnTo>
                    <a:lnTo>
                      <a:pt x="430" y="1595"/>
                    </a:lnTo>
                    <a:lnTo>
                      <a:pt x="492" y="1611"/>
                    </a:lnTo>
                    <a:lnTo>
                      <a:pt x="553" y="1626"/>
                    </a:lnTo>
                    <a:lnTo>
                      <a:pt x="676" y="1626"/>
                    </a:lnTo>
                    <a:lnTo>
                      <a:pt x="737" y="1611"/>
                    </a:lnTo>
                    <a:lnTo>
                      <a:pt x="791" y="1595"/>
                    </a:lnTo>
                    <a:lnTo>
                      <a:pt x="844" y="1565"/>
                    </a:lnTo>
                    <a:lnTo>
                      <a:pt x="898" y="1534"/>
                    </a:lnTo>
                    <a:lnTo>
                      <a:pt x="952" y="1488"/>
                    </a:lnTo>
                    <a:lnTo>
                      <a:pt x="998" y="1442"/>
                    </a:lnTo>
                    <a:lnTo>
                      <a:pt x="1044" y="1388"/>
                    </a:lnTo>
                    <a:lnTo>
                      <a:pt x="1082" y="1335"/>
                    </a:lnTo>
                    <a:lnTo>
                      <a:pt x="1113" y="1273"/>
                    </a:lnTo>
                    <a:lnTo>
                      <a:pt x="1143" y="1204"/>
                    </a:lnTo>
                    <a:lnTo>
                      <a:pt x="1174" y="1135"/>
                    </a:lnTo>
                    <a:lnTo>
                      <a:pt x="1189" y="1059"/>
                    </a:lnTo>
                    <a:lnTo>
                      <a:pt x="1205" y="982"/>
                    </a:lnTo>
                    <a:lnTo>
                      <a:pt x="1212" y="898"/>
                    </a:lnTo>
                    <a:lnTo>
                      <a:pt x="1220" y="813"/>
                    </a:lnTo>
                    <a:lnTo>
                      <a:pt x="1212" y="737"/>
                    </a:lnTo>
                    <a:lnTo>
                      <a:pt x="1205" y="652"/>
                    </a:lnTo>
                    <a:lnTo>
                      <a:pt x="1189" y="576"/>
                    </a:lnTo>
                    <a:lnTo>
                      <a:pt x="1174" y="499"/>
                    </a:lnTo>
                    <a:lnTo>
                      <a:pt x="1143" y="430"/>
                    </a:lnTo>
                    <a:lnTo>
                      <a:pt x="1113" y="361"/>
                    </a:lnTo>
                    <a:lnTo>
                      <a:pt x="1082" y="300"/>
                    </a:lnTo>
                    <a:lnTo>
                      <a:pt x="1044" y="238"/>
                    </a:lnTo>
                    <a:lnTo>
                      <a:pt x="998" y="192"/>
                    </a:lnTo>
                    <a:lnTo>
                      <a:pt x="952" y="139"/>
                    </a:lnTo>
                    <a:lnTo>
                      <a:pt x="898" y="100"/>
                    </a:lnTo>
                    <a:lnTo>
                      <a:pt x="844" y="70"/>
                    </a:lnTo>
                    <a:lnTo>
                      <a:pt x="791" y="39"/>
                    </a:lnTo>
                    <a:lnTo>
                      <a:pt x="737" y="16"/>
                    </a:lnTo>
                    <a:lnTo>
                      <a:pt x="676" y="8"/>
                    </a:lnTo>
                    <a:lnTo>
                      <a:pt x="6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4666300" y="632775"/>
                <a:ext cx="30300" cy="40675"/>
              </a:xfrm>
              <a:custGeom>
                <a:rect b="b" l="l" r="r" t="t"/>
                <a:pathLst>
                  <a:path extrusionOk="0" h="1627" w="1212">
                    <a:moveTo>
                      <a:pt x="606" y="1"/>
                    </a:moveTo>
                    <a:lnTo>
                      <a:pt x="545" y="8"/>
                    </a:lnTo>
                    <a:lnTo>
                      <a:pt x="483" y="16"/>
                    </a:lnTo>
                    <a:lnTo>
                      <a:pt x="422" y="39"/>
                    </a:lnTo>
                    <a:lnTo>
                      <a:pt x="368" y="70"/>
                    </a:lnTo>
                    <a:lnTo>
                      <a:pt x="315" y="100"/>
                    </a:lnTo>
                    <a:lnTo>
                      <a:pt x="269" y="139"/>
                    </a:lnTo>
                    <a:lnTo>
                      <a:pt x="223" y="192"/>
                    </a:lnTo>
                    <a:lnTo>
                      <a:pt x="177" y="238"/>
                    </a:lnTo>
                    <a:lnTo>
                      <a:pt x="138" y="300"/>
                    </a:lnTo>
                    <a:lnTo>
                      <a:pt x="100" y="361"/>
                    </a:lnTo>
                    <a:lnTo>
                      <a:pt x="69" y="430"/>
                    </a:lnTo>
                    <a:lnTo>
                      <a:pt x="46" y="499"/>
                    </a:lnTo>
                    <a:lnTo>
                      <a:pt x="23" y="576"/>
                    </a:lnTo>
                    <a:lnTo>
                      <a:pt x="8" y="652"/>
                    </a:lnTo>
                    <a:lnTo>
                      <a:pt x="0" y="737"/>
                    </a:lnTo>
                    <a:lnTo>
                      <a:pt x="0" y="813"/>
                    </a:lnTo>
                    <a:lnTo>
                      <a:pt x="0" y="898"/>
                    </a:lnTo>
                    <a:lnTo>
                      <a:pt x="8" y="982"/>
                    </a:lnTo>
                    <a:lnTo>
                      <a:pt x="23" y="1059"/>
                    </a:lnTo>
                    <a:lnTo>
                      <a:pt x="46" y="1135"/>
                    </a:lnTo>
                    <a:lnTo>
                      <a:pt x="69" y="1204"/>
                    </a:lnTo>
                    <a:lnTo>
                      <a:pt x="100" y="1273"/>
                    </a:lnTo>
                    <a:lnTo>
                      <a:pt x="138" y="1335"/>
                    </a:lnTo>
                    <a:lnTo>
                      <a:pt x="177" y="1388"/>
                    </a:lnTo>
                    <a:lnTo>
                      <a:pt x="223" y="1442"/>
                    </a:lnTo>
                    <a:lnTo>
                      <a:pt x="269" y="1488"/>
                    </a:lnTo>
                    <a:lnTo>
                      <a:pt x="315" y="1534"/>
                    </a:lnTo>
                    <a:lnTo>
                      <a:pt x="368" y="1565"/>
                    </a:lnTo>
                    <a:lnTo>
                      <a:pt x="422" y="1595"/>
                    </a:lnTo>
                    <a:lnTo>
                      <a:pt x="483" y="1611"/>
                    </a:lnTo>
                    <a:lnTo>
                      <a:pt x="545" y="1626"/>
                    </a:lnTo>
                    <a:lnTo>
                      <a:pt x="667" y="1626"/>
                    </a:lnTo>
                    <a:lnTo>
                      <a:pt x="729" y="1611"/>
                    </a:lnTo>
                    <a:lnTo>
                      <a:pt x="790" y="1595"/>
                    </a:lnTo>
                    <a:lnTo>
                      <a:pt x="844" y="1565"/>
                    </a:lnTo>
                    <a:lnTo>
                      <a:pt x="897" y="1534"/>
                    </a:lnTo>
                    <a:lnTo>
                      <a:pt x="943" y="1488"/>
                    </a:lnTo>
                    <a:lnTo>
                      <a:pt x="989" y="1442"/>
                    </a:lnTo>
                    <a:lnTo>
                      <a:pt x="1035" y="1388"/>
                    </a:lnTo>
                    <a:lnTo>
                      <a:pt x="1074" y="1335"/>
                    </a:lnTo>
                    <a:lnTo>
                      <a:pt x="1112" y="1273"/>
                    </a:lnTo>
                    <a:lnTo>
                      <a:pt x="1143" y="1204"/>
                    </a:lnTo>
                    <a:lnTo>
                      <a:pt x="1166" y="1135"/>
                    </a:lnTo>
                    <a:lnTo>
                      <a:pt x="1189" y="1059"/>
                    </a:lnTo>
                    <a:lnTo>
                      <a:pt x="1204" y="982"/>
                    </a:lnTo>
                    <a:lnTo>
                      <a:pt x="1212" y="898"/>
                    </a:lnTo>
                    <a:lnTo>
                      <a:pt x="1212" y="813"/>
                    </a:lnTo>
                    <a:lnTo>
                      <a:pt x="1212" y="737"/>
                    </a:lnTo>
                    <a:lnTo>
                      <a:pt x="1204" y="652"/>
                    </a:lnTo>
                    <a:lnTo>
                      <a:pt x="1189" y="576"/>
                    </a:lnTo>
                    <a:lnTo>
                      <a:pt x="1166" y="499"/>
                    </a:lnTo>
                    <a:lnTo>
                      <a:pt x="1143" y="430"/>
                    </a:lnTo>
                    <a:lnTo>
                      <a:pt x="1112" y="361"/>
                    </a:lnTo>
                    <a:lnTo>
                      <a:pt x="1074" y="300"/>
                    </a:lnTo>
                    <a:lnTo>
                      <a:pt x="1035" y="238"/>
                    </a:lnTo>
                    <a:lnTo>
                      <a:pt x="989" y="192"/>
                    </a:lnTo>
                    <a:lnTo>
                      <a:pt x="943" y="139"/>
                    </a:lnTo>
                    <a:lnTo>
                      <a:pt x="897" y="100"/>
                    </a:lnTo>
                    <a:lnTo>
                      <a:pt x="844" y="70"/>
                    </a:lnTo>
                    <a:lnTo>
                      <a:pt x="790" y="39"/>
                    </a:lnTo>
                    <a:lnTo>
                      <a:pt x="729" y="16"/>
                    </a:lnTo>
                    <a:lnTo>
                      <a:pt x="667" y="8"/>
                    </a:lnTo>
                    <a:lnTo>
                      <a:pt x="6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4516200" y="577000"/>
                <a:ext cx="83025" cy="29350"/>
              </a:xfrm>
              <a:custGeom>
                <a:rect b="b" l="l" r="r" t="t"/>
                <a:pathLst>
                  <a:path extrusionOk="0" h="1174" w="3321">
                    <a:moveTo>
                      <a:pt x="2270" y="0"/>
                    </a:moveTo>
                    <a:lnTo>
                      <a:pt x="2063" y="8"/>
                    </a:lnTo>
                    <a:lnTo>
                      <a:pt x="1856" y="31"/>
                    </a:lnTo>
                    <a:lnTo>
                      <a:pt x="1657" y="69"/>
                    </a:lnTo>
                    <a:lnTo>
                      <a:pt x="1458" y="123"/>
                    </a:lnTo>
                    <a:lnTo>
                      <a:pt x="1266" y="184"/>
                    </a:lnTo>
                    <a:lnTo>
                      <a:pt x="1067" y="253"/>
                    </a:lnTo>
                    <a:lnTo>
                      <a:pt x="883" y="330"/>
                    </a:lnTo>
                    <a:lnTo>
                      <a:pt x="791" y="376"/>
                    </a:lnTo>
                    <a:lnTo>
                      <a:pt x="699" y="430"/>
                    </a:lnTo>
                    <a:lnTo>
                      <a:pt x="530" y="529"/>
                    </a:lnTo>
                    <a:lnTo>
                      <a:pt x="361" y="645"/>
                    </a:lnTo>
                    <a:lnTo>
                      <a:pt x="200" y="767"/>
                    </a:lnTo>
                    <a:lnTo>
                      <a:pt x="55" y="905"/>
                    </a:lnTo>
                    <a:lnTo>
                      <a:pt x="24" y="944"/>
                    </a:lnTo>
                    <a:lnTo>
                      <a:pt x="1" y="982"/>
                    </a:lnTo>
                    <a:lnTo>
                      <a:pt x="1" y="1036"/>
                    </a:lnTo>
                    <a:lnTo>
                      <a:pt x="16" y="1082"/>
                    </a:lnTo>
                    <a:lnTo>
                      <a:pt x="32" y="1112"/>
                    </a:lnTo>
                    <a:lnTo>
                      <a:pt x="55" y="1135"/>
                    </a:lnTo>
                    <a:lnTo>
                      <a:pt x="78" y="1151"/>
                    </a:lnTo>
                    <a:lnTo>
                      <a:pt x="101" y="1166"/>
                    </a:lnTo>
                    <a:lnTo>
                      <a:pt x="131" y="1174"/>
                    </a:lnTo>
                    <a:lnTo>
                      <a:pt x="193" y="1174"/>
                    </a:lnTo>
                    <a:lnTo>
                      <a:pt x="223" y="1158"/>
                    </a:lnTo>
                    <a:lnTo>
                      <a:pt x="231" y="1158"/>
                    </a:lnTo>
                    <a:lnTo>
                      <a:pt x="568" y="1013"/>
                    </a:lnTo>
                    <a:lnTo>
                      <a:pt x="737" y="944"/>
                    </a:lnTo>
                    <a:lnTo>
                      <a:pt x="906" y="882"/>
                    </a:lnTo>
                    <a:lnTo>
                      <a:pt x="1074" y="829"/>
                    </a:lnTo>
                    <a:lnTo>
                      <a:pt x="1243" y="783"/>
                    </a:lnTo>
                    <a:lnTo>
                      <a:pt x="1419" y="744"/>
                    </a:lnTo>
                    <a:lnTo>
                      <a:pt x="1588" y="714"/>
                    </a:lnTo>
                    <a:lnTo>
                      <a:pt x="1764" y="691"/>
                    </a:lnTo>
                    <a:lnTo>
                      <a:pt x="1933" y="675"/>
                    </a:lnTo>
                    <a:lnTo>
                      <a:pt x="2109" y="660"/>
                    </a:lnTo>
                    <a:lnTo>
                      <a:pt x="2286" y="660"/>
                    </a:lnTo>
                    <a:lnTo>
                      <a:pt x="2462" y="652"/>
                    </a:lnTo>
                    <a:lnTo>
                      <a:pt x="2631" y="660"/>
                    </a:lnTo>
                    <a:lnTo>
                      <a:pt x="2960" y="683"/>
                    </a:lnTo>
                    <a:lnTo>
                      <a:pt x="3045" y="683"/>
                    </a:lnTo>
                    <a:lnTo>
                      <a:pt x="3098" y="675"/>
                    </a:lnTo>
                    <a:lnTo>
                      <a:pt x="3144" y="660"/>
                    </a:lnTo>
                    <a:lnTo>
                      <a:pt x="3190" y="637"/>
                    </a:lnTo>
                    <a:lnTo>
                      <a:pt x="3229" y="599"/>
                    </a:lnTo>
                    <a:lnTo>
                      <a:pt x="3259" y="560"/>
                    </a:lnTo>
                    <a:lnTo>
                      <a:pt x="3290" y="522"/>
                    </a:lnTo>
                    <a:lnTo>
                      <a:pt x="3305" y="468"/>
                    </a:lnTo>
                    <a:lnTo>
                      <a:pt x="3321" y="407"/>
                    </a:lnTo>
                    <a:lnTo>
                      <a:pt x="3321" y="353"/>
                    </a:lnTo>
                    <a:lnTo>
                      <a:pt x="3305" y="292"/>
                    </a:lnTo>
                    <a:lnTo>
                      <a:pt x="3282" y="238"/>
                    </a:lnTo>
                    <a:lnTo>
                      <a:pt x="3252" y="192"/>
                    </a:lnTo>
                    <a:lnTo>
                      <a:pt x="3213" y="154"/>
                    </a:lnTo>
                    <a:lnTo>
                      <a:pt x="3160" y="115"/>
                    </a:lnTo>
                    <a:lnTo>
                      <a:pt x="3106" y="92"/>
                    </a:lnTo>
                    <a:lnTo>
                      <a:pt x="2999" y="69"/>
                    </a:lnTo>
                    <a:lnTo>
                      <a:pt x="2891" y="46"/>
                    </a:lnTo>
                    <a:lnTo>
                      <a:pt x="2784" y="23"/>
                    </a:lnTo>
                    <a:lnTo>
                      <a:pt x="2684" y="16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4587900" y="580075"/>
                <a:ext cx="15925" cy="14000"/>
              </a:xfrm>
              <a:custGeom>
                <a:rect b="b" l="l" r="r" t="t"/>
                <a:pathLst>
                  <a:path extrusionOk="0" h="560" w="637">
                    <a:moveTo>
                      <a:pt x="568" y="0"/>
                    </a:moveTo>
                    <a:lnTo>
                      <a:pt x="552" y="8"/>
                    </a:lnTo>
                    <a:lnTo>
                      <a:pt x="537" y="15"/>
                    </a:lnTo>
                    <a:lnTo>
                      <a:pt x="529" y="38"/>
                    </a:lnTo>
                    <a:lnTo>
                      <a:pt x="529" y="46"/>
                    </a:lnTo>
                    <a:lnTo>
                      <a:pt x="514" y="100"/>
                    </a:lnTo>
                    <a:lnTo>
                      <a:pt x="483" y="153"/>
                    </a:lnTo>
                    <a:lnTo>
                      <a:pt x="445" y="192"/>
                    </a:lnTo>
                    <a:lnTo>
                      <a:pt x="399" y="215"/>
                    </a:lnTo>
                    <a:lnTo>
                      <a:pt x="345" y="230"/>
                    </a:lnTo>
                    <a:lnTo>
                      <a:pt x="292" y="245"/>
                    </a:lnTo>
                    <a:lnTo>
                      <a:pt x="138" y="245"/>
                    </a:lnTo>
                    <a:lnTo>
                      <a:pt x="115" y="253"/>
                    </a:lnTo>
                    <a:lnTo>
                      <a:pt x="85" y="261"/>
                    </a:lnTo>
                    <a:lnTo>
                      <a:pt x="54" y="276"/>
                    </a:lnTo>
                    <a:lnTo>
                      <a:pt x="31" y="299"/>
                    </a:lnTo>
                    <a:lnTo>
                      <a:pt x="16" y="330"/>
                    </a:lnTo>
                    <a:lnTo>
                      <a:pt x="8" y="353"/>
                    </a:lnTo>
                    <a:lnTo>
                      <a:pt x="0" y="383"/>
                    </a:lnTo>
                    <a:lnTo>
                      <a:pt x="0" y="414"/>
                    </a:lnTo>
                    <a:lnTo>
                      <a:pt x="8" y="452"/>
                    </a:lnTo>
                    <a:lnTo>
                      <a:pt x="16" y="483"/>
                    </a:lnTo>
                    <a:lnTo>
                      <a:pt x="39" y="506"/>
                    </a:lnTo>
                    <a:lnTo>
                      <a:pt x="62" y="529"/>
                    </a:lnTo>
                    <a:lnTo>
                      <a:pt x="85" y="545"/>
                    </a:lnTo>
                    <a:lnTo>
                      <a:pt x="115" y="552"/>
                    </a:lnTo>
                    <a:lnTo>
                      <a:pt x="146" y="560"/>
                    </a:lnTo>
                    <a:lnTo>
                      <a:pt x="177" y="560"/>
                    </a:lnTo>
                    <a:lnTo>
                      <a:pt x="207" y="552"/>
                    </a:lnTo>
                    <a:lnTo>
                      <a:pt x="215" y="552"/>
                    </a:lnTo>
                    <a:lnTo>
                      <a:pt x="299" y="522"/>
                    </a:lnTo>
                    <a:lnTo>
                      <a:pt x="376" y="491"/>
                    </a:lnTo>
                    <a:lnTo>
                      <a:pt x="460" y="437"/>
                    </a:lnTo>
                    <a:lnTo>
                      <a:pt x="529" y="376"/>
                    </a:lnTo>
                    <a:lnTo>
                      <a:pt x="560" y="345"/>
                    </a:lnTo>
                    <a:lnTo>
                      <a:pt x="591" y="299"/>
                    </a:lnTo>
                    <a:lnTo>
                      <a:pt x="606" y="261"/>
                    </a:lnTo>
                    <a:lnTo>
                      <a:pt x="629" y="215"/>
                    </a:lnTo>
                    <a:lnTo>
                      <a:pt x="637" y="169"/>
                    </a:lnTo>
                    <a:lnTo>
                      <a:pt x="637" y="123"/>
                    </a:lnTo>
                    <a:lnTo>
                      <a:pt x="637" y="77"/>
                    </a:lnTo>
                    <a:lnTo>
                      <a:pt x="629" y="31"/>
                    </a:lnTo>
                    <a:lnTo>
                      <a:pt x="614" y="8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1"/>
              <p:cNvSpPr/>
              <p:nvPr/>
            </p:nvSpPr>
            <p:spPr>
              <a:xfrm>
                <a:off x="4657675" y="577000"/>
                <a:ext cx="82825" cy="29350"/>
              </a:xfrm>
              <a:custGeom>
                <a:rect b="b" l="l" r="r" t="t"/>
                <a:pathLst>
                  <a:path extrusionOk="0" h="1174" w="3313">
                    <a:moveTo>
                      <a:pt x="844" y="0"/>
                    </a:moveTo>
                    <a:lnTo>
                      <a:pt x="637" y="16"/>
                    </a:lnTo>
                    <a:lnTo>
                      <a:pt x="529" y="23"/>
                    </a:lnTo>
                    <a:lnTo>
                      <a:pt x="430" y="46"/>
                    </a:lnTo>
                    <a:lnTo>
                      <a:pt x="322" y="69"/>
                    </a:lnTo>
                    <a:lnTo>
                      <a:pt x="215" y="92"/>
                    </a:lnTo>
                    <a:lnTo>
                      <a:pt x="153" y="115"/>
                    </a:lnTo>
                    <a:lnTo>
                      <a:pt x="107" y="154"/>
                    </a:lnTo>
                    <a:lnTo>
                      <a:pt x="61" y="192"/>
                    </a:lnTo>
                    <a:lnTo>
                      <a:pt x="31" y="238"/>
                    </a:lnTo>
                    <a:lnTo>
                      <a:pt x="8" y="292"/>
                    </a:lnTo>
                    <a:lnTo>
                      <a:pt x="0" y="353"/>
                    </a:lnTo>
                    <a:lnTo>
                      <a:pt x="0" y="407"/>
                    </a:lnTo>
                    <a:lnTo>
                      <a:pt x="8" y="468"/>
                    </a:lnTo>
                    <a:lnTo>
                      <a:pt x="23" y="522"/>
                    </a:lnTo>
                    <a:lnTo>
                      <a:pt x="54" y="560"/>
                    </a:lnTo>
                    <a:lnTo>
                      <a:pt x="84" y="599"/>
                    </a:lnTo>
                    <a:lnTo>
                      <a:pt x="130" y="637"/>
                    </a:lnTo>
                    <a:lnTo>
                      <a:pt x="169" y="660"/>
                    </a:lnTo>
                    <a:lnTo>
                      <a:pt x="222" y="675"/>
                    </a:lnTo>
                    <a:lnTo>
                      <a:pt x="268" y="683"/>
                    </a:lnTo>
                    <a:lnTo>
                      <a:pt x="353" y="683"/>
                    </a:lnTo>
                    <a:lnTo>
                      <a:pt x="683" y="660"/>
                    </a:lnTo>
                    <a:lnTo>
                      <a:pt x="859" y="652"/>
                    </a:lnTo>
                    <a:lnTo>
                      <a:pt x="1035" y="660"/>
                    </a:lnTo>
                    <a:lnTo>
                      <a:pt x="1204" y="660"/>
                    </a:lnTo>
                    <a:lnTo>
                      <a:pt x="1380" y="675"/>
                    </a:lnTo>
                    <a:lnTo>
                      <a:pt x="1557" y="691"/>
                    </a:lnTo>
                    <a:lnTo>
                      <a:pt x="1725" y="714"/>
                    </a:lnTo>
                    <a:lnTo>
                      <a:pt x="1902" y="744"/>
                    </a:lnTo>
                    <a:lnTo>
                      <a:pt x="2070" y="783"/>
                    </a:lnTo>
                    <a:lnTo>
                      <a:pt x="2247" y="829"/>
                    </a:lnTo>
                    <a:lnTo>
                      <a:pt x="2415" y="882"/>
                    </a:lnTo>
                    <a:lnTo>
                      <a:pt x="2584" y="944"/>
                    </a:lnTo>
                    <a:lnTo>
                      <a:pt x="2753" y="1013"/>
                    </a:lnTo>
                    <a:lnTo>
                      <a:pt x="3082" y="1158"/>
                    </a:lnTo>
                    <a:lnTo>
                      <a:pt x="3098" y="1158"/>
                    </a:lnTo>
                    <a:lnTo>
                      <a:pt x="3121" y="1174"/>
                    </a:lnTo>
                    <a:lnTo>
                      <a:pt x="3182" y="1174"/>
                    </a:lnTo>
                    <a:lnTo>
                      <a:pt x="3213" y="1166"/>
                    </a:lnTo>
                    <a:lnTo>
                      <a:pt x="3243" y="1151"/>
                    </a:lnTo>
                    <a:lnTo>
                      <a:pt x="3266" y="1135"/>
                    </a:lnTo>
                    <a:lnTo>
                      <a:pt x="3289" y="1112"/>
                    </a:lnTo>
                    <a:lnTo>
                      <a:pt x="3305" y="1082"/>
                    </a:lnTo>
                    <a:lnTo>
                      <a:pt x="3312" y="1036"/>
                    </a:lnTo>
                    <a:lnTo>
                      <a:pt x="3312" y="982"/>
                    </a:lnTo>
                    <a:lnTo>
                      <a:pt x="3297" y="944"/>
                    </a:lnTo>
                    <a:lnTo>
                      <a:pt x="3266" y="905"/>
                    </a:lnTo>
                    <a:lnTo>
                      <a:pt x="3113" y="767"/>
                    </a:lnTo>
                    <a:lnTo>
                      <a:pt x="2960" y="645"/>
                    </a:lnTo>
                    <a:lnTo>
                      <a:pt x="2791" y="529"/>
                    </a:lnTo>
                    <a:lnTo>
                      <a:pt x="2615" y="430"/>
                    </a:lnTo>
                    <a:lnTo>
                      <a:pt x="2523" y="376"/>
                    </a:lnTo>
                    <a:lnTo>
                      <a:pt x="2431" y="330"/>
                    </a:lnTo>
                    <a:lnTo>
                      <a:pt x="2247" y="253"/>
                    </a:lnTo>
                    <a:lnTo>
                      <a:pt x="2055" y="184"/>
                    </a:lnTo>
                    <a:lnTo>
                      <a:pt x="1856" y="123"/>
                    </a:lnTo>
                    <a:lnTo>
                      <a:pt x="1656" y="69"/>
                    </a:lnTo>
                    <a:lnTo>
                      <a:pt x="1457" y="31"/>
                    </a:lnTo>
                    <a:lnTo>
                      <a:pt x="1250" y="8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>
                <a:off x="4652875" y="580075"/>
                <a:ext cx="16125" cy="14000"/>
              </a:xfrm>
              <a:custGeom>
                <a:rect b="b" l="l" r="r" t="t"/>
                <a:pathLst>
                  <a:path extrusionOk="0" h="560" w="645">
                    <a:moveTo>
                      <a:pt x="54" y="0"/>
                    </a:moveTo>
                    <a:lnTo>
                      <a:pt x="23" y="8"/>
                    </a:lnTo>
                    <a:lnTo>
                      <a:pt x="8" y="31"/>
                    </a:lnTo>
                    <a:lnTo>
                      <a:pt x="0" y="77"/>
                    </a:lnTo>
                    <a:lnTo>
                      <a:pt x="0" y="123"/>
                    </a:lnTo>
                    <a:lnTo>
                      <a:pt x="8" y="169"/>
                    </a:lnTo>
                    <a:lnTo>
                      <a:pt x="16" y="215"/>
                    </a:lnTo>
                    <a:lnTo>
                      <a:pt x="31" y="261"/>
                    </a:lnTo>
                    <a:lnTo>
                      <a:pt x="54" y="299"/>
                    </a:lnTo>
                    <a:lnTo>
                      <a:pt x="77" y="345"/>
                    </a:lnTo>
                    <a:lnTo>
                      <a:pt x="115" y="376"/>
                    </a:lnTo>
                    <a:lnTo>
                      <a:pt x="184" y="437"/>
                    </a:lnTo>
                    <a:lnTo>
                      <a:pt x="261" y="491"/>
                    </a:lnTo>
                    <a:lnTo>
                      <a:pt x="345" y="522"/>
                    </a:lnTo>
                    <a:lnTo>
                      <a:pt x="430" y="552"/>
                    </a:lnTo>
                    <a:lnTo>
                      <a:pt x="437" y="552"/>
                    </a:lnTo>
                    <a:lnTo>
                      <a:pt x="468" y="560"/>
                    </a:lnTo>
                    <a:lnTo>
                      <a:pt x="499" y="560"/>
                    </a:lnTo>
                    <a:lnTo>
                      <a:pt x="529" y="552"/>
                    </a:lnTo>
                    <a:lnTo>
                      <a:pt x="560" y="545"/>
                    </a:lnTo>
                    <a:lnTo>
                      <a:pt x="583" y="529"/>
                    </a:lnTo>
                    <a:lnTo>
                      <a:pt x="606" y="506"/>
                    </a:lnTo>
                    <a:lnTo>
                      <a:pt x="622" y="483"/>
                    </a:lnTo>
                    <a:lnTo>
                      <a:pt x="637" y="452"/>
                    </a:lnTo>
                    <a:lnTo>
                      <a:pt x="645" y="414"/>
                    </a:lnTo>
                    <a:lnTo>
                      <a:pt x="645" y="383"/>
                    </a:lnTo>
                    <a:lnTo>
                      <a:pt x="637" y="353"/>
                    </a:lnTo>
                    <a:lnTo>
                      <a:pt x="622" y="330"/>
                    </a:lnTo>
                    <a:lnTo>
                      <a:pt x="606" y="299"/>
                    </a:lnTo>
                    <a:lnTo>
                      <a:pt x="583" y="276"/>
                    </a:lnTo>
                    <a:lnTo>
                      <a:pt x="560" y="261"/>
                    </a:lnTo>
                    <a:lnTo>
                      <a:pt x="529" y="253"/>
                    </a:lnTo>
                    <a:lnTo>
                      <a:pt x="499" y="245"/>
                    </a:lnTo>
                    <a:lnTo>
                      <a:pt x="345" y="245"/>
                    </a:lnTo>
                    <a:lnTo>
                      <a:pt x="292" y="230"/>
                    </a:lnTo>
                    <a:lnTo>
                      <a:pt x="238" y="215"/>
                    </a:lnTo>
                    <a:lnTo>
                      <a:pt x="192" y="192"/>
                    </a:lnTo>
                    <a:lnTo>
                      <a:pt x="154" y="153"/>
                    </a:lnTo>
                    <a:lnTo>
                      <a:pt x="123" y="100"/>
                    </a:lnTo>
                    <a:lnTo>
                      <a:pt x="108" y="46"/>
                    </a:lnTo>
                    <a:lnTo>
                      <a:pt x="108" y="38"/>
                    </a:lnTo>
                    <a:lnTo>
                      <a:pt x="100" y="15"/>
                    </a:lnTo>
                    <a:lnTo>
                      <a:pt x="85" y="8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>
                <a:off x="4601900" y="697950"/>
                <a:ext cx="11900" cy="7300"/>
              </a:xfrm>
              <a:custGeom>
                <a:rect b="b" l="l" r="r" t="t"/>
                <a:pathLst>
                  <a:path extrusionOk="0" h="292" w="476">
                    <a:moveTo>
                      <a:pt x="0" y="0"/>
                    </a:moveTo>
                    <a:lnTo>
                      <a:pt x="38" y="69"/>
                    </a:lnTo>
                    <a:lnTo>
                      <a:pt x="92" y="123"/>
                    </a:lnTo>
                    <a:lnTo>
                      <a:pt x="146" y="169"/>
                    </a:lnTo>
                    <a:lnTo>
                      <a:pt x="199" y="207"/>
                    </a:lnTo>
                    <a:lnTo>
                      <a:pt x="261" y="246"/>
                    </a:lnTo>
                    <a:lnTo>
                      <a:pt x="322" y="269"/>
                    </a:lnTo>
                    <a:lnTo>
                      <a:pt x="391" y="284"/>
                    </a:lnTo>
                    <a:lnTo>
                      <a:pt x="475" y="292"/>
                    </a:lnTo>
                    <a:lnTo>
                      <a:pt x="475" y="292"/>
                    </a:lnTo>
                    <a:lnTo>
                      <a:pt x="437" y="223"/>
                    </a:lnTo>
                    <a:lnTo>
                      <a:pt x="391" y="169"/>
                    </a:lnTo>
                    <a:lnTo>
                      <a:pt x="337" y="123"/>
                    </a:lnTo>
                    <a:lnTo>
                      <a:pt x="284" y="77"/>
                    </a:lnTo>
                    <a:lnTo>
                      <a:pt x="215" y="46"/>
                    </a:lnTo>
                    <a:lnTo>
                      <a:pt x="153" y="2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4632375" y="697950"/>
                <a:ext cx="11700" cy="7300"/>
              </a:xfrm>
              <a:custGeom>
                <a:rect b="b" l="l" r="r" t="t"/>
                <a:pathLst>
                  <a:path extrusionOk="0" h="292" w="468">
                    <a:moveTo>
                      <a:pt x="391" y="0"/>
                    </a:moveTo>
                    <a:lnTo>
                      <a:pt x="322" y="23"/>
                    </a:lnTo>
                    <a:lnTo>
                      <a:pt x="253" y="46"/>
                    </a:lnTo>
                    <a:lnTo>
                      <a:pt x="192" y="77"/>
                    </a:lnTo>
                    <a:lnTo>
                      <a:pt x="138" y="123"/>
                    </a:lnTo>
                    <a:lnTo>
                      <a:pt x="84" y="169"/>
                    </a:lnTo>
                    <a:lnTo>
                      <a:pt x="38" y="223"/>
                    </a:lnTo>
                    <a:lnTo>
                      <a:pt x="0" y="292"/>
                    </a:lnTo>
                    <a:lnTo>
                      <a:pt x="77" y="284"/>
                    </a:lnTo>
                    <a:lnTo>
                      <a:pt x="146" y="269"/>
                    </a:lnTo>
                    <a:lnTo>
                      <a:pt x="215" y="246"/>
                    </a:lnTo>
                    <a:lnTo>
                      <a:pt x="276" y="207"/>
                    </a:lnTo>
                    <a:lnTo>
                      <a:pt x="330" y="169"/>
                    </a:lnTo>
                    <a:lnTo>
                      <a:pt x="383" y="123"/>
                    </a:lnTo>
                    <a:lnTo>
                      <a:pt x="429" y="69"/>
                    </a:lnTo>
                    <a:lnTo>
                      <a:pt x="468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4566225" y="720175"/>
                <a:ext cx="104500" cy="24750"/>
              </a:xfrm>
              <a:custGeom>
                <a:rect b="b" l="l" r="r" t="t"/>
                <a:pathLst>
                  <a:path extrusionOk="0" h="990" w="4180">
                    <a:moveTo>
                      <a:pt x="1" y="1"/>
                    </a:moveTo>
                    <a:lnTo>
                      <a:pt x="101" y="116"/>
                    </a:lnTo>
                    <a:lnTo>
                      <a:pt x="200" y="215"/>
                    </a:lnTo>
                    <a:lnTo>
                      <a:pt x="315" y="315"/>
                    </a:lnTo>
                    <a:lnTo>
                      <a:pt x="430" y="407"/>
                    </a:lnTo>
                    <a:lnTo>
                      <a:pt x="545" y="491"/>
                    </a:lnTo>
                    <a:lnTo>
                      <a:pt x="668" y="568"/>
                    </a:lnTo>
                    <a:lnTo>
                      <a:pt x="798" y="645"/>
                    </a:lnTo>
                    <a:lnTo>
                      <a:pt x="929" y="714"/>
                    </a:lnTo>
                    <a:lnTo>
                      <a:pt x="1067" y="775"/>
                    </a:lnTo>
                    <a:lnTo>
                      <a:pt x="1205" y="829"/>
                    </a:lnTo>
                    <a:lnTo>
                      <a:pt x="1350" y="875"/>
                    </a:lnTo>
                    <a:lnTo>
                      <a:pt x="1496" y="913"/>
                    </a:lnTo>
                    <a:lnTo>
                      <a:pt x="1642" y="944"/>
                    </a:lnTo>
                    <a:lnTo>
                      <a:pt x="1787" y="967"/>
                    </a:lnTo>
                    <a:lnTo>
                      <a:pt x="1941" y="982"/>
                    </a:lnTo>
                    <a:lnTo>
                      <a:pt x="2094" y="990"/>
                    </a:lnTo>
                    <a:lnTo>
                      <a:pt x="2240" y="990"/>
                    </a:lnTo>
                    <a:lnTo>
                      <a:pt x="2393" y="975"/>
                    </a:lnTo>
                    <a:lnTo>
                      <a:pt x="2546" y="959"/>
                    </a:lnTo>
                    <a:lnTo>
                      <a:pt x="2692" y="929"/>
                    </a:lnTo>
                    <a:lnTo>
                      <a:pt x="2838" y="890"/>
                    </a:lnTo>
                    <a:lnTo>
                      <a:pt x="2983" y="844"/>
                    </a:lnTo>
                    <a:lnTo>
                      <a:pt x="3121" y="791"/>
                    </a:lnTo>
                    <a:lnTo>
                      <a:pt x="3259" y="729"/>
                    </a:lnTo>
                    <a:lnTo>
                      <a:pt x="3328" y="699"/>
                    </a:lnTo>
                    <a:lnTo>
                      <a:pt x="3390" y="660"/>
                    </a:lnTo>
                    <a:lnTo>
                      <a:pt x="3520" y="584"/>
                    </a:lnTo>
                    <a:lnTo>
                      <a:pt x="3758" y="415"/>
                    </a:lnTo>
                    <a:lnTo>
                      <a:pt x="3873" y="315"/>
                    </a:lnTo>
                    <a:lnTo>
                      <a:pt x="3972" y="215"/>
                    </a:lnTo>
                    <a:lnTo>
                      <a:pt x="4180" y="1"/>
                    </a:lnTo>
                    <a:lnTo>
                      <a:pt x="4180" y="1"/>
                    </a:lnTo>
                    <a:lnTo>
                      <a:pt x="3926" y="146"/>
                    </a:lnTo>
                    <a:lnTo>
                      <a:pt x="3673" y="284"/>
                    </a:lnTo>
                    <a:lnTo>
                      <a:pt x="3551" y="346"/>
                    </a:lnTo>
                    <a:lnTo>
                      <a:pt x="3420" y="399"/>
                    </a:lnTo>
                    <a:lnTo>
                      <a:pt x="3290" y="453"/>
                    </a:lnTo>
                    <a:lnTo>
                      <a:pt x="3160" y="499"/>
                    </a:lnTo>
                    <a:lnTo>
                      <a:pt x="3029" y="545"/>
                    </a:lnTo>
                    <a:lnTo>
                      <a:pt x="2899" y="584"/>
                    </a:lnTo>
                    <a:lnTo>
                      <a:pt x="2769" y="614"/>
                    </a:lnTo>
                    <a:lnTo>
                      <a:pt x="2638" y="637"/>
                    </a:lnTo>
                    <a:lnTo>
                      <a:pt x="2500" y="660"/>
                    </a:lnTo>
                    <a:lnTo>
                      <a:pt x="2370" y="668"/>
                    </a:lnTo>
                    <a:lnTo>
                      <a:pt x="2232" y="676"/>
                    </a:lnTo>
                    <a:lnTo>
                      <a:pt x="1964" y="676"/>
                    </a:lnTo>
                    <a:lnTo>
                      <a:pt x="1826" y="668"/>
                    </a:lnTo>
                    <a:lnTo>
                      <a:pt x="1688" y="653"/>
                    </a:lnTo>
                    <a:lnTo>
                      <a:pt x="1557" y="630"/>
                    </a:lnTo>
                    <a:lnTo>
                      <a:pt x="1419" y="599"/>
                    </a:lnTo>
                    <a:lnTo>
                      <a:pt x="1289" y="568"/>
                    </a:lnTo>
                    <a:lnTo>
                      <a:pt x="1159" y="530"/>
                    </a:lnTo>
                    <a:lnTo>
                      <a:pt x="1028" y="491"/>
                    </a:lnTo>
                    <a:lnTo>
                      <a:pt x="768" y="392"/>
                    </a:lnTo>
                    <a:lnTo>
                      <a:pt x="507" y="277"/>
                    </a:lnTo>
                    <a:lnTo>
                      <a:pt x="254" y="1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4601125" y="752200"/>
                <a:ext cx="40075" cy="9400"/>
              </a:xfrm>
              <a:custGeom>
                <a:rect b="b" l="l" r="r" t="t"/>
                <a:pathLst>
                  <a:path extrusionOk="0" h="376" w="1603">
                    <a:moveTo>
                      <a:pt x="1603" y="0"/>
                    </a:moveTo>
                    <a:lnTo>
                      <a:pt x="1388" y="16"/>
                    </a:lnTo>
                    <a:lnTo>
                      <a:pt x="1181" y="39"/>
                    </a:lnTo>
                    <a:lnTo>
                      <a:pt x="989" y="54"/>
                    </a:lnTo>
                    <a:lnTo>
                      <a:pt x="798" y="69"/>
                    </a:lnTo>
                    <a:lnTo>
                      <a:pt x="606" y="62"/>
                    </a:lnTo>
                    <a:lnTo>
                      <a:pt x="414" y="54"/>
                    </a:lnTo>
                    <a:lnTo>
                      <a:pt x="215" y="3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1" y="46"/>
                    </a:lnTo>
                    <a:lnTo>
                      <a:pt x="69" y="92"/>
                    </a:lnTo>
                    <a:lnTo>
                      <a:pt x="154" y="169"/>
                    </a:lnTo>
                    <a:lnTo>
                      <a:pt x="246" y="238"/>
                    </a:lnTo>
                    <a:lnTo>
                      <a:pt x="345" y="292"/>
                    </a:lnTo>
                    <a:lnTo>
                      <a:pt x="460" y="330"/>
                    </a:lnTo>
                    <a:lnTo>
                      <a:pt x="568" y="361"/>
                    </a:lnTo>
                    <a:lnTo>
                      <a:pt x="683" y="376"/>
                    </a:lnTo>
                    <a:lnTo>
                      <a:pt x="805" y="376"/>
                    </a:lnTo>
                    <a:lnTo>
                      <a:pt x="920" y="368"/>
                    </a:lnTo>
                    <a:lnTo>
                      <a:pt x="1035" y="353"/>
                    </a:lnTo>
                    <a:lnTo>
                      <a:pt x="1143" y="322"/>
                    </a:lnTo>
                    <a:lnTo>
                      <a:pt x="1250" y="276"/>
                    </a:lnTo>
                    <a:lnTo>
                      <a:pt x="1350" y="223"/>
                    </a:lnTo>
                    <a:lnTo>
                      <a:pt x="1442" y="161"/>
                    </a:lnTo>
                    <a:lnTo>
                      <a:pt x="1526" y="85"/>
                    </a:lnTo>
                    <a:lnTo>
                      <a:pt x="1603" y="0"/>
                    </a:lnTo>
                    <a:close/>
                  </a:path>
                </a:pathLst>
              </a:custGeom>
              <a:solidFill>
                <a:srgbClr val="E488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4447200" y="402950"/>
                <a:ext cx="350800" cy="462550"/>
              </a:xfrm>
              <a:custGeom>
                <a:rect b="b" l="l" r="r" t="t"/>
                <a:pathLst>
                  <a:path extrusionOk="0" h="18502" w="14032">
                    <a:moveTo>
                      <a:pt x="11394" y="3673"/>
                    </a:moveTo>
                    <a:lnTo>
                      <a:pt x="11402" y="4333"/>
                    </a:lnTo>
                    <a:lnTo>
                      <a:pt x="11425" y="5789"/>
                    </a:lnTo>
                    <a:lnTo>
                      <a:pt x="11440" y="6579"/>
                    </a:lnTo>
                    <a:lnTo>
                      <a:pt x="11463" y="7277"/>
                    </a:lnTo>
                    <a:lnTo>
                      <a:pt x="11478" y="7561"/>
                    </a:lnTo>
                    <a:lnTo>
                      <a:pt x="11486" y="7791"/>
                    </a:lnTo>
                    <a:lnTo>
                      <a:pt x="11509" y="7944"/>
                    </a:lnTo>
                    <a:lnTo>
                      <a:pt x="11517" y="7990"/>
                    </a:lnTo>
                    <a:lnTo>
                      <a:pt x="11524" y="8013"/>
                    </a:lnTo>
                    <a:lnTo>
                      <a:pt x="12406" y="9155"/>
                    </a:lnTo>
                    <a:lnTo>
                      <a:pt x="11908" y="11340"/>
                    </a:lnTo>
                    <a:lnTo>
                      <a:pt x="11777" y="11777"/>
                    </a:lnTo>
                    <a:lnTo>
                      <a:pt x="11632" y="12207"/>
                    </a:lnTo>
                    <a:lnTo>
                      <a:pt x="11478" y="12621"/>
                    </a:lnTo>
                    <a:lnTo>
                      <a:pt x="11325" y="13019"/>
                    </a:lnTo>
                    <a:lnTo>
                      <a:pt x="11156" y="13403"/>
                    </a:lnTo>
                    <a:lnTo>
                      <a:pt x="10988" y="13771"/>
                    </a:lnTo>
                    <a:lnTo>
                      <a:pt x="10819" y="14116"/>
                    </a:lnTo>
                    <a:lnTo>
                      <a:pt x="10643" y="14438"/>
                    </a:lnTo>
                    <a:lnTo>
                      <a:pt x="10474" y="14729"/>
                    </a:lnTo>
                    <a:lnTo>
                      <a:pt x="10298" y="14998"/>
                    </a:lnTo>
                    <a:lnTo>
                      <a:pt x="10129" y="15235"/>
                    </a:lnTo>
                    <a:lnTo>
                      <a:pt x="10045" y="15343"/>
                    </a:lnTo>
                    <a:lnTo>
                      <a:pt x="9960" y="15442"/>
                    </a:lnTo>
                    <a:lnTo>
                      <a:pt x="9876" y="15534"/>
                    </a:lnTo>
                    <a:lnTo>
                      <a:pt x="9799" y="15611"/>
                    </a:lnTo>
                    <a:lnTo>
                      <a:pt x="9715" y="15680"/>
                    </a:lnTo>
                    <a:lnTo>
                      <a:pt x="9638" y="15741"/>
                    </a:lnTo>
                    <a:lnTo>
                      <a:pt x="9562" y="15795"/>
                    </a:lnTo>
                    <a:lnTo>
                      <a:pt x="9485" y="15833"/>
                    </a:lnTo>
                    <a:lnTo>
                      <a:pt x="9416" y="15864"/>
                    </a:lnTo>
                    <a:lnTo>
                      <a:pt x="9347" y="15887"/>
                    </a:lnTo>
                    <a:lnTo>
                      <a:pt x="9324" y="15887"/>
                    </a:lnTo>
                    <a:lnTo>
                      <a:pt x="9224" y="15902"/>
                    </a:lnTo>
                    <a:lnTo>
                      <a:pt x="9125" y="15902"/>
                    </a:lnTo>
                    <a:lnTo>
                      <a:pt x="9033" y="15887"/>
                    </a:lnTo>
                    <a:lnTo>
                      <a:pt x="8941" y="15872"/>
                    </a:lnTo>
                    <a:lnTo>
                      <a:pt x="8856" y="15841"/>
                    </a:lnTo>
                    <a:lnTo>
                      <a:pt x="8772" y="15803"/>
                    </a:lnTo>
                    <a:lnTo>
                      <a:pt x="8687" y="15749"/>
                    </a:lnTo>
                    <a:lnTo>
                      <a:pt x="8618" y="15695"/>
                    </a:lnTo>
                    <a:lnTo>
                      <a:pt x="8549" y="15634"/>
                    </a:lnTo>
                    <a:lnTo>
                      <a:pt x="8488" y="15565"/>
                    </a:lnTo>
                    <a:lnTo>
                      <a:pt x="8434" y="15488"/>
                    </a:lnTo>
                    <a:lnTo>
                      <a:pt x="8388" y="15412"/>
                    </a:lnTo>
                    <a:lnTo>
                      <a:pt x="8350" y="15320"/>
                    </a:lnTo>
                    <a:lnTo>
                      <a:pt x="8319" y="15235"/>
                    </a:lnTo>
                    <a:lnTo>
                      <a:pt x="8296" y="15143"/>
                    </a:lnTo>
                    <a:lnTo>
                      <a:pt x="8281" y="15044"/>
                    </a:lnTo>
                    <a:lnTo>
                      <a:pt x="5621" y="15044"/>
                    </a:lnTo>
                    <a:lnTo>
                      <a:pt x="5567" y="15036"/>
                    </a:lnTo>
                    <a:lnTo>
                      <a:pt x="5559" y="15128"/>
                    </a:lnTo>
                    <a:lnTo>
                      <a:pt x="5536" y="15228"/>
                    </a:lnTo>
                    <a:lnTo>
                      <a:pt x="5506" y="15312"/>
                    </a:lnTo>
                    <a:lnTo>
                      <a:pt x="5467" y="15404"/>
                    </a:lnTo>
                    <a:lnTo>
                      <a:pt x="5421" y="15481"/>
                    </a:lnTo>
                    <a:lnTo>
                      <a:pt x="5368" y="15557"/>
                    </a:lnTo>
                    <a:lnTo>
                      <a:pt x="5306" y="15626"/>
                    </a:lnTo>
                    <a:lnTo>
                      <a:pt x="5237" y="15695"/>
                    </a:lnTo>
                    <a:lnTo>
                      <a:pt x="5168" y="15749"/>
                    </a:lnTo>
                    <a:lnTo>
                      <a:pt x="5084" y="15795"/>
                    </a:lnTo>
                    <a:lnTo>
                      <a:pt x="5000" y="15841"/>
                    </a:lnTo>
                    <a:lnTo>
                      <a:pt x="4915" y="15872"/>
                    </a:lnTo>
                    <a:lnTo>
                      <a:pt x="4823" y="15887"/>
                    </a:lnTo>
                    <a:lnTo>
                      <a:pt x="4731" y="15902"/>
                    </a:lnTo>
                    <a:lnTo>
                      <a:pt x="4632" y="15902"/>
                    </a:lnTo>
                    <a:lnTo>
                      <a:pt x="4532" y="15887"/>
                    </a:lnTo>
                    <a:lnTo>
                      <a:pt x="4509" y="15887"/>
                    </a:lnTo>
                    <a:lnTo>
                      <a:pt x="4440" y="15864"/>
                    </a:lnTo>
                    <a:lnTo>
                      <a:pt x="4363" y="15833"/>
                    </a:lnTo>
                    <a:lnTo>
                      <a:pt x="4287" y="15795"/>
                    </a:lnTo>
                    <a:lnTo>
                      <a:pt x="4210" y="15741"/>
                    </a:lnTo>
                    <a:lnTo>
                      <a:pt x="4133" y="15680"/>
                    </a:lnTo>
                    <a:lnTo>
                      <a:pt x="4057" y="15611"/>
                    </a:lnTo>
                    <a:lnTo>
                      <a:pt x="3972" y="15534"/>
                    </a:lnTo>
                    <a:lnTo>
                      <a:pt x="3896" y="15442"/>
                    </a:lnTo>
                    <a:lnTo>
                      <a:pt x="3811" y="15343"/>
                    </a:lnTo>
                    <a:lnTo>
                      <a:pt x="3727" y="15235"/>
                    </a:lnTo>
                    <a:lnTo>
                      <a:pt x="3551" y="14998"/>
                    </a:lnTo>
                    <a:lnTo>
                      <a:pt x="3382" y="14729"/>
                    </a:lnTo>
                    <a:lnTo>
                      <a:pt x="3206" y="14438"/>
                    </a:lnTo>
                    <a:lnTo>
                      <a:pt x="3037" y="14116"/>
                    </a:lnTo>
                    <a:lnTo>
                      <a:pt x="2861" y="13771"/>
                    </a:lnTo>
                    <a:lnTo>
                      <a:pt x="2692" y="13403"/>
                    </a:lnTo>
                    <a:lnTo>
                      <a:pt x="2531" y="13019"/>
                    </a:lnTo>
                    <a:lnTo>
                      <a:pt x="2370" y="12621"/>
                    </a:lnTo>
                    <a:lnTo>
                      <a:pt x="2224" y="12207"/>
                    </a:lnTo>
                    <a:lnTo>
                      <a:pt x="2078" y="11777"/>
                    </a:lnTo>
                    <a:lnTo>
                      <a:pt x="1940" y="11340"/>
                    </a:lnTo>
                    <a:lnTo>
                      <a:pt x="1488" y="9316"/>
                    </a:lnTo>
                    <a:lnTo>
                      <a:pt x="1749" y="8879"/>
                    </a:lnTo>
                    <a:lnTo>
                      <a:pt x="2009" y="8435"/>
                    </a:lnTo>
                    <a:lnTo>
                      <a:pt x="2117" y="8228"/>
                    </a:lnTo>
                    <a:lnTo>
                      <a:pt x="2209" y="8044"/>
                    </a:lnTo>
                    <a:lnTo>
                      <a:pt x="2278" y="7890"/>
                    </a:lnTo>
                    <a:lnTo>
                      <a:pt x="2301" y="7829"/>
                    </a:lnTo>
                    <a:lnTo>
                      <a:pt x="2308" y="7783"/>
                    </a:lnTo>
                    <a:lnTo>
                      <a:pt x="2347" y="7507"/>
                    </a:lnTo>
                    <a:lnTo>
                      <a:pt x="2393" y="7001"/>
                    </a:lnTo>
                    <a:lnTo>
                      <a:pt x="2515" y="5644"/>
                    </a:lnTo>
                    <a:lnTo>
                      <a:pt x="2677" y="3765"/>
                    </a:lnTo>
                    <a:lnTo>
                      <a:pt x="2822" y="3827"/>
                    </a:lnTo>
                    <a:lnTo>
                      <a:pt x="3213" y="3988"/>
                    </a:lnTo>
                    <a:lnTo>
                      <a:pt x="3796" y="4202"/>
                    </a:lnTo>
                    <a:lnTo>
                      <a:pt x="4141" y="4333"/>
                    </a:lnTo>
                    <a:lnTo>
                      <a:pt x="4509" y="4463"/>
                    </a:lnTo>
                    <a:lnTo>
                      <a:pt x="4900" y="4586"/>
                    </a:lnTo>
                    <a:lnTo>
                      <a:pt x="5299" y="4716"/>
                    </a:lnTo>
                    <a:lnTo>
                      <a:pt x="5705" y="4831"/>
                    </a:lnTo>
                    <a:lnTo>
                      <a:pt x="6104" y="4938"/>
                    </a:lnTo>
                    <a:lnTo>
                      <a:pt x="6487" y="5023"/>
                    </a:lnTo>
                    <a:lnTo>
                      <a:pt x="6855" y="5092"/>
                    </a:lnTo>
                    <a:lnTo>
                      <a:pt x="7031" y="5115"/>
                    </a:lnTo>
                    <a:lnTo>
                      <a:pt x="7200" y="5138"/>
                    </a:lnTo>
                    <a:lnTo>
                      <a:pt x="7361" y="5145"/>
                    </a:lnTo>
                    <a:lnTo>
                      <a:pt x="7507" y="5153"/>
                    </a:lnTo>
                    <a:lnTo>
                      <a:pt x="7660" y="5145"/>
                    </a:lnTo>
                    <a:lnTo>
                      <a:pt x="7806" y="5138"/>
                    </a:lnTo>
                    <a:lnTo>
                      <a:pt x="7967" y="5115"/>
                    </a:lnTo>
                    <a:lnTo>
                      <a:pt x="8120" y="5084"/>
                    </a:lnTo>
                    <a:lnTo>
                      <a:pt x="8281" y="5053"/>
                    </a:lnTo>
                    <a:lnTo>
                      <a:pt x="8442" y="5015"/>
                    </a:lnTo>
                    <a:lnTo>
                      <a:pt x="8603" y="4969"/>
                    </a:lnTo>
                    <a:lnTo>
                      <a:pt x="8772" y="4923"/>
                    </a:lnTo>
                    <a:lnTo>
                      <a:pt x="9094" y="4808"/>
                    </a:lnTo>
                    <a:lnTo>
                      <a:pt x="9416" y="4685"/>
                    </a:lnTo>
                    <a:lnTo>
                      <a:pt x="9730" y="4547"/>
                    </a:lnTo>
                    <a:lnTo>
                      <a:pt x="10029" y="4409"/>
                    </a:lnTo>
                    <a:lnTo>
                      <a:pt x="10313" y="4271"/>
                    </a:lnTo>
                    <a:lnTo>
                      <a:pt x="10574" y="4141"/>
                    </a:lnTo>
                    <a:lnTo>
                      <a:pt x="11003" y="3903"/>
                    </a:lnTo>
                    <a:lnTo>
                      <a:pt x="11287" y="3735"/>
                    </a:lnTo>
                    <a:lnTo>
                      <a:pt x="11394" y="3673"/>
                    </a:lnTo>
                    <a:close/>
                    <a:moveTo>
                      <a:pt x="6978" y="1"/>
                    </a:moveTo>
                    <a:lnTo>
                      <a:pt x="6656" y="8"/>
                    </a:lnTo>
                    <a:lnTo>
                      <a:pt x="6326" y="16"/>
                    </a:lnTo>
                    <a:lnTo>
                      <a:pt x="6035" y="39"/>
                    </a:lnTo>
                    <a:lnTo>
                      <a:pt x="5751" y="62"/>
                    </a:lnTo>
                    <a:lnTo>
                      <a:pt x="5475" y="100"/>
                    </a:lnTo>
                    <a:lnTo>
                      <a:pt x="5199" y="139"/>
                    </a:lnTo>
                    <a:lnTo>
                      <a:pt x="4931" y="185"/>
                    </a:lnTo>
                    <a:lnTo>
                      <a:pt x="4670" y="238"/>
                    </a:lnTo>
                    <a:lnTo>
                      <a:pt x="4409" y="292"/>
                    </a:lnTo>
                    <a:lnTo>
                      <a:pt x="4156" y="361"/>
                    </a:lnTo>
                    <a:lnTo>
                      <a:pt x="3911" y="430"/>
                    </a:lnTo>
                    <a:lnTo>
                      <a:pt x="3666" y="507"/>
                    </a:lnTo>
                    <a:lnTo>
                      <a:pt x="3428" y="591"/>
                    </a:lnTo>
                    <a:lnTo>
                      <a:pt x="3198" y="683"/>
                    </a:lnTo>
                    <a:lnTo>
                      <a:pt x="2976" y="775"/>
                    </a:lnTo>
                    <a:lnTo>
                      <a:pt x="2761" y="882"/>
                    </a:lnTo>
                    <a:lnTo>
                      <a:pt x="2546" y="990"/>
                    </a:lnTo>
                    <a:lnTo>
                      <a:pt x="2347" y="1097"/>
                    </a:lnTo>
                    <a:lnTo>
                      <a:pt x="2147" y="1220"/>
                    </a:lnTo>
                    <a:lnTo>
                      <a:pt x="1956" y="1342"/>
                    </a:lnTo>
                    <a:lnTo>
                      <a:pt x="1772" y="1473"/>
                    </a:lnTo>
                    <a:lnTo>
                      <a:pt x="1595" y="1603"/>
                    </a:lnTo>
                    <a:lnTo>
                      <a:pt x="1427" y="1741"/>
                    </a:lnTo>
                    <a:lnTo>
                      <a:pt x="1266" y="1887"/>
                    </a:lnTo>
                    <a:lnTo>
                      <a:pt x="1112" y="2040"/>
                    </a:lnTo>
                    <a:lnTo>
                      <a:pt x="959" y="2194"/>
                    </a:lnTo>
                    <a:lnTo>
                      <a:pt x="821" y="2355"/>
                    </a:lnTo>
                    <a:lnTo>
                      <a:pt x="691" y="2516"/>
                    </a:lnTo>
                    <a:lnTo>
                      <a:pt x="568" y="2692"/>
                    </a:lnTo>
                    <a:lnTo>
                      <a:pt x="453" y="2861"/>
                    </a:lnTo>
                    <a:lnTo>
                      <a:pt x="346" y="3045"/>
                    </a:lnTo>
                    <a:lnTo>
                      <a:pt x="246" y="3221"/>
                    </a:lnTo>
                    <a:lnTo>
                      <a:pt x="154" y="3413"/>
                    </a:lnTo>
                    <a:lnTo>
                      <a:pt x="77" y="3604"/>
                    </a:lnTo>
                    <a:lnTo>
                      <a:pt x="62" y="3658"/>
                    </a:lnTo>
                    <a:lnTo>
                      <a:pt x="47" y="3719"/>
                    </a:lnTo>
                    <a:lnTo>
                      <a:pt x="24" y="3896"/>
                    </a:lnTo>
                    <a:lnTo>
                      <a:pt x="8" y="4126"/>
                    </a:lnTo>
                    <a:lnTo>
                      <a:pt x="1" y="4402"/>
                    </a:lnTo>
                    <a:lnTo>
                      <a:pt x="1" y="4716"/>
                    </a:lnTo>
                    <a:lnTo>
                      <a:pt x="8" y="5061"/>
                    </a:lnTo>
                    <a:lnTo>
                      <a:pt x="31" y="5828"/>
                    </a:lnTo>
                    <a:lnTo>
                      <a:pt x="70" y="6633"/>
                    </a:lnTo>
                    <a:lnTo>
                      <a:pt x="123" y="7430"/>
                    </a:lnTo>
                    <a:lnTo>
                      <a:pt x="185" y="8166"/>
                    </a:lnTo>
                    <a:lnTo>
                      <a:pt x="215" y="8488"/>
                    </a:lnTo>
                    <a:lnTo>
                      <a:pt x="246" y="8780"/>
                    </a:lnTo>
                    <a:lnTo>
                      <a:pt x="215" y="8780"/>
                    </a:lnTo>
                    <a:lnTo>
                      <a:pt x="407" y="10336"/>
                    </a:lnTo>
                    <a:lnTo>
                      <a:pt x="568" y="11685"/>
                    </a:lnTo>
                    <a:lnTo>
                      <a:pt x="706" y="12874"/>
                    </a:lnTo>
                    <a:lnTo>
                      <a:pt x="729" y="13004"/>
                    </a:lnTo>
                    <a:lnTo>
                      <a:pt x="752" y="13150"/>
                    </a:lnTo>
                    <a:lnTo>
                      <a:pt x="783" y="13311"/>
                    </a:lnTo>
                    <a:lnTo>
                      <a:pt x="829" y="13487"/>
                    </a:lnTo>
                    <a:lnTo>
                      <a:pt x="875" y="13671"/>
                    </a:lnTo>
                    <a:lnTo>
                      <a:pt x="936" y="13871"/>
                    </a:lnTo>
                    <a:lnTo>
                      <a:pt x="1005" y="14078"/>
                    </a:lnTo>
                    <a:lnTo>
                      <a:pt x="1082" y="14292"/>
                    </a:lnTo>
                    <a:lnTo>
                      <a:pt x="1174" y="14515"/>
                    </a:lnTo>
                    <a:lnTo>
                      <a:pt x="1273" y="14745"/>
                    </a:lnTo>
                    <a:lnTo>
                      <a:pt x="1381" y="14975"/>
                    </a:lnTo>
                    <a:lnTo>
                      <a:pt x="1503" y="15212"/>
                    </a:lnTo>
                    <a:lnTo>
                      <a:pt x="1641" y="15450"/>
                    </a:lnTo>
                    <a:lnTo>
                      <a:pt x="1779" y="15688"/>
                    </a:lnTo>
                    <a:lnTo>
                      <a:pt x="1940" y="15925"/>
                    </a:lnTo>
                    <a:lnTo>
                      <a:pt x="2109" y="16163"/>
                    </a:lnTo>
                    <a:lnTo>
                      <a:pt x="2293" y="16393"/>
                    </a:lnTo>
                    <a:lnTo>
                      <a:pt x="2485" y="16615"/>
                    </a:lnTo>
                    <a:lnTo>
                      <a:pt x="2700" y="16838"/>
                    </a:lnTo>
                    <a:lnTo>
                      <a:pt x="2922" y="17045"/>
                    </a:lnTo>
                    <a:lnTo>
                      <a:pt x="3160" y="17252"/>
                    </a:lnTo>
                    <a:lnTo>
                      <a:pt x="3405" y="17443"/>
                    </a:lnTo>
                    <a:lnTo>
                      <a:pt x="3543" y="17535"/>
                    </a:lnTo>
                    <a:lnTo>
                      <a:pt x="3673" y="17620"/>
                    </a:lnTo>
                    <a:lnTo>
                      <a:pt x="3811" y="17712"/>
                    </a:lnTo>
                    <a:lnTo>
                      <a:pt x="3957" y="17788"/>
                    </a:lnTo>
                    <a:lnTo>
                      <a:pt x="4103" y="17873"/>
                    </a:lnTo>
                    <a:lnTo>
                      <a:pt x="4256" y="17942"/>
                    </a:lnTo>
                    <a:lnTo>
                      <a:pt x="4409" y="18011"/>
                    </a:lnTo>
                    <a:lnTo>
                      <a:pt x="4570" y="18080"/>
                    </a:lnTo>
                    <a:lnTo>
                      <a:pt x="4731" y="18141"/>
                    </a:lnTo>
                    <a:lnTo>
                      <a:pt x="4900" y="18202"/>
                    </a:lnTo>
                    <a:lnTo>
                      <a:pt x="5069" y="18256"/>
                    </a:lnTo>
                    <a:lnTo>
                      <a:pt x="5245" y="18302"/>
                    </a:lnTo>
                    <a:lnTo>
                      <a:pt x="5421" y="18348"/>
                    </a:lnTo>
                    <a:lnTo>
                      <a:pt x="5605" y="18386"/>
                    </a:lnTo>
                    <a:lnTo>
                      <a:pt x="5797" y="18417"/>
                    </a:lnTo>
                    <a:lnTo>
                      <a:pt x="5989" y="18448"/>
                    </a:lnTo>
                    <a:lnTo>
                      <a:pt x="6180" y="18471"/>
                    </a:lnTo>
                    <a:lnTo>
                      <a:pt x="6387" y="18486"/>
                    </a:lnTo>
                    <a:lnTo>
                      <a:pt x="6587" y="18494"/>
                    </a:lnTo>
                    <a:lnTo>
                      <a:pt x="6801" y="18501"/>
                    </a:lnTo>
                    <a:lnTo>
                      <a:pt x="7054" y="18501"/>
                    </a:lnTo>
                    <a:lnTo>
                      <a:pt x="7261" y="18494"/>
                    </a:lnTo>
                    <a:lnTo>
                      <a:pt x="7468" y="18486"/>
                    </a:lnTo>
                    <a:lnTo>
                      <a:pt x="7668" y="18471"/>
                    </a:lnTo>
                    <a:lnTo>
                      <a:pt x="7867" y="18448"/>
                    </a:lnTo>
                    <a:lnTo>
                      <a:pt x="8059" y="18417"/>
                    </a:lnTo>
                    <a:lnTo>
                      <a:pt x="8243" y="18386"/>
                    </a:lnTo>
                    <a:lnTo>
                      <a:pt x="8427" y="18348"/>
                    </a:lnTo>
                    <a:lnTo>
                      <a:pt x="8611" y="18302"/>
                    </a:lnTo>
                    <a:lnTo>
                      <a:pt x="8787" y="18256"/>
                    </a:lnTo>
                    <a:lnTo>
                      <a:pt x="8956" y="18202"/>
                    </a:lnTo>
                    <a:lnTo>
                      <a:pt x="9125" y="18141"/>
                    </a:lnTo>
                    <a:lnTo>
                      <a:pt x="9286" y="18080"/>
                    </a:lnTo>
                    <a:lnTo>
                      <a:pt x="9447" y="18011"/>
                    </a:lnTo>
                    <a:lnTo>
                      <a:pt x="9600" y="17942"/>
                    </a:lnTo>
                    <a:lnTo>
                      <a:pt x="9746" y="17873"/>
                    </a:lnTo>
                    <a:lnTo>
                      <a:pt x="9899" y="17788"/>
                    </a:lnTo>
                    <a:lnTo>
                      <a:pt x="10037" y="17712"/>
                    </a:lnTo>
                    <a:lnTo>
                      <a:pt x="10175" y="17620"/>
                    </a:lnTo>
                    <a:lnTo>
                      <a:pt x="10313" y="17535"/>
                    </a:lnTo>
                    <a:lnTo>
                      <a:pt x="10443" y="17443"/>
                    </a:lnTo>
                    <a:lnTo>
                      <a:pt x="10696" y="17252"/>
                    </a:lnTo>
                    <a:lnTo>
                      <a:pt x="10934" y="17045"/>
                    </a:lnTo>
                    <a:lnTo>
                      <a:pt x="11156" y="16838"/>
                    </a:lnTo>
                    <a:lnTo>
                      <a:pt x="11363" y="16615"/>
                    </a:lnTo>
                    <a:lnTo>
                      <a:pt x="11563" y="16393"/>
                    </a:lnTo>
                    <a:lnTo>
                      <a:pt x="11747" y="16163"/>
                    </a:lnTo>
                    <a:lnTo>
                      <a:pt x="11915" y="15925"/>
                    </a:lnTo>
                    <a:lnTo>
                      <a:pt x="12069" y="15688"/>
                    </a:lnTo>
                    <a:lnTo>
                      <a:pt x="12214" y="15450"/>
                    </a:lnTo>
                    <a:lnTo>
                      <a:pt x="12345" y="15212"/>
                    </a:lnTo>
                    <a:lnTo>
                      <a:pt x="12467" y="14975"/>
                    </a:lnTo>
                    <a:lnTo>
                      <a:pt x="12582" y="14745"/>
                    </a:lnTo>
                    <a:lnTo>
                      <a:pt x="12682" y="14515"/>
                    </a:lnTo>
                    <a:lnTo>
                      <a:pt x="12766" y="14292"/>
                    </a:lnTo>
                    <a:lnTo>
                      <a:pt x="12843" y="14078"/>
                    </a:lnTo>
                    <a:lnTo>
                      <a:pt x="12920" y="13871"/>
                    </a:lnTo>
                    <a:lnTo>
                      <a:pt x="12973" y="13671"/>
                    </a:lnTo>
                    <a:lnTo>
                      <a:pt x="13027" y="13487"/>
                    </a:lnTo>
                    <a:lnTo>
                      <a:pt x="13065" y="13311"/>
                    </a:lnTo>
                    <a:lnTo>
                      <a:pt x="13104" y="13150"/>
                    </a:lnTo>
                    <a:lnTo>
                      <a:pt x="13127" y="13004"/>
                    </a:lnTo>
                    <a:lnTo>
                      <a:pt x="13142" y="12874"/>
                    </a:lnTo>
                    <a:lnTo>
                      <a:pt x="13280" y="11685"/>
                    </a:lnTo>
                    <a:lnTo>
                      <a:pt x="13449" y="10336"/>
                    </a:lnTo>
                    <a:lnTo>
                      <a:pt x="13640" y="8780"/>
                    </a:lnTo>
                    <a:lnTo>
                      <a:pt x="13617" y="8780"/>
                    </a:lnTo>
                    <a:lnTo>
                      <a:pt x="13740" y="7714"/>
                    </a:lnTo>
                    <a:lnTo>
                      <a:pt x="13886" y="6387"/>
                    </a:lnTo>
                    <a:lnTo>
                      <a:pt x="13955" y="5743"/>
                    </a:lnTo>
                    <a:lnTo>
                      <a:pt x="14001" y="5176"/>
                    </a:lnTo>
                    <a:lnTo>
                      <a:pt x="14024" y="4731"/>
                    </a:lnTo>
                    <a:lnTo>
                      <a:pt x="14031" y="4570"/>
                    </a:lnTo>
                    <a:lnTo>
                      <a:pt x="14024" y="4463"/>
                    </a:lnTo>
                    <a:lnTo>
                      <a:pt x="14008" y="4348"/>
                    </a:lnTo>
                    <a:lnTo>
                      <a:pt x="13978" y="4218"/>
                    </a:lnTo>
                    <a:lnTo>
                      <a:pt x="13939" y="4080"/>
                    </a:lnTo>
                    <a:lnTo>
                      <a:pt x="13886" y="3934"/>
                    </a:lnTo>
                    <a:lnTo>
                      <a:pt x="13832" y="3773"/>
                    </a:lnTo>
                    <a:lnTo>
                      <a:pt x="13763" y="3612"/>
                    </a:lnTo>
                    <a:lnTo>
                      <a:pt x="13686" y="3436"/>
                    </a:lnTo>
                    <a:lnTo>
                      <a:pt x="13602" y="3267"/>
                    </a:lnTo>
                    <a:lnTo>
                      <a:pt x="13510" y="3098"/>
                    </a:lnTo>
                    <a:lnTo>
                      <a:pt x="13410" y="2922"/>
                    </a:lnTo>
                    <a:lnTo>
                      <a:pt x="13303" y="2753"/>
                    </a:lnTo>
                    <a:lnTo>
                      <a:pt x="13196" y="2592"/>
                    </a:lnTo>
                    <a:lnTo>
                      <a:pt x="13081" y="2431"/>
                    </a:lnTo>
                    <a:lnTo>
                      <a:pt x="12958" y="2286"/>
                    </a:lnTo>
                    <a:lnTo>
                      <a:pt x="12835" y="2148"/>
                    </a:lnTo>
                    <a:lnTo>
                      <a:pt x="12705" y="2025"/>
                    </a:lnTo>
                    <a:lnTo>
                      <a:pt x="12598" y="1925"/>
                    </a:lnTo>
                    <a:lnTo>
                      <a:pt x="12437" y="1802"/>
                    </a:lnTo>
                    <a:lnTo>
                      <a:pt x="12237" y="1657"/>
                    </a:lnTo>
                    <a:lnTo>
                      <a:pt x="12000" y="1496"/>
                    </a:lnTo>
                    <a:lnTo>
                      <a:pt x="11724" y="1319"/>
                    </a:lnTo>
                    <a:lnTo>
                      <a:pt x="11409" y="1143"/>
                    </a:lnTo>
                    <a:lnTo>
                      <a:pt x="11057" y="959"/>
                    </a:lnTo>
                    <a:lnTo>
                      <a:pt x="10865" y="867"/>
                    </a:lnTo>
                    <a:lnTo>
                      <a:pt x="10666" y="783"/>
                    </a:lnTo>
                    <a:lnTo>
                      <a:pt x="10459" y="691"/>
                    </a:lnTo>
                    <a:lnTo>
                      <a:pt x="10236" y="606"/>
                    </a:lnTo>
                    <a:lnTo>
                      <a:pt x="10014" y="530"/>
                    </a:lnTo>
                    <a:lnTo>
                      <a:pt x="9776" y="445"/>
                    </a:lnTo>
                    <a:lnTo>
                      <a:pt x="9531" y="376"/>
                    </a:lnTo>
                    <a:lnTo>
                      <a:pt x="9278" y="307"/>
                    </a:lnTo>
                    <a:lnTo>
                      <a:pt x="9017" y="246"/>
                    </a:lnTo>
                    <a:lnTo>
                      <a:pt x="8749" y="185"/>
                    </a:lnTo>
                    <a:lnTo>
                      <a:pt x="8473" y="139"/>
                    </a:lnTo>
                    <a:lnTo>
                      <a:pt x="8189" y="93"/>
                    </a:lnTo>
                    <a:lnTo>
                      <a:pt x="7898" y="54"/>
                    </a:lnTo>
                    <a:lnTo>
                      <a:pt x="7599" y="31"/>
                    </a:lnTo>
                    <a:lnTo>
                      <a:pt x="7292" y="8"/>
                    </a:lnTo>
                    <a:lnTo>
                      <a:pt x="697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1"/>
              <p:cNvSpPr/>
              <p:nvPr/>
            </p:nvSpPr>
            <p:spPr>
              <a:xfrm>
                <a:off x="4370725" y="238125"/>
                <a:ext cx="506050" cy="271625"/>
              </a:xfrm>
              <a:custGeom>
                <a:rect b="b" l="l" r="r" t="t"/>
                <a:pathLst>
                  <a:path extrusionOk="0" h="10865" w="20242">
                    <a:moveTo>
                      <a:pt x="13663" y="0"/>
                    </a:moveTo>
                    <a:lnTo>
                      <a:pt x="13410" y="391"/>
                    </a:lnTo>
                    <a:lnTo>
                      <a:pt x="13280" y="383"/>
                    </a:lnTo>
                    <a:lnTo>
                      <a:pt x="13111" y="376"/>
                    </a:lnTo>
                    <a:lnTo>
                      <a:pt x="12713" y="360"/>
                    </a:lnTo>
                    <a:lnTo>
                      <a:pt x="12222" y="360"/>
                    </a:lnTo>
                    <a:lnTo>
                      <a:pt x="11662" y="368"/>
                    </a:lnTo>
                    <a:lnTo>
                      <a:pt x="11056" y="383"/>
                    </a:lnTo>
                    <a:lnTo>
                      <a:pt x="10405" y="406"/>
                    </a:lnTo>
                    <a:lnTo>
                      <a:pt x="9078" y="452"/>
                    </a:lnTo>
                    <a:lnTo>
                      <a:pt x="7806" y="514"/>
                    </a:lnTo>
                    <a:lnTo>
                      <a:pt x="6725" y="560"/>
                    </a:lnTo>
                    <a:lnTo>
                      <a:pt x="5705" y="621"/>
                    </a:lnTo>
                    <a:lnTo>
                      <a:pt x="5490" y="422"/>
                    </a:lnTo>
                    <a:lnTo>
                      <a:pt x="5337" y="445"/>
                    </a:lnTo>
                    <a:lnTo>
                      <a:pt x="5183" y="483"/>
                    </a:lnTo>
                    <a:lnTo>
                      <a:pt x="5022" y="521"/>
                    </a:lnTo>
                    <a:lnTo>
                      <a:pt x="4861" y="567"/>
                    </a:lnTo>
                    <a:lnTo>
                      <a:pt x="4700" y="621"/>
                    </a:lnTo>
                    <a:lnTo>
                      <a:pt x="4532" y="682"/>
                    </a:lnTo>
                    <a:lnTo>
                      <a:pt x="4194" y="813"/>
                    </a:lnTo>
                    <a:lnTo>
                      <a:pt x="3849" y="966"/>
                    </a:lnTo>
                    <a:lnTo>
                      <a:pt x="3504" y="1135"/>
                    </a:lnTo>
                    <a:lnTo>
                      <a:pt x="3159" y="1319"/>
                    </a:lnTo>
                    <a:lnTo>
                      <a:pt x="2814" y="1503"/>
                    </a:lnTo>
                    <a:lnTo>
                      <a:pt x="2477" y="1702"/>
                    </a:lnTo>
                    <a:lnTo>
                      <a:pt x="2147" y="1901"/>
                    </a:lnTo>
                    <a:lnTo>
                      <a:pt x="1825" y="2101"/>
                    </a:lnTo>
                    <a:lnTo>
                      <a:pt x="1526" y="2300"/>
                    </a:lnTo>
                    <a:lnTo>
                      <a:pt x="967" y="2676"/>
                    </a:lnTo>
                    <a:lnTo>
                      <a:pt x="499" y="3013"/>
                    </a:lnTo>
                    <a:lnTo>
                      <a:pt x="422" y="3075"/>
                    </a:lnTo>
                    <a:lnTo>
                      <a:pt x="346" y="3136"/>
                    </a:lnTo>
                    <a:lnTo>
                      <a:pt x="284" y="3205"/>
                    </a:lnTo>
                    <a:lnTo>
                      <a:pt x="231" y="3274"/>
                    </a:lnTo>
                    <a:lnTo>
                      <a:pt x="177" y="3343"/>
                    </a:lnTo>
                    <a:lnTo>
                      <a:pt x="131" y="3412"/>
                    </a:lnTo>
                    <a:lnTo>
                      <a:pt x="93" y="3489"/>
                    </a:lnTo>
                    <a:lnTo>
                      <a:pt x="62" y="3565"/>
                    </a:lnTo>
                    <a:lnTo>
                      <a:pt x="31" y="3650"/>
                    </a:lnTo>
                    <a:lnTo>
                      <a:pt x="16" y="3726"/>
                    </a:lnTo>
                    <a:lnTo>
                      <a:pt x="1" y="3811"/>
                    </a:lnTo>
                    <a:lnTo>
                      <a:pt x="1" y="3887"/>
                    </a:lnTo>
                    <a:lnTo>
                      <a:pt x="1" y="3972"/>
                    </a:lnTo>
                    <a:lnTo>
                      <a:pt x="8" y="4056"/>
                    </a:lnTo>
                    <a:lnTo>
                      <a:pt x="24" y="4140"/>
                    </a:lnTo>
                    <a:lnTo>
                      <a:pt x="47" y="4217"/>
                    </a:lnTo>
                    <a:lnTo>
                      <a:pt x="185" y="4631"/>
                    </a:lnTo>
                    <a:lnTo>
                      <a:pt x="346" y="5091"/>
                    </a:lnTo>
                    <a:lnTo>
                      <a:pt x="530" y="5582"/>
                    </a:lnTo>
                    <a:lnTo>
                      <a:pt x="721" y="6072"/>
                    </a:lnTo>
                    <a:lnTo>
                      <a:pt x="821" y="6310"/>
                    </a:lnTo>
                    <a:lnTo>
                      <a:pt x="928" y="6540"/>
                    </a:lnTo>
                    <a:lnTo>
                      <a:pt x="1028" y="6762"/>
                    </a:lnTo>
                    <a:lnTo>
                      <a:pt x="1135" y="6969"/>
                    </a:lnTo>
                    <a:lnTo>
                      <a:pt x="1243" y="7161"/>
                    </a:lnTo>
                    <a:lnTo>
                      <a:pt x="1342" y="7330"/>
                    </a:lnTo>
                    <a:lnTo>
                      <a:pt x="1442" y="7475"/>
                    </a:lnTo>
                    <a:lnTo>
                      <a:pt x="1549" y="7598"/>
                    </a:lnTo>
                    <a:lnTo>
                      <a:pt x="1687" y="7767"/>
                    </a:lnTo>
                    <a:lnTo>
                      <a:pt x="1841" y="7966"/>
                    </a:lnTo>
                    <a:lnTo>
                      <a:pt x="1994" y="8188"/>
                    </a:lnTo>
                    <a:lnTo>
                      <a:pt x="2147" y="8426"/>
                    </a:lnTo>
                    <a:lnTo>
                      <a:pt x="2293" y="8672"/>
                    </a:lnTo>
                    <a:lnTo>
                      <a:pt x="2446" y="8932"/>
                    </a:lnTo>
                    <a:lnTo>
                      <a:pt x="2722" y="9438"/>
                    </a:lnTo>
                    <a:lnTo>
                      <a:pt x="2968" y="9914"/>
                    </a:lnTo>
                    <a:lnTo>
                      <a:pt x="3167" y="10305"/>
                    </a:lnTo>
                    <a:lnTo>
                      <a:pt x="3336" y="10665"/>
                    </a:lnTo>
                    <a:lnTo>
                      <a:pt x="16569" y="10864"/>
                    </a:lnTo>
                    <a:lnTo>
                      <a:pt x="16707" y="10527"/>
                    </a:lnTo>
                    <a:lnTo>
                      <a:pt x="16860" y="10151"/>
                    </a:lnTo>
                    <a:lnTo>
                      <a:pt x="17067" y="9684"/>
                    </a:lnTo>
                    <a:lnTo>
                      <a:pt x="17313" y="9162"/>
                    </a:lnTo>
                    <a:lnTo>
                      <a:pt x="17451" y="8894"/>
                    </a:lnTo>
                    <a:lnTo>
                      <a:pt x="17596" y="8618"/>
                    </a:lnTo>
                    <a:lnTo>
                      <a:pt x="17742" y="8349"/>
                    </a:lnTo>
                    <a:lnTo>
                      <a:pt x="17895" y="8089"/>
                    </a:lnTo>
                    <a:lnTo>
                      <a:pt x="18056" y="7836"/>
                    </a:lnTo>
                    <a:lnTo>
                      <a:pt x="18218" y="7598"/>
                    </a:lnTo>
                    <a:lnTo>
                      <a:pt x="18333" y="7429"/>
                    </a:lnTo>
                    <a:lnTo>
                      <a:pt x="18455" y="7230"/>
                    </a:lnTo>
                    <a:lnTo>
                      <a:pt x="18586" y="7023"/>
                    </a:lnTo>
                    <a:lnTo>
                      <a:pt x="18716" y="6793"/>
                    </a:lnTo>
                    <a:lnTo>
                      <a:pt x="18977" y="6310"/>
                    </a:lnTo>
                    <a:lnTo>
                      <a:pt x="19245" y="5789"/>
                    </a:lnTo>
                    <a:lnTo>
                      <a:pt x="19506" y="5267"/>
                    </a:lnTo>
                    <a:lnTo>
                      <a:pt x="19743" y="4761"/>
                    </a:lnTo>
                    <a:lnTo>
                      <a:pt x="20150" y="3887"/>
                    </a:lnTo>
                    <a:lnTo>
                      <a:pt x="20180" y="3811"/>
                    </a:lnTo>
                    <a:lnTo>
                      <a:pt x="20211" y="3726"/>
                    </a:lnTo>
                    <a:lnTo>
                      <a:pt x="20226" y="3642"/>
                    </a:lnTo>
                    <a:lnTo>
                      <a:pt x="20234" y="3558"/>
                    </a:lnTo>
                    <a:lnTo>
                      <a:pt x="20242" y="3473"/>
                    </a:lnTo>
                    <a:lnTo>
                      <a:pt x="20234" y="3389"/>
                    </a:lnTo>
                    <a:lnTo>
                      <a:pt x="20226" y="3305"/>
                    </a:lnTo>
                    <a:lnTo>
                      <a:pt x="20211" y="3228"/>
                    </a:lnTo>
                    <a:lnTo>
                      <a:pt x="20188" y="3144"/>
                    </a:lnTo>
                    <a:lnTo>
                      <a:pt x="20150" y="3067"/>
                    </a:lnTo>
                    <a:lnTo>
                      <a:pt x="20111" y="2990"/>
                    </a:lnTo>
                    <a:lnTo>
                      <a:pt x="20065" y="2914"/>
                    </a:lnTo>
                    <a:lnTo>
                      <a:pt x="20012" y="2837"/>
                    </a:lnTo>
                    <a:lnTo>
                      <a:pt x="19958" y="2768"/>
                    </a:lnTo>
                    <a:lnTo>
                      <a:pt x="19889" y="2706"/>
                    </a:lnTo>
                    <a:lnTo>
                      <a:pt x="19812" y="2637"/>
                    </a:lnTo>
                    <a:lnTo>
                      <a:pt x="19621" y="2492"/>
                    </a:lnTo>
                    <a:lnTo>
                      <a:pt x="19406" y="2346"/>
                    </a:lnTo>
                    <a:lnTo>
                      <a:pt x="19191" y="2200"/>
                    </a:lnTo>
                    <a:lnTo>
                      <a:pt x="18961" y="2062"/>
                    </a:lnTo>
                    <a:lnTo>
                      <a:pt x="18731" y="1924"/>
                    </a:lnTo>
                    <a:lnTo>
                      <a:pt x="18486" y="1794"/>
                    </a:lnTo>
                    <a:lnTo>
                      <a:pt x="18241" y="1664"/>
                    </a:lnTo>
                    <a:lnTo>
                      <a:pt x="17995" y="1541"/>
                    </a:lnTo>
                    <a:lnTo>
                      <a:pt x="17734" y="1426"/>
                    </a:lnTo>
                    <a:lnTo>
                      <a:pt x="17481" y="1303"/>
                    </a:lnTo>
                    <a:lnTo>
                      <a:pt x="16968" y="1089"/>
                    </a:lnTo>
                    <a:lnTo>
                      <a:pt x="16462" y="889"/>
                    </a:lnTo>
                    <a:lnTo>
                      <a:pt x="15971" y="713"/>
                    </a:lnTo>
                    <a:lnTo>
                      <a:pt x="15503" y="544"/>
                    </a:lnTo>
                    <a:lnTo>
                      <a:pt x="15074" y="406"/>
                    </a:lnTo>
                    <a:lnTo>
                      <a:pt x="14675" y="284"/>
                    </a:lnTo>
                    <a:lnTo>
                      <a:pt x="14338" y="184"/>
                    </a:lnTo>
                    <a:lnTo>
                      <a:pt x="13847" y="46"/>
                    </a:lnTo>
                    <a:lnTo>
                      <a:pt x="13663" y="0"/>
                    </a:lnTo>
                    <a:close/>
                  </a:path>
                </a:pathLst>
              </a:custGeom>
              <a:solidFill>
                <a:srgbClr val="EAE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1"/>
              <p:cNvSpPr/>
              <p:nvPr/>
            </p:nvSpPr>
            <p:spPr>
              <a:xfrm>
                <a:off x="4442025" y="465050"/>
                <a:ext cx="356750" cy="119250"/>
              </a:xfrm>
              <a:custGeom>
                <a:rect b="b" l="l" r="r" t="t"/>
                <a:pathLst>
                  <a:path extrusionOk="0" h="4770" w="14270">
                    <a:moveTo>
                      <a:pt x="7346" y="1"/>
                    </a:moveTo>
                    <a:lnTo>
                      <a:pt x="6717" y="9"/>
                    </a:lnTo>
                    <a:lnTo>
                      <a:pt x="6073" y="24"/>
                    </a:lnTo>
                    <a:lnTo>
                      <a:pt x="5398" y="39"/>
                    </a:lnTo>
                    <a:lnTo>
                      <a:pt x="4701" y="70"/>
                    </a:lnTo>
                    <a:lnTo>
                      <a:pt x="3972" y="101"/>
                    </a:lnTo>
                    <a:lnTo>
                      <a:pt x="3229" y="139"/>
                    </a:lnTo>
                    <a:lnTo>
                      <a:pt x="2454" y="193"/>
                    </a:lnTo>
                    <a:lnTo>
                      <a:pt x="1664" y="246"/>
                    </a:lnTo>
                    <a:lnTo>
                      <a:pt x="844" y="315"/>
                    </a:lnTo>
                    <a:lnTo>
                      <a:pt x="1" y="392"/>
                    </a:lnTo>
                    <a:lnTo>
                      <a:pt x="1" y="4770"/>
                    </a:lnTo>
                    <a:lnTo>
                      <a:pt x="361" y="4724"/>
                    </a:lnTo>
                    <a:lnTo>
                      <a:pt x="798" y="4678"/>
                    </a:lnTo>
                    <a:lnTo>
                      <a:pt x="1381" y="4616"/>
                    </a:lnTo>
                    <a:lnTo>
                      <a:pt x="2086" y="4555"/>
                    </a:lnTo>
                    <a:lnTo>
                      <a:pt x="2914" y="4486"/>
                    </a:lnTo>
                    <a:lnTo>
                      <a:pt x="3842" y="4425"/>
                    </a:lnTo>
                    <a:lnTo>
                      <a:pt x="4862" y="4371"/>
                    </a:lnTo>
                    <a:lnTo>
                      <a:pt x="5943" y="4325"/>
                    </a:lnTo>
                    <a:lnTo>
                      <a:pt x="6510" y="4310"/>
                    </a:lnTo>
                    <a:lnTo>
                      <a:pt x="7085" y="4302"/>
                    </a:lnTo>
                    <a:lnTo>
                      <a:pt x="7675" y="4294"/>
                    </a:lnTo>
                    <a:lnTo>
                      <a:pt x="8273" y="4294"/>
                    </a:lnTo>
                    <a:lnTo>
                      <a:pt x="8871" y="4302"/>
                    </a:lnTo>
                    <a:lnTo>
                      <a:pt x="9477" y="4317"/>
                    </a:lnTo>
                    <a:lnTo>
                      <a:pt x="10091" y="4340"/>
                    </a:lnTo>
                    <a:lnTo>
                      <a:pt x="10704" y="4371"/>
                    </a:lnTo>
                    <a:lnTo>
                      <a:pt x="11310" y="4409"/>
                    </a:lnTo>
                    <a:lnTo>
                      <a:pt x="11915" y="4463"/>
                    </a:lnTo>
                    <a:lnTo>
                      <a:pt x="12513" y="4524"/>
                    </a:lnTo>
                    <a:lnTo>
                      <a:pt x="13111" y="4593"/>
                    </a:lnTo>
                    <a:lnTo>
                      <a:pt x="13694" y="4670"/>
                    </a:lnTo>
                    <a:lnTo>
                      <a:pt x="14269" y="4770"/>
                    </a:lnTo>
                    <a:lnTo>
                      <a:pt x="14269" y="392"/>
                    </a:lnTo>
                    <a:lnTo>
                      <a:pt x="14031" y="354"/>
                    </a:lnTo>
                    <a:lnTo>
                      <a:pt x="13732" y="315"/>
                    </a:lnTo>
                    <a:lnTo>
                      <a:pt x="13318" y="269"/>
                    </a:lnTo>
                    <a:lnTo>
                      <a:pt x="12797" y="216"/>
                    </a:lnTo>
                    <a:lnTo>
                      <a:pt x="12153" y="162"/>
                    </a:lnTo>
                    <a:lnTo>
                      <a:pt x="11409" y="108"/>
                    </a:lnTo>
                    <a:lnTo>
                      <a:pt x="10551" y="62"/>
                    </a:lnTo>
                    <a:lnTo>
                      <a:pt x="9585" y="24"/>
                    </a:lnTo>
                    <a:lnTo>
                      <a:pt x="9063" y="16"/>
                    </a:lnTo>
                    <a:lnTo>
                      <a:pt x="8511" y="9"/>
                    </a:lnTo>
                    <a:lnTo>
                      <a:pt x="7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>
                <a:off x="4513725" y="262850"/>
                <a:ext cx="48125" cy="197250"/>
              </a:xfrm>
              <a:custGeom>
                <a:rect b="b" l="l" r="r" t="t"/>
                <a:pathLst>
                  <a:path extrusionOk="0" h="7890" w="1925">
                    <a:moveTo>
                      <a:pt x="0" y="0"/>
                    </a:moveTo>
                    <a:lnTo>
                      <a:pt x="85" y="498"/>
                    </a:lnTo>
                    <a:lnTo>
                      <a:pt x="177" y="997"/>
                    </a:lnTo>
                    <a:lnTo>
                      <a:pt x="276" y="1495"/>
                    </a:lnTo>
                    <a:lnTo>
                      <a:pt x="376" y="1994"/>
                    </a:lnTo>
                    <a:lnTo>
                      <a:pt x="483" y="2492"/>
                    </a:lnTo>
                    <a:lnTo>
                      <a:pt x="598" y="2990"/>
                    </a:lnTo>
                    <a:lnTo>
                      <a:pt x="828" y="3979"/>
                    </a:lnTo>
                    <a:lnTo>
                      <a:pt x="1081" y="4961"/>
                    </a:lnTo>
                    <a:lnTo>
                      <a:pt x="1204" y="5451"/>
                    </a:lnTo>
                    <a:lnTo>
                      <a:pt x="1334" y="5942"/>
                    </a:lnTo>
                    <a:lnTo>
                      <a:pt x="1472" y="6433"/>
                    </a:lnTo>
                    <a:lnTo>
                      <a:pt x="1618" y="6923"/>
                    </a:lnTo>
                    <a:lnTo>
                      <a:pt x="1764" y="7406"/>
                    </a:lnTo>
                    <a:lnTo>
                      <a:pt x="1925" y="7890"/>
                    </a:lnTo>
                    <a:lnTo>
                      <a:pt x="1840" y="7391"/>
                    </a:lnTo>
                    <a:lnTo>
                      <a:pt x="1741" y="6893"/>
                    </a:lnTo>
                    <a:lnTo>
                      <a:pt x="1649" y="6394"/>
                    </a:lnTo>
                    <a:lnTo>
                      <a:pt x="1541" y="5896"/>
                    </a:lnTo>
                    <a:lnTo>
                      <a:pt x="1434" y="5398"/>
                    </a:lnTo>
                    <a:lnTo>
                      <a:pt x="1319" y="4899"/>
                    </a:lnTo>
                    <a:lnTo>
                      <a:pt x="1089" y="3910"/>
                    </a:lnTo>
                    <a:lnTo>
                      <a:pt x="836" y="2929"/>
                    </a:lnTo>
                    <a:lnTo>
                      <a:pt x="713" y="2438"/>
                    </a:lnTo>
                    <a:lnTo>
                      <a:pt x="583" y="1948"/>
                    </a:lnTo>
                    <a:lnTo>
                      <a:pt x="445" y="1457"/>
                    </a:lnTo>
                    <a:lnTo>
                      <a:pt x="299" y="966"/>
                    </a:lnTo>
                    <a:lnTo>
                      <a:pt x="154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4565275" y="379950"/>
                <a:ext cx="11525" cy="80150"/>
              </a:xfrm>
              <a:custGeom>
                <a:rect b="b" l="l" r="r" t="t"/>
                <a:pathLst>
                  <a:path extrusionOk="0" h="3206" w="461">
                    <a:moveTo>
                      <a:pt x="8" y="1"/>
                    </a:moveTo>
                    <a:lnTo>
                      <a:pt x="1" y="208"/>
                    </a:lnTo>
                    <a:lnTo>
                      <a:pt x="1" y="415"/>
                    </a:lnTo>
                    <a:lnTo>
                      <a:pt x="1" y="614"/>
                    </a:lnTo>
                    <a:lnTo>
                      <a:pt x="16" y="821"/>
                    </a:lnTo>
                    <a:lnTo>
                      <a:pt x="47" y="1220"/>
                    </a:lnTo>
                    <a:lnTo>
                      <a:pt x="93" y="1626"/>
                    </a:lnTo>
                    <a:lnTo>
                      <a:pt x="154" y="2025"/>
                    </a:lnTo>
                    <a:lnTo>
                      <a:pt x="231" y="2423"/>
                    </a:lnTo>
                    <a:lnTo>
                      <a:pt x="277" y="2623"/>
                    </a:lnTo>
                    <a:lnTo>
                      <a:pt x="330" y="2815"/>
                    </a:lnTo>
                    <a:lnTo>
                      <a:pt x="384" y="3014"/>
                    </a:lnTo>
                    <a:lnTo>
                      <a:pt x="453" y="3206"/>
                    </a:lnTo>
                    <a:lnTo>
                      <a:pt x="461" y="3006"/>
                    </a:lnTo>
                    <a:lnTo>
                      <a:pt x="461" y="2799"/>
                    </a:lnTo>
                    <a:lnTo>
                      <a:pt x="461" y="2592"/>
                    </a:lnTo>
                    <a:lnTo>
                      <a:pt x="445" y="2393"/>
                    </a:lnTo>
                    <a:lnTo>
                      <a:pt x="415" y="1986"/>
                    </a:lnTo>
                    <a:lnTo>
                      <a:pt x="361" y="1588"/>
                    </a:lnTo>
                    <a:lnTo>
                      <a:pt x="300" y="1189"/>
                    </a:lnTo>
                    <a:lnTo>
                      <a:pt x="223" y="790"/>
                    </a:lnTo>
                    <a:lnTo>
                      <a:pt x="177" y="591"/>
                    </a:lnTo>
                    <a:lnTo>
                      <a:pt x="131" y="392"/>
                    </a:lnTo>
                    <a:lnTo>
                      <a:pt x="70" y="200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4682575" y="255375"/>
                <a:ext cx="25900" cy="204725"/>
              </a:xfrm>
              <a:custGeom>
                <a:rect b="b" l="l" r="r" t="t"/>
                <a:pathLst>
                  <a:path extrusionOk="0" h="8189" w="1036">
                    <a:moveTo>
                      <a:pt x="1036" y="0"/>
                    </a:moveTo>
                    <a:lnTo>
                      <a:pt x="936" y="506"/>
                    </a:lnTo>
                    <a:lnTo>
                      <a:pt x="844" y="1012"/>
                    </a:lnTo>
                    <a:lnTo>
                      <a:pt x="760" y="1526"/>
                    </a:lnTo>
                    <a:lnTo>
                      <a:pt x="676" y="2032"/>
                    </a:lnTo>
                    <a:lnTo>
                      <a:pt x="599" y="2546"/>
                    </a:lnTo>
                    <a:lnTo>
                      <a:pt x="530" y="3059"/>
                    </a:lnTo>
                    <a:lnTo>
                      <a:pt x="384" y="4079"/>
                    </a:lnTo>
                    <a:lnTo>
                      <a:pt x="269" y="5106"/>
                    </a:lnTo>
                    <a:lnTo>
                      <a:pt x="208" y="5620"/>
                    </a:lnTo>
                    <a:lnTo>
                      <a:pt x="154" y="6134"/>
                    </a:lnTo>
                    <a:lnTo>
                      <a:pt x="108" y="6647"/>
                    </a:lnTo>
                    <a:lnTo>
                      <a:pt x="70" y="7161"/>
                    </a:lnTo>
                    <a:lnTo>
                      <a:pt x="32" y="7675"/>
                    </a:lnTo>
                    <a:lnTo>
                      <a:pt x="1" y="8189"/>
                    </a:lnTo>
                    <a:lnTo>
                      <a:pt x="108" y="7682"/>
                    </a:lnTo>
                    <a:lnTo>
                      <a:pt x="200" y="7176"/>
                    </a:lnTo>
                    <a:lnTo>
                      <a:pt x="285" y="6663"/>
                    </a:lnTo>
                    <a:lnTo>
                      <a:pt x="369" y="6157"/>
                    </a:lnTo>
                    <a:lnTo>
                      <a:pt x="446" y="5643"/>
                    </a:lnTo>
                    <a:lnTo>
                      <a:pt x="515" y="5137"/>
                    </a:lnTo>
                    <a:lnTo>
                      <a:pt x="660" y="4110"/>
                    </a:lnTo>
                    <a:lnTo>
                      <a:pt x="775" y="3090"/>
                    </a:lnTo>
                    <a:lnTo>
                      <a:pt x="829" y="2576"/>
                    </a:lnTo>
                    <a:lnTo>
                      <a:pt x="883" y="2062"/>
                    </a:lnTo>
                    <a:lnTo>
                      <a:pt x="929" y="1549"/>
                    </a:lnTo>
                    <a:lnTo>
                      <a:pt x="975" y="1035"/>
                    </a:lnTo>
                    <a:lnTo>
                      <a:pt x="1013" y="514"/>
                    </a:lnTo>
                    <a:lnTo>
                      <a:pt x="1036" y="0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4670900" y="388575"/>
                <a:ext cx="9975" cy="66725"/>
              </a:xfrm>
              <a:custGeom>
                <a:rect b="b" l="l" r="r" t="t"/>
                <a:pathLst>
                  <a:path extrusionOk="0" h="2669" w="399">
                    <a:moveTo>
                      <a:pt x="368" y="1"/>
                    </a:moveTo>
                    <a:lnTo>
                      <a:pt x="315" y="162"/>
                    </a:lnTo>
                    <a:lnTo>
                      <a:pt x="261" y="323"/>
                    </a:lnTo>
                    <a:lnTo>
                      <a:pt x="215" y="491"/>
                    </a:lnTo>
                    <a:lnTo>
                      <a:pt x="177" y="652"/>
                    </a:lnTo>
                    <a:lnTo>
                      <a:pt x="115" y="982"/>
                    </a:lnTo>
                    <a:lnTo>
                      <a:pt x="62" y="1319"/>
                    </a:lnTo>
                    <a:lnTo>
                      <a:pt x="31" y="1649"/>
                    </a:lnTo>
                    <a:lnTo>
                      <a:pt x="8" y="1986"/>
                    </a:lnTo>
                    <a:lnTo>
                      <a:pt x="0" y="2155"/>
                    </a:lnTo>
                    <a:lnTo>
                      <a:pt x="0" y="2324"/>
                    </a:lnTo>
                    <a:lnTo>
                      <a:pt x="8" y="2493"/>
                    </a:lnTo>
                    <a:lnTo>
                      <a:pt x="23" y="2669"/>
                    </a:lnTo>
                    <a:lnTo>
                      <a:pt x="85" y="2508"/>
                    </a:lnTo>
                    <a:lnTo>
                      <a:pt x="138" y="2339"/>
                    </a:lnTo>
                    <a:lnTo>
                      <a:pt x="177" y="2178"/>
                    </a:lnTo>
                    <a:lnTo>
                      <a:pt x="223" y="2017"/>
                    </a:lnTo>
                    <a:lnTo>
                      <a:pt x="284" y="1680"/>
                    </a:lnTo>
                    <a:lnTo>
                      <a:pt x="338" y="1350"/>
                    </a:lnTo>
                    <a:lnTo>
                      <a:pt x="368" y="1020"/>
                    </a:lnTo>
                    <a:lnTo>
                      <a:pt x="391" y="683"/>
                    </a:lnTo>
                    <a:lnTo>
                      <a:pt x="399" y="514"/>
                    </a:lnTo>
                    <a:lnTo>
                      <a:pt x="391" y="346"/>
                    </a:lnTo>
                    <a:lnTo>
                      <a:pt x="384" y="169"/>
                    </a:lnTo>
                    <a:lnTo>
                      <a:pt x="368" y="1"/>
                    </a:lnTo>
                    <a:close/>
                  </a:path>
                </a:pathLst>
              </a:custGeom>
              <a:solidFill>
                <a:srgbClr val="CFC3A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4455650" y="483450"/>
                <a:ext cx="104850" cy="7700"/>
              </a:xfrm>
              <a:custGeom>
                <a:rect b="b" l="l" r="r" t="t"/>
                <a:pathLst>
                  <a:path extrusionOk="0" h="308" w="4194">
                    <a:moveTo>
                      <a:pt x="2615" y="1"/>
                    </a:moveTo>
                    <a:lnTo>
                      <a:pt x="2093" y="16"/>
                    </a:lnTo>
                    <a:lnTo>
                      <a:pt x="1564" y="47"/>
                    </a:lnTo>
                    <a:lnTo>
                      <a:pt x="1043" y="93"/>
                    </a:lnTo>
                    <a:lnTo>
                      <a:pt x="782" y="124"/>
                    </a:lnTo>
                    <a:lnTo>
                      <a:pt x="521" y="162"/>
                    </a:lnTo>
                    <a:lnTo>
                      <a:pt x="261" y="200"/>
                    </a:lnTo>
                    <a:lnTo>
                      <a:pt x="0" y="254"/>
                    </a:lnTo>
                    <a:lnTo>
                      <a:pt x="261" y="277"/>
                    </a:lnTo>
                    <a:lnTo>
                      <a:pt x="529" y="292"/>
                    </a:lnTo>
                    <a:lnTo>
                      <a:pt x="790" y="308"/>
                    </a:lnTo>
                    <a:lnTo>
                      <a:pt x="1579" y="308"/>
                    </a:lnTo>
                    <a:lnTo>
                      <a:pt x="2101" y="292"/>
                    </a:lnTo>
                    <a:lnTo>
                      <a:pt x="2630" y="262"/>
                    </a:lnTo>
                    <a:lnTo>
                      <a:pt x="3151" y="216"/>
                    </a:lnTo>
                    <a:lnTo>
                      <a:pt x="3412" y="185"/>
                    </a:lnTo>
                    <a:lnTo>
                      <a:pt x="3673" y="147"/>
                    </a:lnTo>
                    <a:lnTo>
                      <a:pt x="3933" y="108"/>
                    </a:lnTo>
                    <a:lnTo>
                      <a:pt x="4194" y="55"/>
                    </a:lnTo>
                    <a:lnTo>
                      <a:pt x="3933" y="32"/>
                    </a:lnTo>
                    <a:lnTo>
                      <a:pt x="3665" y="16"/>
                    </a:lnTo>
                    <a:lnTo>
                      <a:pt x="3404" y="1"/>
                    </a:lnTo>
                    <a:close/>
                  </a:path>
                </a:pathLst>
              </a:custGeom>
              <a:solidFill>
                <a:srgbClr val="D646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>
                <a:off x="4719575" y="554575"/>
                <a:ext cx="65575" cy="7875"/>
              </a:xfrm>
              <a:custGeom>
                <a:rect b="b" l="l" r="r" t="t"/>
                <a:pathLst>
                  <a:path extrusionOk="0" h="315" w="2623">
                    <a:moveTo>
                      <a:pt x="829" y="0"/>
                    </a:moveTo>
                    <a:lnTo>
                      <a:pt x="660" y="8"/>
                    </a:lnTo>
                    <a:lnTo>
                      <a:pt x="499" y="16"/>
                    </a:lnTo>
                    <a:lnTo>
                      <a:pt x="330" y="31"/>
                    </a:lnTo>
                    <a:lnTo>
                      <a:pt x="246" y="46"/>
                    </a:lnTo>
                    <a:lnTo>
                      <a:pt x="162" y="62"/>
                    </a:lnTo>
                    <a:lnTo>
                      <a:pt x="85" y="92"/>
                    </a:lnTo>
                    <a:lnTo>
                      <a:pt x="1" y="123"/>
                    </a:lnTo>
                    <a:lnTo>
                      <a:pt x="85" y="131"/>
                    </a:lnTo>
                    <a:lnTo>
                      <a:pt x="169" y="138"/>
                    </a:lnTo>
                    <a:lnTo>
                      <a:pt x="330" y="161"/>
                    </a:lnTo>
                    <a:lnTo>
                      <a:pt x="491" y="192"/>
                    </a:lnTo>
                    <a:lnTo>
                      <a:pt x="652" y="215"/>
                    </a:lnTo>
                    <a:lnTo>
                      <a:pt x="974" y="261"/>
                    </a:lnTo>
                    <a:lnTo>
                      <a:pt x="1304" y="292"/>
                    </a:lnTo>
                    <a:lnTo>
                      <a:pt x="1626" y="307"/>
                    </a:lnTo>
                    <a:lnTo>
                      <a:pt x="1956" y="315"/>
                    </a:lnTo>
                    <a:lnTo>
                      <a:pt x="2124" y="315"/>
                    </a:lnTo>
                    <a:lnTo>
                      <a:pt x="2285" y="307"/>
                    </a:lnTo>
                    <a:lnTo>
                      <a:pt x="2454" y="292"/>
                    </a:lnTo>
                    <a:lnTo>
                      <a:pt x="2623" y="269"/>
                    </a:lnTo>
                    <a:lnTo>
                      <a:pt x="2462" y="215"/>
                    </a:lnTo>
                    <a:lnTo>
                      <a:pt x="2301" y="169"/>
                    </a:lnTo>
                    <a:lnTo>
                      <a:pt x="2140" y="131"/>
                    </a:lnTo>
                    <a:lnTo>
                      <a:pt x="1979" y="100"/>
                    </a:lnTo>
                    <a:lnTo>
                      <a:pt x="1810" y="77"/>
                    </a:lnTo>
                    <a:lnTo>
                      <a:pt x="1649" y="54"/>
                    </a:lnTo>
                    <a:lnTo>
                      <a:pt x="1319" y="16"/>
                    </a:lnTo>
                    <a:lnTo>
                      <a:pt x="990" y="0"/>
                    </a:lnTo>
                    <a:close/>
                  </a:path>
                </a:pathLst>
              </a:custGeom>
              <a:solidFill>
                <a:srgbClr val="D646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8" name="Google Shape;428;p21"/>
          <p:cNvSpPr txBox="1"/>
          <p:nvPr/>
        </p:nvSpPr>
        <p:spPr>
          <a:xfrm>
            <a:off x="3230975" y="885700"/>
            <a:ext cx="359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457200" y="1291150"/>
            <a:ext cx="5268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Improvements We can Make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Admin management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system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access security and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permission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management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Introduce </a:t>
            </a: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Algorithms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popular dishes.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Billing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457200" y="3151988"/>
            <a:ext cx="6478800" cy="2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Conclusion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Database delivers a </a:t>
            </a:r>
            <a:r>
              <a:rPr b="1" lang="en" sz="11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Normalized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scalable foundation for restaurant operations. By defining relationship </a:t>
            </a:r>
            <a:r>
              <a:rPr b="1" lang="en" sz="11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Cardinality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—from one-to-many order flows to many-to-many ingredient recipes. We ensure strict data integrity and eliminate redundancy. </a:t>
            </a: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Coupled with </a:t>
            </a:r>
            <a:r>
              <a:rPr b="1" lang="en" sz="1100">
                <a:solidFill>
                  <a:srgbClr val="D6462D"/>
                </a:solidFill>
                <a:latin typeface="Roboto"/>
                <a:ea typeface="Roboto"/>
                <a:cs typeface="Roboto"/>
                <a:sym typeface="Roboto"/>
              </a:rPr>
              <a:t>safeguards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like price snapshotting and an immutable audit log, this design perfectly </a:t>
            </a:r>
            <a:r>
              <a:rPr b="1" lang="en" sz="1100">
                <a:solidFill>
                  <a:srgbClr val="D6462D"/>
                </a:solidFill>
                <a:latin typeface="Roboto"/>
                <a:ea typeface="Roboto"/>
                <a:cs typeface="Roboto"/>
                <a:sym typeface="Roboto"/>
              </a:rPr>
              <a:t>balances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daily operational performance with accurate historical tracking.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22"/>
          <p:cNvGrpSpPr/>
          <p:nvPr/>
        </p:nvGrpSpPr>
        <p:grpSpPr>
          <a:xfrm>
            <a:off x="6815486" y="1146497"/>
            <a:ext cx="1867332" cy="2728995"/>
            <a:chOff x="6569159" y="1400996"/>
            <a:chExt cx="2117637" cy="3094800"/>
          </a:xfrm>
        </p:grpSpPr>
        <p:sp>
          <p:nvSpPr>
            <p:cNvPr id="436" name="Google Shape;436;p22"/>
            <p:cNvSpPr/>
            <p:nvPr/>
          </p:nvSpPr>
          <p:spPr>
            <a:xfrm>
              <a:off x="6569159" y="4162651"/>
              <a:ext cx="2117637" cy="333145"/>
            </a:xfrm>
            <a:custGeom>
              <a:rect b="b" l="l" r="r" t="t"/>
              <a:pathLst>
                <a:path extrusionOk="0" h="14196" w="90237">
                  <a:moveTo>
                    <a:pt x="43699" y="0"/>
                  </a:moveTo>
                  <a:lnTo>
                    <a:pt x="42297" y="11"/>
                  </a:lnTo>
                  <a:lnTo>
                    <a:pt x="40894" y="34"/>
                  </a:lnTo>
                  <a:lnTo>
                    <a:pt x="39513" y="56"/>
                  </a:lnTo>
                  <a:lnTo>
                    <a:pt x="38144" y="78"/>
                  </a:lnTo>
                  <a:lnTo>
                    <a:pt x="36786" y="123"/>
                  </a:lnTo>
                  <a:lnTo>
                    <a:pt x="35438" y="167"/>
                  </a:lnTo>
                  <a:lnTo>
                    <a:pt x="34114" y="212"/>
                  </a:lnTo>
                  <a:lnTo>
                    <a:pt x="32800" y="268"/>
                  </a:lnTo>
                  <a:lnTo>
                    <a:pt x="31508" y="323"/>
                  </a:lnTo>
                  <a:lnTo>
                    <a:pt x="30228" y="390"/>
                  </a:lnTo>
                  <a:lnTo>
                    <a:pt x="28959" y="468"/>
                  </a:lnTo>
                  <a:lnTo>
                    <a:pt x="27712" y="546"/>
                  </a:lnTo>
                  <a:lnTo>
                    <a:pt x="26487" y="635"/>
                  </a:lnTo>
                  <a:lnTo>
                    <a:pt x="25285" y="724"/>
                  </a:lnTo>
                  <a:lnTo>
                    <a:pt x="24093" y="813"/>
                  </a:lnTo>
                  <a:lnTo>
                    <a:pt x="21922" y="5400"/>
                  </a:lnTo>
                  <a:lnTo>
                    <a:pt x="21844" y="5511"/>
                  </a:lnTo>
                  <a:lnTo>
                    <a:pt x="21767" y="5623"/>
                  </a:lnTo>
                  <a:lnTo>
                    <a:pt x="21677" y="5723"/>
                  </a:lnTo>
                  <a:lnTo>
                    <a:pt x="21566" y="5801"/>
                  </a:lnTo>
                  <a:lnTo>
                    <a:pt x="21455" y="5868"/>
                  </a:lnTo>
                  <a:lnTo>
                    <a:pt x="21343" y="5912"/>
                  </a:lnTo>
                  <a:lnTo>
                    <a:pt x="21221" y="5946"/>
                  </a:lnTo>
                  <a:lnTo>
                    <a:pt x="20998" y="5946"/>
                  </a:lnTo>
                  <a:lnTo>
                    <a:pt x="20898" y="5912"/>
                  </a:lnTo>
                  <a:lnTo>
                    <a:pt x="20798" y="5879"/>
                  </a:lnTo>
                  <a:lnTo>
                    <a:pt x="20720" y="5823"/>
                  </a:lnTo>
                  <a:lnTo>
                    <a:pt x="20653" y="5745"/>
                  </a:lnTo>
                  <a:lnTo>
                    <a:pt x="20586" y="5667"/>
                  </a:lnTo>
                  <a:lnTo>
                    <a:pt x="20542" y="5578"/>
                  </a:lnTo>
                  <a:lnTo>
                    <a:pt x="20508" y="5489"/>
                  </a:lnTo>
                  <a:lnTo>
                    <a:pt x="20486" y="5389"/>
                  </a:lnTo>
                  <a:lnTo>
                    <a:pt x="20475" y="5278"/>
                  </a:lnTo>
                  <a:lnTo>
                    <a:pt x="20486" y="5189"/>
                  </a:lnTo>
                  <a:lnTo>
                    <a:pt x="20497" y="5099"/>
                  </a:lnTo>
                  <a:lnTo>
                    <a:pt x="20520" y="5010"/>
                  </a:lnTo>
                  <a:lnTo>
                    <a:pt x="20553" y="4921"/>
                  </a:lnTo>
                  <a:lnTo>
                    <a:pt x="22234" y="980"/>
                  </a:lnTo>
                  <a:lnTo>
                    <a:pt x="20998" y="1103"/>
                  </a:lnTo>
                  <a:lnTo>
                    <a:pt x="19785" y="1225"/>
                  </a:lnTo>
                  <a:lnTo>
                    <a:pt x="18605" y="1359"/>
                  </a:lnTo>
                  <a:lnTo>
                    <a:pt x="17458" y="1492"/>
                  </a:lnTo>
                  <a:lnTo>
                    <a:pt x="16333" y="1637"/>
                  </a:lnTo>
                  <a:lnTo>
                    <a:pt x="15242" y="1782"/>
                  </a:lnTo>
                  <a:lnTo>
                    <a:pt x="14174" y="1938"/>
                  </a:lnTo>
                  <a:lnTo>
                    <a:pt x="13149" y="2093"/>
                  </a:lnTo>
                  <a:lnTo>
                    <a:pt x="12147" y="2249"/>
                  </a:lnTo>
                  <a:lnTo>
                    <a:pt x="11179" y="2416"/>
                  </a:lnTo>
                  <a:lnTo>
                    <a:pt x="10243" y="2594"/>
                  </a:lnTo>
                  <a:lnTo>
                    <a:pt x="9353" y="2773"/>
                  </a:lnTo>
                  <a:lnTo>
                    <a:pt x="8484" y="2951"/>
                  </a:lnTo>
                  <a:lnTo>
                    <a:pt x="7661" y="3140"/>
                  </a:lnTo>
                  <a:lnTo>
                    <a:pt x="6881" y="3329"/>
                  </a:lnTo>
                  <a:lnTo>
                    <a:pt x="6124" y="3530"/>
                  </a:lnTo>
                  <a:lnTo>
                    <a:pt x="5412" y="3719"/>
                  </a:lnTo>
                  <a:lnTo>
                    <a:pt x="4744" y="3930"/>
                  </a:lnTo>
                  <a:lnTo>
                    <a:pt x="4120" y="4131"/>
                  </a:lnTo>
                  <a:lnTo>
                    <a:pt x="3530" y="4342"/>
                  </a:lnTo>
                  <a:lnTo>
                    <a:pt x="2985" y="4554"/>
                  </a:lnTo>
                  <a:lnTo>
                    <a:pt x="2472" y="4777"/>
                  </a:lnTo>
                  <a:lnTo>
                    <a:pt x="2016" y="4999"/>
                  </a:lnTo>
                  <a:lnTo>
                    <a:pt x="1604" y="5222"/>
                  </a:lnTo>
                  <a:lnTo>
                    <a:pt x="1237" y="5445"/>
                  </a:lnTo>
                  <a:lnTo>
                    <a:pt x="1070" y="5556"/>
                  </a:lnTo>
                  <a:lnTo>
                    <a:pt x="914" y="5667"/>
                  </a:lnTo>
                  <a:lnTo>
                    <a:pt x="769" y="5790"/>
                  </a:lnTo>
                  <a:lnTo>
                    <a:pt x="635" y="5901"/>
                  </a:lnTo>
                  <a:lnTo>
                    <a:pt x="524" y="6024"/>
                  </a:lnTo>
                  <a:lnTo>
                    <a:pt x="413" y="6135"/>
                  </a:lnTo>
                  <a:lnTo>
                    <a:pt x="312" y="6257"/>
                  </a:lnTo>
                  <a:lnTo>
                    <a:pt x="235" y="6380"/>
                  </a:lnTo>
                  <a:lnTo>
                    <a:pt x="168" y="6491"/>
                  </a:lnTo>
                  <a:lnTo>
                    <a:pt x="101" y="6614"/>
                  </a:lnTo>
                  <a:lnTo>
                    <a:pt x="56" y="6736"/>
                  </a:lnTo>
                  <a:lnTo>
                    <a:pt x="23" y="6859"/>
                  </a:lnTo>
                  <a:lnTo>
                    <a:pt x="12" y="6981"/>
                  </a:lnTo>
                  <a:lnTo>
                    <a:pt x="1" y="7103"/>
                  </a:lnTo>
                  <a:lnTo>
                    <a:pt x="1" y="7193"/>
                  </a:lnTo>
                  <a:lnTo>
                    <a:pt x="12" y="7282"/>
                  </a:lnTo>
                  <a:lnTo>
                    <a:pt x="34" y="7371"/>
                  </a:lnTo>
                  <a:lnTo>
                    <a:pt x="56" y="7460"/>
                  </a:lnTo>
                  <a:lnTo>
                    <a:pt x="90" y="7560"/>
                  </a:lnTo>
                  <a:lnTo>
                    <a:pt x="134" y="7649"/>
                  </a:lnTo>
                  <a:lnTo>
                    <a:pt x="235" y="7827"/>
                  </a:lnTo>
                  <a:lnTo>
                    <a:pt x="368" y="8005"/>
                  </a:lnTo>
                  <a:lnTo>
                    <a:pt x="524" y="8183"/>
                  </a:lnTo>
                  <a:lnTo>
                    <a:pt x="702" y="8362"/>
                  </a:lnTo>
                  <a:lnTo>
                    <a:pt x="914" y="8529"/>
                  </a:lnTo>
                  <a:lnTo>
                    <a:pt x="1159" y="8707"/>
                  </a:lnTo>
                  <a:lnTo>
                    <a:pt x="1426" y="8874"/>
                  </a:lnTo>
                  <a:lnTo>
                    <a:pt x="1715" y="9041"/>
                  </a:lnTo>
                  <a:lnTo>
                    <a:pt x="2027" y="9208"/>
                  </a:lnTo>
                  <a:lnTo>
                    <a:pt x="2372" y="9375"/>
                  </a:lnTo>
                  <a:lnTo>
                    <a:pt x="2740" y="9542"/>
                  </a:lnTo>
                  <a:lnTo>
                    <a:pt x="3129" y="9698"/>
                  </a:lnTo>
                  <a:lnTo>
                    <a:pt x="3552" y="9865"/>
                  </a:lnTo>
                  <a:lnTo>
                    <a:pt x="3987" y="10020"/>
                  </a:lnTo>
                  <a:lnTo>
                    <a:pt x="4454" y="10176"/>
                  </a:lnTo>
                  <a:lnTo>
                    <a:pt x="4933" y="10332"/>
                  </a:lnTo>
                  <a:lnTo>
                    <a:pt x="5445" y="10488"/>
                  </a:lnTo>
                  <a:lnTo>
                    <a:pt x="5979" y="10633"/>
                  </a:lnTo>
                  <a:lnTo>
                    <a:pt x="6536" y="10777"/>
                  </a:lnTo>
                  <a:lnTo>
                    <a:pt x="7115" y="10922"/>
                  </a:lnTo>
                  <a:lnTo>
                    <a:pt x="7705" y="11067"/>
                  </a:lnTo>
                  <a:lnTo>
                    <a:pt x="8329" y="11212"/>
                  </a:lnTo>
                  <a:lnTo>
                    <a:pt x="8963" y="11345"/>
                  </a:lnTo>
                  <a:lnTo>
                    <a:pt x="10310" y="11612"/>
                  </a:lnTo>
                  <a:lnTo>
                    <a:pt x="11724" y="11869"/>
                  </a:lnTo>
                  <a:lnTo>
                    <a:pt x="13216" y="12125"/>
                  </a:lnTo>
                  <a:lnTo>
                    <a:pt x="14786" y="12358"/>
                  </a:lnTo>
                  <a:lnTo>
                    <a:pt x="16423" y="12581"/>
                  </a:lnTo>
                  <a:lnTo>
                    <a:pt x="18126" y="12793"/>
                  </a:lnTo>
                  <a:lnTo>
                    <a:pt x="19896" y="12982"/>
                  </a:lnTo>
                  <a:lnTo>
                    <a:pt x="21722" y="13171"/>
                  </a:lnTo>
                  <a:lnTo>
                    <a:pt x="23615" y="13338"/>
                  </a:lnTo>
                  <a:lnTo>
                    <a:pt x="25563" y="13494"/>
                  </a:lnTo>
                  <a:lnTo>
                    <a:pt x="27556" y="13639"/>
                  </a:lnTo>
                  <a:lnTo>
                    <a:pt x="29604" y="13772"/>
                  </a:lnTo>
                  <a:lnTo>
                    <a:pt x="31709" y="13884"/>
                  </a:lnTo>
                  <a:lnTo>
                    <a:pt x="33846" y="13973"/>
                  </a:lnTo>
                  <a:lnTo>
                    <a:pt x="36028" y="14051"/>
                  </a:lnTo>
                  <a:lnTo>
                    <a:pt x="38255" y="14117"/>
                  </a:lnTo>
                  <a:lnTo>
                    <a:pt x="40504" y="14162"/>
                  </a:lnTo>
                  <a:lnTo>
                    <a:pt x="42798" y="14195"/>
                  </a:lnTo>
                  <a:lnTo>
                    <a:pt x="47440" y="14195"/>
                  </a:lnTo>
                  <a:lnTo>
                    <a:pt x="49734" y="14162"/>
                  </a:lnTo>
                  <a:lnTo>
                    <a:pt x="51994" y="14117"/>
                  </a:lnTo>
                  <a:lnTo>
                    <a:pt x="54209" y="14051"/>
                  </a:lnTo>
                  <a:lnTo>
                    <a:pt x="56403" y="13973"/>
                  </a:lnTo>
                  <a:lnTo>
                    <a:pt x="58540" y="13884"/>
                  </a:lnTo>
                  <a:lnTo>
                    <a:pt x="60633" y="13772"/>
                  </a:lnTo>
                  <a:lnTo>
                    <a:pt x="62682" y="13639"/>
                  </a:lnTo>
                  <a:lnTo>
                    <a:pt x="64686" y="13494"/>
                  </a:lnTo>
                  <a:lnTo>
                    <a:pt x="66623" y="13338"/>
                  </a:lnTo>
                  <a:lnTo>
                    <a:pt x="68516" y="13171"/>
                  </a:lnTo>
                  <a:lnTo>
                    <a:pt x="70353" y="12982"/>
                  </a:lnTo>
                  <a:lnTo>
                    <a:pt x="72112" y="12793"/>
                  </a:lnTo>
                  <a:lnTo>
                    <a:pt x="73826" y="12581"/>
                  </a:lnTo>
                  <a:lnTo>
                    <a:pt x="75463" y="12358"/>
                  </a:lnTo>
                  <a:lnTo>
                    <a:pt x="77022" y="12125"/>
                  </a:lnTo>
                  <a:lnTo>
                    <a:pt x="78525" y="11869"/>
                  </a:lnTo>
                  <a:lnTo>
                    <a:pt x="79939" y="11612"/>
                  </a:lnTo>
                  <a:lnTo>
                    <a:pt x="81275" y="11345"/>
                  </a:lnTo>
                  <a:lnTo>
                    <a:pt x="81920" y="11212"/>
                  </a:lnTo>
                  <a:lnTo>
                    <a:pt x="82533" y="11067"/>
                  </a:lnTo>
                  <a:lnTo>
                    <a:pt x="83134" y="10922"/>
                  </a:lnTo>
                  <a:lnTo>
                    <a:pt x="83713" y="10777"/>
                  </a:lnTo>
                  <a:lnTo>
                    <a:pt x="84258" y="10633"/>
                  </a:lnTo>
                  <a:lnTo>
                    <a:pt x="84793" y="10488"/>
                  </a:lnTo>
                  <a:lnTo>
                    <a:pt x="85305" y="10332"/>
                  </a:lnTo>
                  <a:lnTo>
                    <a:pt x="85795" y="10176"/>
                  </a:lnTo>
                  <a:lnTo>
                    <a:pt x="86251" y="10020"/>
                  </a:lnTo>
                  <a:lnTo>
                    <a:pt x="86697" y="9865"/>
                  </a:lnTo>
                  <a:lnTo>
                    <a:pt x="87109" y="9698"/>
                  </a:lnTo>
                  <a:lnTo>
                    <a:pt x="87498" y="9542"/>
                  </a:lnTo>
                  <a:lnTo>
                    <a:pt x="87866" y="9375"/>
                  </a:lnTo>
                  <a:lnTo>
                    <a:pt x="88211" y="9208"/>
                  </a:lnTo>
                  <a:lnTo>
                    <a:pt x="88534" y="9041"/>
                  </a:lnTo>
                  <a:lnTo>
                    <a:pt x="88823" y="8874"/>
                  </a:lnTo>
                  <a:lnTo>
                    <a:pt x="89090" y="8707"/>
                  </a:lnTo>
                  <a:lnTo>
                    <a:pt x="89324" y="8529"/>
                  </a:lnTo>
                  <a:lnTo>
                    <a:pt x="89536" y="8362"/>
                  </a:lnTo>
                  <a:lnTo>
                    <a:pt x="89725" y="8183"/>
                  </a:lnTo>
                  <a:lnTo>
                    <a:pt x="89881" y="8005"/>
                  </a:lnTo>
                  <a:lnTo>
                    <a:pt x="90003" y="7827"/>
                  </a:lnTo>
                  <a:lnTo>
                    <a:pt x="90115" y="7649"/>
                  </a:lnTo>
                  <a:lnTo>
                    <a:pt x="90148" y="7560"/>
                  </a:lnTo>
                  <a:lnTo>
                    <a:pt x="90181" y="7460"/>
                  </a:lnTo>
                  <a:lnTo>
                    <a:pt x="90204" y="7371"/>
                  </a:lnTo>
                  <a:lnTo>
                    <a:pt x="90226" y="7282"/>
                  </a:lnTo>
                  <a:lnTo>
                    <a:pt x="90237" y="7193"/>
                  </a:lnTo>
                  <a:lnTo>
                    <a:pt x="90237" y="7103"/>
                  </a:lnTo>
                  <a:lnTo>
                    <a:pt x="90237" y="6959"/>
                  </a:lnTo>
                  <a:lnTo>
                    <a:pt x="90204" y="6825"/>
                  </a:lnTo>
                  <a:lnTo>
                    <a:pt x="90170" y="6692"/>
                  </a:lnTo>
                  <a:lnTo>
                    <a:pt x="90115" y="6558"/>
                  </a:lnTo>
                  <a:lnTo>
                    <a:pt x="90037" y="6424"/>
                  </a:lnTo>
                  <a:lnTo>
                    <a:pt x="89948" y="6291"/>
                  </a:lnTo>
                  <a:lnTo>
                    <a:pt x="89847" y="6157"/>
                  </a:lnTo>
                  <a:lnTo>
                    <a:pt x="89725" y="6024"/>
                  </a:lnTo>
                  <a:lnTo>
                    <a:pt x="89591" y="5901"/>
                  </a:lnTo>
                  <a:lnTo>
                    <a:pt x="89447" y="5767"/>
                  </a:lnTo>
                  <a:lnTo>
                    <a:pt x="89280" y="5634"/>
                  </a:lnTo>
                  <a:lnTo>
                    <a:pt x="89101" y="5511"/>
                  </a:lnTo>
                  <a:lnTo>
                    <a:pt x="88912" y="5378"/>
                  </a:lnTo>
                  <a:lnTo>
                    <a:pt x="88701" y="5255"/>
                  </a:lnTo>
                  <a:lnTo>
                    <a:pt x="88478" y="5133"/>
                  </a:lnTo>
                  <a:lnTo>
                    <a:pt x="88244" y="5010"/>
                  </a:lnTo>
                  <a:lnTo>
                    <a:pt x="87999" y="4877"/>
                  </a:lnTo>
                  <a:lnTo>
                    <a:pt x="87732" y="4754"/>
                  </a:lnTo>
                  <a:lnTo>
                    <a:pt x="87164" y="4521"/>
                  </a:lnTo>
                  <a:lnTo>
                    <a:pt x="86541" y="4276"/>
                  </a:lnTo>
                  <a:lnTo>
                    <a:pt x="85862" y="4042"/>
                  </a:lnTo>
                  <a:lnTo>
                    <a:pt x="85138" y="3819"/>
                  </a:lnTo>
                  <a:lnTo>
                    <a:pt x="84359" y="3596"/>
                  </a:lnTo>
                  <a:lnTo>
                    <a:pt x="83535" y="3374"/>
                  </a:lnTo>
                  <a:lnTo>
                    <a:pt x="82655" y="3162"/>
                  </a:lnTo>
                  <a:lnTo>
                    <a:pt x="83412" y="4921"/>
                  </a:lnTo>
                  <a:lnTo>
                    <a:pt x="83435" y="4999"/>
                  </a:lnTo>
                  <a:lnTo>
                    <a:pt x="83457" y="5077"/>
                  </a:lnTo>
                  <a:lnTo>
                    <a:pt x="83479" y="5155"/>
                  </a:lnTo>
                  <a:lnTo>
                    <a:pt x="83479" y="5233"/>
                  </a:lnTo>
                  <a:lnTo>
                    <a:pt x="83479" y="5311"/>
                  </a:lnTo>
                  <a:lnTo>
                    <a:pt x="83479" y="5389"/>
                  </a:lnTo>
                  <a:lnTo>
                    <a:pt x="83457" y="5456"/>
                  </a:lnTo>
                  <a:lnTo>
                    <a:pt x="83446" y="5523"/>
                  </a:lnTo>
                  <a:lnTo>
                    <a:pt x="83412" y="5589"/>
                  </a:lnTo>
                  <a:lnTo>
                    <a:pt x="83379" y="5656"/>
                  </a:lnTo>
                  <a:lnTo>
                    <a:pt x="83345" y="5712"/>
                  </a:lnTo>
                  <a:lnTo>
                    <a:pt x="83301" y="5767"/>
                  </a:lnTo>
                  <a:lnTo>
                    <a:pt x="83245" y="5812"/>
                  </a:lnTo>
                  <a:lnTo>
                    <a:pt x="83190" y="5857"/>
                  </a:lnTo>
                  <a:lnTo>
                    <a:pt x="83134" y="5890"/>
                  </a:lnTo>
                  <a:lnTo>
                    <a:pt x="83067" y="5912"/>
                  </a:lnTo>
                  <a:lnTo>
                    <a:pt x="82967" y="5946"/>
                  </a:lnTo>
                  <a:lnTo>
                    <a:pt x="82733" y="5946"/>
                  </a:lnTo>
                  <a:lnTo>
                    <a:pt x="82622" y="5912"/>
                  </a:lnTo>
                  <a:lnTo>
                    <a:pt x="82510" y="5868"/>
                  </a:lnTo>
                  <a:lnTo>
                    <a:pt x="82399" y="5801"/>
                  </a:lnTo>
                  <a:lnTo>
                    <a:pt x="82299" y="5723"/>
                  </a:lnTo>
                  <a:lnTo>
                    <a:pt x="82199" y="5634"/>
                  </a:lnTo>
                  <a:lnTo>
                    <a:pt x="82121" y="5523"/>
                  </a:lnTo>
                  <a:lnTo>
                    <a:pt x="82054" y="5411"/>
                  </a:lnTo>
                  <a:lnTo>
                    <a:pt x="82043" y="5400"/>
                  </a:lnTo>
                  <a:lnTo>
                    <a:pt x="80785" y="2750"/>
                  </a:lnTo>
                  <a:lnTo>
                    <a:pt x="79482" y="2494"/>
                  </a:lnTo>
                  <a:lnTo>
                    <a:pt x="78113" y="2260"/>
                  </a:lnTo>
                  <a:lnTo>
                    <a:pt x="76665" y="2027"/>
                  </a:lnTo>
                  <a:lnTo>
                    <a:pt x="75162" y="1804"/>
                  </a:lnTo>
                  <a:lnTo>
                    <a:pt x="73593" y="1592"/>
                  </a:lnTo>
                  <a:lnTo>
                    <a:pt x="71956" y="1392"/>
                  </a:lnTo>
                  <a:lnTo>
                    <a:pt x="70264" y="1203"/>
                  </a:lnTo>
                  <a:lnTo>
                    <a:pt x="68516" y="1025"/>
                  </a:lnTo>
                  <a:lnTo>
                    <a:pt x="66712" y="869"/>
                  </a:lnTo>
                  <a:lnTo>
                    <a:pt x="64864" y="713"/>
                  </a:lnTo>
                  <a:lnTo>
                    <a:pt x="62960" y="579"/>
                  </a:lnTo>
                  <a:lnTo>
                    <a:pt x="61023" y="457"/>
                  </a:lnTo>
                  <a:lnTo>
                    <a:pt x="59030" y="345"/>
                  </a:lnTo>
                  <a:lnTo>
                    <a:pt x="56993" y="245"/>
                  </a:lnTo>
                  <a:lnTo>
                    <a:pt x="54922" y="167"/>
                  </a:lnTo>
                  <a:lnTo>
                    <a:pt x="52818" y="101"/>
                  </a:lnTo>
                  <a:lnTo>
                    <a:pt x="52717" y="5133"/>
                  </a:lnTo>
                  <a:lnTo>
                    <a:pt x="52706" y="5222"/>
                  </a:lnTo>
                  <a:lnTo>
                    <a:pt x="52695" y="5300"/>
                  </a:lnTo>
                  <a:lnTo>
                    <a:pt x="52673" y="5378"/>
                  </a:lnTo>
                  <a:lnTo>
                    <a:pt x="52651" y="5456"/>
                  </a:lnTo>
                  <a:lnTo>
                    <a:pt x="52617" y="5523"/>
                  </a:lnTo>
                  <a:lnTo>
                    <a:pt x="52584" y="5589"/>
                  </a:lnTo>
                  <a:lnTo>
                    <a:pt x="52539" y="5656"/>
                  </a:lnTo>
                  <a:lnTo>
                    <a:pt x="52495" y="5712"/>
                  </a:lnTo>
                  <a:lnTo>
                    <a:pt x="52439" y="5767"/>
                  </a:lnTo>
                  <a:lnTo>
                    <a:pt x="52383" y="5812"/>
                  </a:lnTo>
                  <a:lnTo>
                    <a:pt x="52328" y="5857"/>
                  </a:lnTo>
                  <a:lnTo>
                    <a:pt x="52261" y="5890"/>
                  </a:lnTo>
                  <a:lnTo>
                    <a:pt x="52194" y="5912"/>
                  </a:lnTo>
                  <a:lnTo>
                    <a:pt x="52127" y="5934"/>
                  </a:lnTo>
                  <a:lnTo>
                    <a:pt x="52049" y="5946"/>
                  </a:lnTo>
                  <a:lnTo>
                    <a:pt x="51905" y="5946"/>
                  </a:lnTo>
                  <a:lnTo>
                    <a:pt x="51838" y="5934"/>
                  </a:lnTo>
                  <a:lnTo>
                    <a:pt x="51771" y="5912"/>
                  </a:lnTo>
                  <a:lnTo>
                    <a:pt x="51704" y="5890"/>
                  </a:lnTo>
                  <a:lnTo>
                    <a:pt x="51637" y="5857"/>
                  </a:lnTo>
                  <a:lnTo>
                    <a:pt x="51582" y="5812"/>
                  </a:lnTo>
                  <a:lnTo>
                    <a:pt x="51526" y="5767"/>
                  </a:lnTo>
                  <a:lnTo>
                    <a:pt x="51470" y="5712"/>
                  </a:lnTo>
                  <a:lnTo>
                    <a:pt x="51426" y="5656"/>
                  </a:lnTo>
                  <a:lnTo>
                    <a:pt x="51381" y="5589"/>
                  </a:lnTo>
                  <a:lnTo>
                    <a:pt x="51348" y="5523"/>
                  </a:lnTo>
                  <a:lnTo>
                    <a:pt x="51315" y="5456"/>
                  </a:lnTo>
                  <a:lnTo>
                    <a:pt x="51281" y="5378"/>
                  </a:lnTo>
                  <a:lnTo>
                    <a:pt x="51270" y="5300"/>
                  </a:lnTo>
                  <a:lnTo>
                    <a:pt x="51259" y="5222"/>
                  </a:lnTo>
                  <a:lnTo>
                    <a:pt x="51248" y="5133"/>
                  </a:lnTo>
                  <a:lnTo>
                    <a:pt x="51136" y="67"/>
                  </a:lnTo>
                  <a:lnTo>
                    <a:pt x="49656" y="34"/>
                  </a:lnTo>
                  <a:lnTo>
                    <a:pt x="48153" y="11"/>
                  </a:lnTo>
                  <a:lnTo>
                    <a:pt x="46650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8037779" y="3301746"/>
              <a:ext cx="490447" cy="1000443"/>
            </a:xfrm>
            <a:custGeom>
              <a:rect b="b" l="l" r="r" t="t"/>
              <a:pathLst>
                <a:path extrusionOk="0" h="42631" w="20899">
                  <a:moveTo>
                    <a:pt x="3118" y="1"/>
                  </a:moveTo>
                  <a:lnTo>
                    <a:pt x="1" y="1092"/>
                  </a:lnTo>
                  <a:lnTo>
                    <a:pt x="19462" y="42085"/>
                  </a:lnTo>
                  <a:lnTo>
                    <a:pt x="19506" y="42152"/>
                  </a:lnTo>
                  <a:lnTo>
                    <a:pt x="19551" y="42230"/>
                  </a:lnTo>
                  <a:lnTo>
                    <a:pt x="19595" y="42297"/>
                  </a:lnTo>
                  <a:lnTo>
                    <a:pt x="19651" y="42352"/>
                  </a:lnTo>
                  <a:lnTo>
                    <a:pt x="19774" y="42464"/>
                  </a:lnTo>
                  <a:lnTo>
                    <a:pt x="19907" y="42542"/>
                  </a:lnTo>
                  <a:lnTo>
                    <a:pt x="19985" y="42575"/>
                  </a:lnTo>
                  <a:lnTo>
                    <a:pt x="20052" y="42597"/>
                  </a:lnTo>
                  <a:lnTo>
                    <a:pt x="20130" y="42619"/>
                  </a:lnTo>
                  <a:lnTo>
                    <a:pt x="20197" y="42631"/>
                  </a:lnTo>
                  <a:lnTo>
                    <a:pt x="20341" y="42631"/>
                  </a:lnTo>
                  <a:lnTo>
                    <a:pt x="20419" y="42619"/>
                  </a:lnTo>
                  <a:lnTo>
                    <a:pt x="20486" y="42597"/>
                  </a:lnTo>
                  <a:lnTo>
                    <a:pt x="20553" y="42575"/>
                  </a:lnTo>
                  <a:lnTo>
                    <a:pt x="20609" y="42542"/>
                  </a:lnTo>
                  <a:lnTo>
                    <a:pt x="20664" y="42497"/>
                  </a:lnTo>
                  <a:lnTo>
                    <a:pt x="20720" y="42452"/>
                  </a:lnTo>
                  <a:lnTo>
                    <a:pt x="20764" y="42397"/>
                  </a:lnTo>
                  <a:lnTo>
                    <a:pt x="20798" y="42341"/>
                  </a:lnTo>
                  <a:lnTo>
                    <a:pt x="20831" y="42274"/>
                  </a:lnTo>
                  <a:lnTo>
                    <a:pt x="20865" y="42208"/>
                  </a:lnTo>
                  <a:lnTo>
                    <a:pt x="20876" y="42141"/>
                  </a:lnTo>
                  <a:lnTo>
                    <a:pt x="20898" y="42074"/>
                  </a:lnTo>
                  <a:lnTo>
                    <a:pt x="20898" y="41996"/>
                  </a:lnTo>
                  <a:lnTo>
                    <a:pt x="20898" y="41918"/>
                  </a:lnTo>
                  <a:lnTo>
                    <a:pt x="20898" y="41840"/>
                  </a:lnTo>
                  <a:lnTo>
                    <a:pt x="20876" y="41762"/>
                  </a:lnTo>
                  <a:lnTo>
                    <a:pt x="20854" y="41684"/>
                  </a:lnTo>
                  <a:lnTo>
                    <a:pt x="20831" y="41606"/>
                  </a:lnTo>
                  <a:lnTo>
                    <a:pt x="3118" y="1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8037779" y="3301746"/>
              <a:ext cx="490447" cy="1000443"/>
            </a:xfrm>
            <a:custGeom>
              <a:rect b="b" l="l" r="r" t="t"/>
              <a:pathLst>
                <a:path extrusionOk="0" fill="none" h="42631" w="20899">
                  <a:moveTo>
                    <a:pt x="19462" y="42085"/>
                  </a:moveTo>
                  <a:lnTo>
                    <a:pt x="1" y="1092"/>
                  </a:lnTo>
                  <a:lnTo>
                    <a:pt x="3118" y="1"/>
                  </a:lnTo>
                  <a:lnTo>
                    <a:pt x="20831" y="41606"/>
                  </a:lnTo>
                  <a:lnTo>
                    <a:pt x="20831" y="41606"/>
                  </a:lnTo>
                  <a:lnTo>
                    <a:pt x="20854" y="41684"/>
                  </a:lnTo>
                  <a:lnTo>
                    <a:pt x="20876" y="41762"/>
                  </a:lnTo>
                  <a:lnTo>
                    <a:pt x="20898" y="41840"/>
                  </a:lnTo>
                  <a:lnTo>
                    <a:pt x="20898" y="41918"/>
                  </a:lnTo>
                  <a:lnTo>
                    <a:pt x="20898" y="41996"/>
                  </a:lnTo>
                  <a:lnTo>
                    <a:pt x="20898" y="42074"/>
                  </a:lnTo>
                  <a:lnTo>
                    <a:pt x="20876" y="42141"/>
                  </a:lnTo>
                  <a:lnTo>
                    <a:pt x="20865" y="42208"/>
                  </a:lnTo>
                  <a:lnTo>
                    <a:pt x="20831" y="42274"/>
                  </a:lnTo>
                  <a:lnTo>
                    <a:pt x="20798" y="42341"/>
                  </a:lnTo>
                  <a:lnTo>
                    <a:pt x="20764" y="42397"/>
                  </a:lnTo>
                  <a:lnTo>
                    <a:pt x="20720" y="42452"/>
                  </a:lnTo>
                  <a:lnTo>
                    <a:pt x="20664" y="42497"/>
                  </a:lnTo>
                  <a:lnTo>
                    <a:pt x="20609" y="42542"/>
                  </a:lnTo>
                  <a:lnTo>
                    <a:pt x="20553" y="42575"/>
                  </a:lnTo>
                  <a:lnTo>
                    <a:pt x="20486" y="42597"/>
                  </a:lnTo>
                  <a:lnTo>
                    <a:pt x="20486" y="42597"/>
                  </a:lnTo>
                  <a:lnTo>
                    <a:pt x="20419" y="42619"/>
                  </a:lnTo>
                  <a:lnTo>
                    <a:pt x="20341" y="42631"/>
                  </a:lnTo>
                  <a:lnTo>
                    <a:pt x="20275" y="42631"/>
                  </a:lnTo>
                  <a:lnTo>
                    <a:pt x="20197" y="42631"/>
                  </a:lnTo>
                  <a:lnTo>
                    <a:pt x="20130" y="42619"/>
                  </a:lnTo>
                  <a:lnTo>
                    <a:pt x="20052" y="42597"/>
                  </a:lnTo>
                  <a:lnTo>
                    <a:pt x="19985" y="42575"/>
                  </a:lnTo>
                  <a:lnTo>
                    <a:pt x="19907" y="42542"/>
                  </a:lnTo>
                  <a:lnTo>
                    <a:pt x="19774" y="42464"/>
                  </a:lnTo>
                  <a:lnTo>
                    <a:pt x="19651" y="42352"/>
                  </a:lnTo>
                  <a:lnTo>
                    <a:pt x="19595" y="42297"/>
                  </a:lnTo>
                  <a:lnTo>
                    <a:pt x="19551" y="42230"/>
                  </a:lnTo>
                  <a:lnTo>
                    <a:pt x="19506" y="42152"/>
                  </a:lnTo>
                  <a:lnTo>
                    <a:pt x="19462" y="4208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8494480" y="4289376"/>
              <a:ext cx="282" cy="282"/>
            </a:xfrm>
            <a:custGeom>
              <a:rect b="b" l="l" r="r" t="t"/>
              <a:pathLst>
                <a:path extrusionOk="0" h="12" w="12">
                  <a:moveTo>
                    <a:pt x="12" y="11"/>
                  </a:moveTo>
                  <a:lnTo>
                    <a:pt x="12" y="11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2" y="1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991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8494738" y="4289634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8494480" y="4289376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8098912" y="3452783"/>
              <a:ext cx="407349" cy="847834"/>
            </a:xfrm>
            <a:custGeom>
              <a:rect b="b" l="l" r="r" t="t"/>
              <a:pathLst>
                <a:path extrusionOk="0" h="36128" w="17358">
                  <a:moveTo>
                    <a:pt x="1081" y="0"/>
                  </a:moveTo>
                  <a:lnTo>
                    <a:pt x="1" y="134"/>
                  </a:lnTo>
                  <a:lnTo>
                    <a:pt x="16857" y="35649"/>
                  </a:lnTo>
                  <a:lnTo>
                    <a:pt x="16868" y="35660"/>
                  </a:lnTo>
                  <a:lnTo>
                    <a:pt x="16912" y="35738"/>
                  </a:lnTo>
                  <a:lnTo>
                    <a:pt x="16957" y="35816"/>
                  </a:lnTo>
                  <a:lnTo>
                    <a:pt x="17013" y="35883"/>
                  </a:lnTo>
                  <a:lnTo>
                    <a:pt x="17079" y="35950"/>
                  </a:lnTo>
                  <a:lnTo>
                    <a:pt x="17146" y="36005"/>
                  </a:lnTo>
                  <a:lnTo>
                    <a:pt x="17213" y="36050"/>
                  </a:lnTo>
                  <a:lnTo>
                    <a:pt x="17291" y="36094"/>
                  </a:lnTo>
                  <a:lnTo>
                    <a:pt x="17358" y="36128"/>
                  </a:lnTo>
                  <a:lnTo>
                    <a:pt x="17358" y="36128"/>
                  </a:lnTo>
                  <a:lnTo>
                    <a:pt x="1081" y="0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8098912" y="3452783"/>
              <a:ext cx="407349" cy="847834"/>
            </a:xfrm>
            <a:custGeom>
              <a:rect b="b" l="l" r="r" t="t"/>
              <a:pathLst>
                <a:path extrusionOk="0" fill="none" h="36128" w="17358">
                  <a:moveTo>
                    <a:pt x="1081" y="0"/>
                  </a:moveTo>
                  <a:lnTo>
                    <a:pt x="1081" y="0"/>
                  </a:lnTo>
                  <a:lnTo>
                    <a:pt x="1" y="134"/>
                  </a:lnTo>
                  <a:lnTo>
                    <a:pt x="16857" y="35649"/>
                  </a:lnTo>
                  <a:lnTo>
                    <a:pt x="16857" y="35649"/>
                  </a:lnTo>
                  <a:lnTo>
                    <a:pt x="16857" y="35649"/>
                  </a:lnTo>
                  <a:lnTo>
                    <a:pt x="16857" y="35649"/>
                  </a:lnTo>
                  <a:lnTo>
                    <a:pt x="16857" y="35649"/>
                  </a:lnTo>
                  <a:lnTo>
                    <a:pt x="16857" y="35649"/>
                  </a:lnTo>
                  <a:lnTo>
                    <a:pt x="16868" y="35660"/>
                  </a:lnTo>
                  <a:lnTo>
                    <a:pt x="16868" y="35660"/>
                  </a:lnTo>
                  <a:lnTo>
                    <a:pt x="16868" y="35660"/>
                  </a:lnTo>
                  <a:lnTo>
                    <a:pt x="16868" y="35660"/>
                  </a:lnTo>
                  <a:lnTo>
                    <a:pt x="16912" y="35738"/>
                  </a:lnTo>
                  <a:lnTo>
                    <a:pt x="16957" y="35816"/>
                  </a:lnTo>
                  <a:lnTo>
                    <a:pt x="17013" y="35883"/>
                  </a:lnTo>
                  <a:lnTo>
                    <a:pt x="17079" y="35950"/>
                  </a:lnTo>
                  <a:lnTo>
                    <a:pt x="17146" y="36005"/>
                  </a:lnTo>
                  <a:lnTo>
                    <a:pt x="17213" y="36050"/>
                  </a:lnTo>
                  <a:lnTo>
                    <a:pt x="17291" y="36094"/>
                  </a:lnTo>
                  <a:lnTo>
                    <a:pt x="17358" y="36128"/>
                  </a:lnTo>
                  <a:lnTo>
                    <a:pt x="108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7749598" y="3240355"/>
              <a:ext cx="78663" cy="1061834"/>
            </a:xfrm>
            <a:custGeom>
              <a:rect b="b" l="l" r="r" t="t"/>
              <a:pathLst>
                <a:path extrusionOk="0" h="45247" w="3352">
                  <a:moveTo>
                    <a:pt x="0" y="1"/>
                  </a:moveTo>
                  <a:lnTo>
                    <a:pt x="947" y="44434"/>
                  </a:lnTo>
                  <a:lnTo>
                    <a:pt x="958" y="44523"/>
                  </a:lnTo>
                  <a:lnTo>
                    <a:pt x="969" y="44601"/>
                  </a:lnTo>
                  <a:lnTo>
                    <a:pt x="980" y="44679"/>
                  </a:lnTo>
                  <a:lnTo>
                    <a:pt x="1014" y="44757"/>
                  </a:lnTo>
                  <a:lnTo>
                    <a:pt x="1047" y="44824"/>
                  </a:lnTo>
                  <a:lnTo>
                    <a:pt x="1080" y="44890"/>
                  </a:lnTo>
                  <a:lnTo>
                    <a:pt x="1125" y="44957"/>
                  </a:lnTo>
                  <a:lnTo>
                    <a:pt x="1169" y="45013"/>
                  </a:lnTo>
                  <a:lnTo>
                    <a:pt x="1225" y="45068"/>
                  </a:lnTo>
                  <a:lnTo>
                    <a:pt x="1281" y="45113"/>
                  </a:lnTo>
                  <a:lnTo>
                    <a:pt x="1336" y="45158"/>
                  </a:lnTo>
                  <a:lnTo>
                    <a:pt x="1403" y="45191"/>
                  </a:lnTo>
                  <a:lnTo>
                    <a:pt x="1470" y="45213"/>
                  </a:lnTo>
                  <a:lnTo>
                    <a:pt x="1537" y="45235"/>
                  </a:lnTo>
                  <a:lnTo>
                    <a:pt x="1604" y="45247"/>
                  </a:lnTo>
                  <a:lnTo>
                    <a:pt x="1748" y="45247"/>
                  </a:lnTo>
                  <a:lnTo>
                    <a:pt x="1826" y="45235"/>
                  </a:lnTo>
                  <a:lnTo>
                    <a:pt x="1893" y="45213"/>
                  </a:lnTo>
                  <a:lnTo>
                    <a:pt x="1960" y="45191"/>
                  </a:lnTo>
                  <a:lnTo>
                    <a:pt x="2027" y="45158"/>
                  </a:lnTo>
                  <a:lnTo>
                    <a:pt x="2082" y="45113"/>
                  </a:lnTo>
                  <a:lnTo>
                    <a:pt x="2138" y="45068"/>
                  </a:lnTo>
                  <a:lnTo>
                    <a:pt x="2194" y="45013"/>
                  </a:lnTo>
                  <a:lnTo>
                    <a:pt x="2238" y="44957"/>
                  </a:lnTo>
                  <a:lnTo>
                    <a:pt x="2283" y="44890"/>
                  </a:lnTo>
                  <a:lnTo>
                    <a:pt x="2316" y="44824"/>
                  </a:lnTo>
                  <a:lnTo>
                    <a:pt x="2350" y="44757"/>
                  </a:lnTo>
                  <a:lnTo>
                    <a:pt x="2372" y="44679"/>
                  </a:lnTo>
                  <a:lnTo>
                    <a:pt x="2394" y="44601"/>
                  </a:lnTo>
                  <a:lnTo>
                    <a:pt x="2405" y="44523"/>
                  </a:lnTo>
                  <a:lnTo>
                    <a:pt x="2416" y="44434"/>
                  </a:lnTo>
                  <a:lnTo>
                    <a:pt x="3352" y="1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7749598" y="3240355"/>
              <a:ext cx="78663" cy="1061834"/>
            </a:xfrm>
            <a:custGeom>
              <a:rect b="b" l="l" r="r" t="t"/>
              <a:pathLst>
                <a:path extrusionOk="0" fill="none" h="45247" w="3352">
                  <a:moveTo>
                    <a:pt x="947" y="44434"/>
                  </a:moveTo>
                  <a:lnTo>
                    <a:pt x="0" y="1"/>
                  </a:lnTo>
                  <a:lnTo>
                    <a:pt x="3352" y="1"/>
                  </a:lnTo>
                  <a:lnTo>
                    <a:pt x="2416" y="44434"/>
                  </a:lnTo>
                  <a:lnTo>
                    <a:pt x="2416" y="44434"/>
                  </a:lnTo>
                  <a:lnTo>
                    <a:pt x="2405" y="44523"/>
                  </a:lnTo>
                  <a:lnTo>
                    <a:pt x="2394" y="44601"/>
                  </a:lnTo>
                  <a:lnTo>
                    <a:pt x="2372" y="44679"/>
                  </a:lnTo>
                  <a:lnTo>
                    <a:pt x="2350" y="44757"/>
                  </a:lnTo>
                  <a:lnTo>
                    <a:pt x="2316" y="44824"/>
                  </a:lnTo>
                  <a:lnTo>
                    <a:pt x="2283" y="44890"/>
                  </a:lnTo>
                  <a:lnTo>
                    <a:pt x="2238" y="44957"/>
                  </a:lnTo>
                  <a:lnTo>
                    <a:pt x="2194" y="45013"/>
                  </a:lnTo>
                  <a:lnTo>
                    <a:pt x="2138" y="45068"/>
                  </a:lnTo>
                  <a:lnTo>
                    <a:pt x="2082" y="45113"/>
                  </a:lnTo>
                  <a:lnTo>
                    <a:pt x="2027" y="45158"/>
                  </a:lnTo>
                  <a:lnTo>
                    <a:pt x="1960" y="45191"/>
                  </a:lnTo>
                  <a:lnTo>
                    <a:pt x="1893" y="45213"/>
                  </a:lnTo>
                  <a:lnTo>
                    <a:pt x="1826" y="45235"/>
                  </a:lnTo>
                  <a:lnTo>
                    <a:pt x="1748" y="45247"/>
                  </a:lnTo>
                  <a:lnTo>
                    <a:pt x="1682" y="45247"/>
                  </a:lnTo>
                  <a:lnTo>
                    <a:pt x="1682" y="45247"/>
                  </a:lnTo>
                  <a:lnTo>
                    <a:pt x="1604" y="45247"/>
                  </a:lnTo>
                  <a:lnTo>
                    <a:pt x="1537" y="45235"/>
                  </a:lnTo>
                  <a:lnTo>
                    <a:pt x="1470" y="45213"/>
                  </a:lnTo>
                  <a:lnTo>
                    <a:pt x="1403" y="45191"/>
                  </a:lnTo>
                  <a:lnTo>
                    <a:pt x="1336" y="45158"/>
                  </a:lnTo>
                  <a:lnTo>
                    <a:pt x="1281" y="45113"/>
                  </a:lnTo>
                  <a:lnTo>
                    <a:pt x="1225" y="45068"/>
                  </a:lnTo>
                  <a:lnTo>
                    <a:pt x="1169" y="45013"/>
                  </a:lnTo>
                  <a:lnTo>
                    <a:pt x="1125" y="44957"/>
                  </a:lnTo>
                  <a:lnTo>
                    <a:pt x="1080" y="44890"/>
                  </a:lnTo>
                  <a:lnTo>
                    <a:pt x="1047" y="44824"/>
                  </a:lnTo>
                  <a:lnTo>
                    <a:pt x="1014" y="44757"/>
                  </a:lnTo>
                  <a:lnTo>
                    <a:pt x="980" y="44679"/>
                  </a:lnTo>
                  <a:lnTo>
                    <a:pt x="969" y="44601"/>
                  </a:lnTo>
                  <a:lnTo>
                    <a:pt x="958" y="44523"/>
                  </a:lnTo>
                  <a:lnTo>
                    <a:pt x="947" y="4443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7754573" y="3467403"/>
              <a:ext cx="36586" cy="834786"/>
            </a:xfrm>
            <a:custGeom>
              <a:rect b="b" l="l" r="r" t="t"/>
              <a:pathLst>
                <a:path extrusionOk="0" h="35572" w="1559">
                  <a:moveTo>
                    <a:pt x="0" y="0"/>
                  </a:moveTo>
                  <a:lnTo>
                    <a:pt x="735" y="34759"/>
                  </a:lnTo>
                  <a:lnTo>
                    <a:pt x="746" y="34848"/>
                  </a:lnTo>
                  <a:lnTo>
                    <a:pt x="757" y="34926"/>
                  </a:lnTo>
                  <a:lnTo>
                    <a:pt x="768" y="35004"/>
                  </a:lnTo>
                  <a:lnTo>
                    <a:pt x="802" y="35082"/>
                  </a:lnTo>
                  <a:lnTo>
                    <a:pt x="835" y="35149"/>
                  </a:lnTo>
                  <a:lnTo>
                    <a:pt x="868" y="35215"/>
                  </a:lnTo>
                  <a:lnTo>
                    <a:pt x="913" y="35282"/>
                  </a:lnTo>
                  <a:lnTo>
                    <a:pt x="957" y="35338"/>
                  </a:lnTo>
                  <a:lnTo>
                    <a:pt x="1013" y="35393"/>
                  </a:lnTo>
                  <a:lnTo>
                    <a:pt x="1069" y="35438"/>
                  </a:lnTo>
                  <a:lnTo>
                    <a:pt x="1124" y="35483"/>
                  </a:lnTo>
                  <a:lnTo>
                    <a:pt x="1191" y="35516"/>
                  </a:lnTo>
                  <a:lnTo>
                    <a:pt x="1258" y="35538"/>
                  </a:lnTo>
                  <a:lnTo>
                    <a:pt x="1325" y="35560"/>
                  </a:lnTo>
                  <a:lnTo>
                    <a:pt x="1392" y="35572"/>
                  </a:lnTo>
                  <a:lnTo>
                    <a:pt x="1559" y="35572"/>
                  </a:lnTo>
                  <a:lnTo>
                    <a:pt x="802" y="12"/>
                  </a:lnTo>
                  <a:lnTo>
                    <a:pt x="47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7754573" y="3467403"/>
              <a:ext cx="36586" cy="834786"/>
            </a:xfrm>
            <a:custGeom>
              <a:rect b="b" l="l" r="r" t="t"/>
              <a:pathLst>
                <a:path extrusionOk="0" fill="none" h="35572" w="1559">
                  <a:moveTo>
                    <a:pt x="0" y="0"/>
                  </a:moveTo>
                  <a:lnTo>
                    <a:pt x="735" y="34759"/>
                  </a:lnTo>
                  <a:lnTo>
                    <a:pt x="735" y="34759"/>
                  </a:lnTo>
                  <a:lnTo>
                    <a:pt x="746" y="34848"/>
                  </a:lnTo>
                  <a:lnTo>
                    <a:pt x="757" y="34926"/>
                  </a:lnTo>
                  <a:lnTo>
                    <a:pt x="768" y="35004"/>
                  </a:lnTo>
                  <a:lnTo>
                    <a:pt x="802" y="35082"/>
                  </a:lnTo>
                  <a:lnTo>
                    <a:pt x="835" y="35149"/>
                  </a:lnTo>
                  <a:lnTo>
                    <a:pt x="868" y="35215"/>
                  </a:lnTo>
                  <a:lnTo>
                    <a:pt x="913" y="35282"/>
                  </a:lnTo>
                  <a:lnTo>
                    <a:pt x="957" y="35338"/>
                  </a:lnTo>
                  <a:lnTo>
                    <a:pt x="1013" y="35393"/>
                  </a:lnTo>
                  <a:lnTo>
                    <a:pt x="1069" y="35438"/>
                  </a:lnTo>
                  <a:lnTo>
                    <a:pt x="1124" y="35483"/>
                  </a:lnTo>
                  <a:lnTo>
                    <a:pt x="1191" y="35516"/>
                  </a:lnTo>
                  <a:lnTo>
                    <a:pt x="1258" y="35538"/>
                  </a:lnTo>
                  <a:lnTo>
                    <a:pt x="1325" y="35560"/>
                  </a:lnTo>
                  <a:lnTo>
                    <a:pt x="1392" y="35572"/>
                  </a:lnTo>
                  <a:lnTo>
                    <a:pt x="1470" y="35572"/>
                  </a:lnTo>
                  <a:lnTo>
                    <a:pt x="1470" y="35572"/>
                  </a:lnTo>
                  <a:lnTo>
                    <a:pt x="1559" y="35572"/>
                  </a:lnTo>
                  <a:lnTo>
                    <a:pt x="802" y="12"/>
                  </a:lnTo>
                  <a:lnTo>
                    <a:pt x="802" y="12"/>
                  </a:lnTo>
                  <a:lnTo>
                    <a:pt x="479" y="12"/>
                  </a:lnTo>
                  <a:lnTo>
                    <a:pt x="479" y="1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7049656" y="3301746"/>
              <a:ext cx="490682" cy="1000443"/>
            </a:xfrm>
            <a:custGeom>
              <a:rect b="b" l="l" r="r" t="t"/>
              <a:pathLst>
                <a:path extrusionOk="0" h="42631" w="20909">
                  <a:moveTo>
                    <a:pt x="17791" y="1"/>
                  </a:moveTo>
                  <a:lnTo>
                    <a:pt x="78" y="41606"/>
                  </a:lnTo>
                  <a:lnTo>
                    <a:pt x="45" y="41684"/>
                  </a:lnTo>
                  <a:lnTo>
                    <a:pt x="22" y="41762"/>
                  </a:lnTo>
                  <a:lnTo>
                    <a:pt x="11" y="41840"/>
                  </a:lnTo>
                  <a:lnTo>
                    <a:pt x="11" y="41918"/>
                  </a:lnTo>
                  <a:lnTo>
                    <a:pt x="0" y="41996"/>
                  </a:lnTo>
                  <a:lnTo>
                    <a:pt x="11" y="42074"/>
                  </a:lnTo>
                  <a:lnTo>
                    <a:pt x="22" y="42141"/>
                  </a:lnTo>
                  <a:lnTo>
                    <a:pt x="45" y="42208"/>
                  </a:lnTo>
                  <a:lnTo>
                    <a:pt x="67" y="42274"/>
                  </a:lnTo>
                  <a:lnTo>
                    <a:pt x="100" y="42341"/>
                  </a:lnTo>
                  <a:lnTo>
                    <a:pt x="145" y="42397"/>
                  </a:lnTo>
                  <a:lnTo>
                    <a:pt x="189" y="42452"/>
                  </a:lnTo>
                  <a:lnTo>
                    <a:pt x="234" y="42497"/>
                  </a:lnTo>
                  <a:lnTo>
                    <a:pt x="290" y="42542"/>
                  </a:lnTo>
                  <a:lnTo>
                    <a:pt x="356" y="42575"/>
                  </a:lnTo>
                  <a:lnTo>
                    <a:pt x="423" y="42597"/>
                  </a:lnTo>
                  <a:lnTo>
                    <a:pt x="490" y="42619"/>
                  </a:lnTo>
                  <a:lnTo>
                    <a:pt x="557" y="42631"/>
                  </a:lnTo>
                  <a:lnTo>
                    <a:pt x="701" y="42631"/>
                  </a:lnTo>
                  <a:lnTo>
                    <a:pt x="779" y="42619"/>
                  </a:lnTo>
                  <a:lnTo>
                    <a:pt x="857" y="42597"/>
                  </a:lnTo>
                  <a:lnTo>
                    <a:pt x="924" y="42575"/>
                  </a:lnTo>
                  <a:lnTo>
                    <a:pt x="991" y="42542"/>
                  </a:lnTo>
                  <a:lnTo>
                    <a:pt x="1125" y="42464"/>
                  </a:lnTo>
                  <a:lnTo>
                    <a:pt x="1247" y="42352"/>
                  </a:lnTo>
                  <a:lnTo>
                    <a:pt x="1303" y="42297"/>
                  </a:lnTo>
                  <a:lnTo>
                    <a:pt x="1358" y="42230"/>
                  </a:lnTo>
                  <a:lnTo>
                    <a:pt x="1403" y="42152"/>
                  </a:lnTo>
                  <a:lnTo>
                    <a:pt x="1447" y="42085"/>
                  </a:lnTo>
                  <a:lnTo>
                    <a:pt x="20909" y="1092"/>
                  </a:lnTo>
                  <a:lnTo>
                    <a:pt x="17791" y="1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7049656" y="3301746"/>
              <a:ext cx="490682" cy="1000443"/>
            </a:xfrm>
            <a:custGeom>
              <a:rect b="b" l="l" r="r" t="t"/>
              <a:pathLst>
                <a:path extrusionOk="0" fill="none" h="42631" w="20909">
                  <a:moveTo>
                    <a:pt x="1447" y="42085"/>
                  </a:moveTo>
                  <a:lnTo>
                    <a:pt x="20909" y="1092"/>
                  </a:lnTo>
                  <a:lnTo>
                    <a:pt x="17791" y="1"/>
                  </a:lnTo>
                  <a:lnTo>
                    <a:pt x="78" y="41606"/>
                  </a:lnTo>
                  <a:lnTo>
                    <a:pt x="78" y="41606"/>
                  </a:lnTo>
                  <a:lnTo>
                    <a:pt x="45" y="41684"/>
                  </a:lnTo>
                  <a:lnTo>
                    <a:pt x="22" y="41762"/>
                  </a:lnTo>
                  <a:lnTo>
                    <a:pt x="11" y="41840"/>
                  </a:lnTo>
                  <a:lnTo>
                    <a:pt x="11" y="41918"/>
                  </a:lnTo>
                  <a:lnTo>
                    <a:pt x="0" y="41996"/>
                  </a:lnTo>
                  <a:lnTo>
                    <a:pt x="11" y="42074"/>
                  </a:lnTo>
                  <a:lnTo>
                    <a:pt x="22" y="42141"/>
                  </a:lnTo>
                  <a:lnTo>
                    <a:pt x="45" y="42208"/>
                  </a:lnTo>
                  <a:lnTo>
                    <a:pt x="67" y="42274"/>
                  </a:lnTo>
                  <a:lnTo>
                    <a:pt x="100" y="42341"/>
                  </a:lnTo>
                  <a:lnTo>
                    <a:pt x="145" y="42397"/>
                  </a:lnTo>
                  <a:lnTo>
                    <a:pt x="189" y="42452"/>
                  </a:lnTo>
                  <a:lnTo>
                    <a:pt x="234" y="42497"/>
                  </a:lnTo>
                  <a:lnTo>
                    <a:pt x="290" y="42542"/>
                  </a:lnTo>
                  <a:lnTo>
                    <a:pt x="356" y="42575"/>
                  </a:lnTo>
                  <a:lnTo>
                    <a:pt x="423" y="42597"/>
                  </a:lnTo>
                  <a:lnTo>
                    <a:pt x="423" y="42597"/>
                  </a:lnTo>
                  <a:lnTo>
                    <a:pt x="490" y="42619"/>
                  </a:lnTo>
                  <a:lnTo>
                    <a:pt x="557" y="42631"/>
                  </a:lnTo>
                  <a:lnTo>
                    <a:pt x="635" y="42631"/>
                  </a:lnTo>
                  <a:lnTo>
                    <a:pt x="701" y="42631"/>
                  </a:lnTo>
                  <a:lnTo>
                    <a:pt x="779" y="42619"/>
                  </a:lnTo>
                  <a:lnTo>
                    <a:pt x="857" y="42597"/>
                  </a:lnTo>
                  <a:lnTo>
                    <a:pt x="924" y="42575"/>
                  </a:lnTo>
                  <a:lnTo>
                    <a:pt x="991" y="42542"/>
                  </a:lnTo>
                  <a:lnTo>
                    <a:pt x="1125" y="42464"/>
                  </a:lnTo>
                  <a:lnTo>
                    <a:pt x="1247" y="42352"/>
                  </a:lnTo>
                  <a:lnTo>
                    <a:pt x="1303" y="42297"/>
                  </a:lnTo>
                  <a:lnTo>
                    <a:pt x="1358" y="42230"/>
                  </a:lnTo>
                  <a:lnTo>
                    <a:pt x="1403" y="42152"/>
                  </a:lnTo>
                  <a:lnTo>
                    <a:pt x="1447" y="4208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7049656" y="3425068"/>
              <a:ext cx="392963" cy="877121"/>
            </a:xfrm>
            <a:custGeom>
              <a:rect b="b" l="l" r="r" t="t"/>
              <a:pathLst>
                <a:path extrusionOk="0" h="37376" w="16745">
                  <a:moveTo>
                    <a:pt x="15553" y="1"/>
                  </a:moveTo>
                  <a:lnTo>
                    <a:pt x="78" y="36351"/>
                  </a:lnTo>
                  <a:lnTo>
                    <a:pt x="45" y="36440"/>
                  </a:lnTo>
                  <a:lnTo>
                    <a:pt x="22" y="36529"/>
                  </a:lnTo>
                  <a:lnTo>
                    <a:pt x="11" y="36619"/>
                  </a:lnTo>
                  <a:lnTo>
                    <a:pt x="0" y="36708"/>
                  </a:lnTo>
                  <a:lnTo>
                    <a:pt x="11" y="36819"/>
                  </a:lnTo>
                  <a:lnTo>
                    <a:pt x="33" y="36919"/>
                  </a:lnTo>
                  <a:lnTo>
                    <a:pt x="67" y="37008"/>
                  </a:lnTo>
                  <a:lnTo>
                    <a:pt x="111" y="37097"/>
                  </a:lnTo>
                  <a:lnTo>
                    <a:pt x="178" y="37175"/>
                  </a:lnTo>
                  <a:lnTo>
                    <a:pt x="245" y="37253"/>
                  </a:lnTo>
                  <a:lnTo>
                    <a:pt x="323" y="37309"/>
                  </a:lnTo>
                  <a:lnTo>
                    <a:pt x="423" y="37342"/>
                  </a:lnTo>
                  <a:lnTo>
                    <a:pt x="523" y="37376"/>
                  </a:lnTo>
                  <a:lnTo>
                    <a:pt x="724" y="37376"/>
                  </a:lnTo>
                  <a:lnTo>
                    <a:pt x="824" y="37353"/>
                  </a:lnTo>
                  <a:lnTo>
                    <a:pt x="913" y="37320"/>
                  </a:lnTo>
                  <a:lnTo>
                    <a:pt x="1013" y="37275"/>
                  </a:lnTo>
                  <a:lnTo>
                    <a:pt x="16745" y="324"/>
                  </a:lnTo>
                  <a:lnTo>
                    <a:pt x="16132" y="157"/>
                  </a:lnTo>
                  <a:lnTo>
                    <a:pt x="15553" y="1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7049656" y="3425068"/>
              <a:ext cx="392963" cy="877121"/>
            </a:xfrm>
            <a:custGeom>
              <a:rect b="b" l="l" r="r" t="t"/>
              <a:pathLst>
                <a:path extrusionOk="0" fill="none" h="37376" w="16745">
                  <a:moveTo>
                    <a:pt x="15553" y="1"/>
                  </a:moveTo>
                  <a:lnTo>
                    <a:pt x="78" y="36351"/>
                  </a:lnTo>
                  <a:lnTo>
                    <a:pt x="78" y="36351"/>
                  </a:lnTo>
                  <a:lnTo>
                    <a:pt x="45" y="36440"/>
                  </a:lnTo>
                  <a:lnTo>
                    <a:pt x="22" y="36529"/>
                  </a:lnTo>
                  <a:lnTo>
                    <a:pt x="11" y="36619"/>
                  </a:lnTo>
                  <a:lnTo>
                    <a:pt x="0" y="36708"/>
                  </a:lnTo>
                  <a:lnTo>
                    <a:pt x="0" y="36708"/>
                  </a:lnTo>
                  <a:lnTo>
                    <a:pt x="11" y="36819"/>
                  </a:lnTo>
                  <a:lnTo>
                    <a:pt x="33" y="36919"/>
                  </a:lnTo>
                  <a:lnTo>
                    <a:pt x="67" y="37008"/>
                  </a:lnTo>
                  <a:lnTo>
                    <a:pt x="111" y="37097"/>
                  </a:lnTo>
                  <a:lnTo>
                    <a:pt x="178" y="37175"/>
                  </a:lnTo>
                  <a:lnTo>
                    <a:pt x="245" y="37253"/>
                  </a:lnTo>
                  <a:lnTo>
                    <a:pt x="323" y="37309"/>
                  </a:lnTo>
                  <a:lnTo>
                    <a:pt x="423" y="37342"/>
                  </a:lnTo>
                  <a:lnTo>
                    <a:pt x="423" y="37342"/>
                  </a:lnTo>
                  <a:lnTo>
                    <a:pt x="523" y="37376"/>
                  </a:lnTo>
                  <a:lnTo>
                    <a:pt x="635" y="37376"/>
                  </a:lnTo>
                  <a:lnTo>
                    <a:pt x="635" y="37376"/>
                  </a:lnTo>
                  <a:lnTo>
                    <a:pt x="724" y="37376"/>
                  </a:lnTo>
                  <a:lnTo>
                    <a:pt x="824" y="37353"/>
                  </a:lnTo>
                  <a:lnTo>
                    <a:pt x="913" y="37320"/>
                  </a:lnTo>
                  <a:lnTo>
                    <a:pt x="1013" y="37275"/>
                  </a:lnTo>
                  <a:lnTo>
                    <a:pt x="16745" y="324"/>
                  </a:lnTo>
                  <a:lnTo>
                    <a:pt x="16745" y="324"/>
                  </a:lnTo>
                  <a:lnTo>
                    <a:pt x="16132" y="157"/>
                  </a:lnTo>
                  <a:lnTo>
                    <a:pt x="1555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7225475" y="2199454"/>
              <a:ext cx="1319976" cy="1268747"/>
            </a:xfrm>
            <a:custGeom>
              <a:rect b="b" l="l" r="r" t="t"/>
              <a:pathLst>
                <a:path extrusionOk="0" h="54064" w="56247">
                  <a:moveTo>
                    <a:pt x="40037" y="0"/>
                  </a:moveTo>
                  <a:lnTo>
                    <a:pt x="39736" y="11"/>
                  </a:lnTo>
                  <a:lnTo>
                    <a:pt x="39435" y="34"/>
                  </a:lnTo>
                  <a:lnTo>
                    <a:pt x="39135" y="67"/>
                  </a:lnTo>
                  <a:lnTo>
                    <a:pt x="38823" y="112"/>
                  </a:lnTo>
                  <a:lnTo>
                    <a:pt x="38522" y="167"/>
                  </a:lnTo>
                  <a:lnTo>
                    <a:pt x="38211" y="234"/>
                  </a:lnTo>
                  <a:lnTo>
                    <a:pt x="37899" y="323"/>
                  </a:lnTo>
                  <a:lnTo>
                    <a:pt x="37587" y="423"/>
                  </a:lnTo>
                  <a:lnTo>
                    <a:pt x="37264" y="524"/>
                  </a:lnTo>
                  <a:lnTo>
                    <a:pt x="36953" y="657"/>
                  </a:lnTo>
                  <a:lnTo>
                    <a:pt x="36630" y="791"/>
                  </a:lnTo>
                  <a:lnTo>
                    <a:pt x="36307" y="935"/>
                  </a:lnTo>
                  <a:lnTo>
                    <a:pt x="35984" y="1102"/>
                  </a:lnTo>
                  <a:lnTo>
                    <a:pt x="35661" y="1281"/>
                  </a:lnTo>
                  <a:lnTo>
                    <a:pt x="35216" y="1537"/>
                  </a:lnTo>
                  <a:lnTo>
                    <a:pt x="34771" y="1815"/>
                  </a:lnTo>
                  <a:lnTo>
                    <a:pt x="34347" y="2104"/>
                  </a:lnTo>
                  <a:lnTo>
                    <a:pt x="33924" y="2405"/>
                  </a:lnTo>
                  <a:lnTo>
                    <a:pt x="33579" y="2650"/>
                  </a:lnTo>
                  <a:lnTo>
                    <a:pt x="33245" y="2917"/>
                  </a:lnTo>
                  <a:lnTo>
                    <a:pt x="32922" y="3184"/>
                  </a:lnTo>
                  <a:lnTo>
                    <a:pt x="32599" y="3452"/>
                  </a:lnTo>
                  <a:lnTo>
                    <a:pt x="32277" y="3730"/>
                  </a:lnTo>
                  <a:lnTo>
                    <a:pt x="31965" y="4019"/>
                  </a:lnTo>
                  <a:lnTo>
                    <a:pt x="31664" y="4320"/>
                  </a:lnTo>
                  <a:lnTo>
                    <a:pt x="31353" y="4621"/>
                  </a:lnTo>
                  <a:lnTo>
                    <a:pt x="31063" y="4921"/>
                  </a:lnTo>
                  <a:lnTo>
                    <a:pt x="30762" y="5233"/>
                  </a:lnTo>
                  <a:lnTo>
                    <a:pt x="30473" y="5556"/>
                  </a:lnTo>
                  <a:lnTo>
                    <a:pt x="30195" y="5879"/>
                  </a:lnTo>
                  <a:lnTo>
                    <a:pt x="29916" y="6202"/>
                  </a:lnTo>
                  <a:lnTo>
                    <a:pt x="29638" y="6536"/>
                  </a:lnTo>
                  <a:lnTo>
                    <a:pt x="29104" y="7226"/>
                  </a:lnTo>
                  <a:lnTo>
                    <a:pt x="28591" y="7927"/>
                  </a:lnTo>
                  <a:lnTo>
                    <a:pt x="28090" y="8651"/>
                  </a:lnTo>
                  <a:lnTo>
                    <a:pt x="27601" y="9386"/>
                  </a:lnTo>
                  <a:lnTo>
                    <a:pt x="27144" y="10143"/>
                  </a:lnTo>
                  <a:lnTo>
                    <a:pt x="26688" y="10900"/>
                  </a:lnTo>
                  <a:lnTo>
                    <a:pt x="26253" y="11679"/>
                  </a:lnTo>
                  <a:lnTo>
                    <a:pt x="25842" y="12470"/>
                  </a:lnTo>
                  <a:lnTo>
                    <a:pt x="25441" y="13260"/>
                  </a:lnTo>
                  <a:lnTo>
                    <a:pt x="25051" y="14073"/>
                  </a:lnTo>
                  <a:lnTo>
                    <a:pt x="24672" y="14886"/>
                  </a:lnTo>
                  <a:lnTo>
                    <a:pt x="24316" y="15698"/>
                  </a:lnTo>
                  <a:lnTo>
                    <a:pt x="23971" y="16511"/>
                  </a:lnTo>
                  <a:lnTo>
                    <a:pt x="23637" y="17335"/>
                  </a:lnTo>
                  <a:lnTo>
                    <a:pt x="23325" y="18159"/>
                  </a:lnTo>
                  <a:lnTo>
                    <a:pt x="23014" y="18983"/>
                  </a:lnTo>
                  <a:lnTo>
                    <a:pt x="22724" y="19795"/>
                  </a:lnTo>
                  <a:lnTo>
                    <a:pt x="22446" y="20608"/>
                  </a:lnTo>
                  <a:lnTo>
                    <a:pt x="22179" y="21421"/>
                  </a:lnTo>
                  <a:lnTo>
                    <a:pt x="21911" y="22222"/>
                  </a:lnTo>
                  <a:lnTo>
                    <a:pt x="21666" y="23024"/>
                  </a:lnTo>
                  <a:lnTo>
                    <a:pt x="21433" y="23803"/>
                  </a:lnTo>
                  <a:lnTo>
                    <a:pt x="21210" y="24583"/>
                  </a:lnTo>
                  <a:lnTo>
                    <a:pt x="20776" y="26097"/>
                  </a:lnTo>
                  <a:lnTo>
                    <a:pt x="20653" y="26542"/>
                  </a:lnTo>
                  <a:lnTo>
                    <a:pt x="20219" y="28212"/>
                  </a:lnTo>
                  <a:lnTo>
                    <a:pt x="19829" y="29782"/>
                  </a:lnTo>
                  <a:lnTo>
                    <a:pt x="19150" y="32510"/>
                  </a:lnTo>
                  <a:lnTo>
                    <a:pt x="18861" y="33645"/>
                  </a:lnTo>
                  <a:lnTo>
                    <a:pt x="18716" y="34146"/>
                  </a:lnTo>
                  <a:lnTo>
                    <a:pt x="18594" y="34603"/>
                  </a:lnTo>
                  <a:lnTo>
                    <a:pt x="18460" y="35015"/>
                  </a:lnTo>
                  <a:lnTo>
                    <a:pt x="18338" y="35371"/>
                  </a:lnTo>
                  <a:lnTo>
                    <a:pt x="18226" y="35672"/>
                  </a:lnTo>
                  <a:lnTo>
                    <a:pt x="18115" y="35905"/>
                  </a:lnTo>
                  <a:lnTo>
                    <a:pt x="18059" y="35994"/>
                  </a:lnTo>
                  <a:lnTo>
                    <a:pt x="18004" y="36084"/>
                  </a:lnTo>
                  <a:lnTo>
                    <a:pt x="17859" y="36251"/>
                  </a:lnTo>
                  <a:lnTo>
                    <a:pt x="17681" y="36429"/>
                  </a:lnTo>
                  <a:lnTo>
                    <a:pt x="17469" y="36607"/>
                  </a:lnTo>
                  <a:lnTo>
                    <a:pt x="17235" y="36785"/>
                  </a:lnTo>
                  <a:lnTo>
                    <a:pt x="16968" y="36963"/>
                  </a:lnTo>
                  <a:lnTo>
                    <a:pt x="16668" y="37141"/>
                  </a:lnTo>
                  <a:lnTo>
                    <a:pt x="16345" y="37319"/>
                  </a:lnTo>
                  <a:lnTo>
                    <a:pt x="16000" y="37509"/>
                  </a:lnTo>
                  <a:lnTo>
                    <a:pt x="15632" y="37687"/>
                  </a:lnTo>
                  <a:lnTo>
                    <a:pt x="15243" y="37876"/>
                  </a:lnTo>
                  <a:lnTo>
                    <a:pt x="14831" y="38065"/>
                  </a:lnTo>
                  <a:lnTo>
                    <a:pt x="13951" y="38455"/>
                  </a:lnTo>
                  <a:lnTo>
                    <a:pt x="13016" y="38845"/>
                  </a:lnTo>
                  <a:lnTo>
                    <a:pt x="12036" y="39245"/>
                  </a:lnTo>
                  <a:lnTo>
                    <a:pt x="11012" y="39657"/>
                  </a:lnTo>
                  <a:lnTo>
                    <a:pt x="8919" y="40492"/>
                  </a:lnTo>
                  <a:lnTo>
                    <a:pt x="7872" y="40927"/>
                  </a:lnTo>
                  <a:lnTo>
                    <a:pt x="6837" y="41361"/>
                  </a:lnTo>
                  <a:lnTo>
                    <a:pt x="5835" y="41817"/>
                  </a:lnTo>
                  <a:lnTo>
                    <a:pt x="5345" y="42040"/>
                  </a:lnTo>
                  <a:lnTo>
                    <a:pt x="4866" y="42274"/>
                  </a:lnTo>
                  <a:lnTo>
                    <a:pt x="4098" y="42663"/>
                  </a:lnTo>
                  <a:lnTo>
                    <a:pt x="3742" y="42853"/>
                  </a:lnTo>
                  <a:lnTo>
                    <a:pt x="3385" y="43053"/>
                  </a:lnTo>
                  <a:lnTo>
                    <a:pt x="3040" y="43253"/>
                  </a:lnTo>
                  <a:lnTo>
                    <a:pt x="2717" y="43454"/>
                  </a:lnTo>
                  <a:lnTo>
                    <a:pt x="2395" y="43654"/>
                  </a:lnTo>
                  <a:lnTo>
                    <a:pt x="2105" y="43855"/>
                  </a:lnTo>
                  <a:lnTo>
                    <a:pt x="1816" y="44055"/>
                  </a:lnTo>
                  <a:lnTo>
                    <a:pt x="1548" y="44267"/>
                  </a:lnTo>
                  <a:lnTo>
                    <a:pt x="1303" y="44478"/>
                  </a:lnTo>
                  <a:lnTo>
                    <a:pt x="1081" y="44690"/>
                  </a:lnTo>
                  <a:lnTo>
                    <a:pt x="869" y="44901"/>
                  </a:lnTo>
                  <a:lnTo>
                    <a:pt x="680" y="45113"/>
                  </a:lnTo>
                  <a:lnTo>
                    <a:pt x="513" y="45324"/>
                  </a:lnTo>
                  <a:lnTo>
                    <a:pt x="368" y="45547"/>
                  </a:lnTo>
                  <a:lnTo>
                    <a:pt x="246" y="45758"/>
                  </a:lnTo>
                  <a:lnTo>
                    <a:pt x="146" y="45981"/>
                  </a:lnTo>
                  <a:lnTo>
                    <a:pt x="68" y="46204"/>
                  </a:lnTo>
                  <a:lnTo>
                    <a:pt x="23" y="46426"/>
                  </a:lnTo>
                  <a:lnTo>
                    <a:pt x="12" y="46538"/>
                  </a:lnTo>
                  <a:lnTo>
                    <a:pt x="1" y="46649"/>
                  </a:lnTo>
                  <a:lnTo>
                    <a:pt x="1" y="46760"/>
                  </a:lnTo>
                  <a:lnTo>
                    <a:pt x="12" y="46872"/>
                  </a:lnTo>
                  <a:lnTo>
                    <a:pt x="23" y="46994"/>
                  </a:lnTo>
                  <a:lnTo>
                    <a:pt x="45" y="47106"/>
                  </a:lnTo>
                  <a:lnTo>
                    <a:pt x="79" y="47217"/>
                  </a:lnTo>
                  <a:lnTo>
                    <a:pt x="112" y="47339"/>
                  </a:lnTo>
                  <a:lnTo>
                    <a:pt x="157" y="47451"/>
                  </a:lnTo>
                  <a:lnTo>
                    <a:pt x="201" y="47562"/>
                  </a:lnTo>
                  <a:lnTo>
                    <a:pt x="268" y="47684"/>
                  </a:lnTo>
                  <a:lnTo>
                    <a:pt x="335" y="47796"/>
                  </a:lnTo>
                  <a:lnTo>
                    <a:pt x="491" y="48041"/>
                  </a:lnTo>
                  <a:lnTo>
                    <a:pt x="680" y="48275"/>
                  </a:lnTo>
                  <a:lnTo>
                    <a:pt x="903" y="48508"/>
                  </a:lnTo>
                  <a:lnTo>
                    <a:pt x="1170" y="48753"/>
                  </a:lnTo>
                  <a:lnTo>
                    <a:pt x="1459" y="48998"/>
                  </a:lnTo>
                  <a:lnTo>
                    <a:pt x="1793" y="49243"/>
                  </a:lnTo>
                  <a:lnTo>
                    <a:pt x="2350" y="49622"/>
                  </a:lnTo>
                  <a:lnTo>
                    <a:pt x="2651" y="49811"/>
                  </a:lnTo>
                  <a:lnTo>
                    <a:pt x="2951" y="50000"/>
                  </a:lnTo>
                  <a:lnTo>
                    <a:pt x="3541" y="50345"/>
                  </a:lnTo>
                  <a:lnTo>
                    <a:pt x="3864" y="50523"/>
                  </a:lnTo>
                  <a:lnTo>
                    <a:pt x="4187" y="50690"/>
                  </a:lnTo>
                  <a:lnTo>
                    <a:pt x="4521" y="50857"/>
                  </a:lnTo>
                  <a:lnTo>
                    <a:pt x="4866" y="51024"/>
                  </a:lnTo>
                  <a:lnTo>
                    <a:pt x="5234" y="51191"/>
                  </a:lnTo>
                  <a:lnTo>
                    <a:pt x="5601" y="51347"/>
                  </a:lnTo>
                  <a:lnTo>
                    <a:pt x="5991" y="51503"/>
                  </a:lnTo>
                  <a:lnTo>
                    <a:pt x="6391" y="51659"/>
                  </a:lnTo>
                  <a:lnTo>
                    <a:pt x="6803" y="51815"/>
                  </a:lnTo>
                  <a:lnTo>
                    <a:pt x="7238" y="51960"/>
                  </a:lnTo>
                  <a:lnTo>
                    <a:pt x="7683" y="52104"/>
                  </a:lnTo>
                  <a:lnTo>
                    <a:pt x="8151" y="52249"/>
                  </a:lnTo>
                  <a:lnTo>
                    <a:pt x="8629" y="52383"/>
                  </a:lnTo>
                  <a:lnTo>
                    <a:pt x="9130" y="52516"/>
                  </a:lnTo>
                  <a:lnTo>
                    <a:pt x="9654" y="52650"/>
                  </a:lnTo>
                  <a:lnTo>
                    <a:pt x="10188" y="52772"/>
                  </a:lnTo>
                  <a:lnTo>
                    <a:pt x="10745" y="52895"/>
                  </a:lnTo>
                  <a:lnTo>
                    <a:pt x="11324" y="53006"/>
                  </a:lnTo>
                  <a:lnTo>
                    <a:pt x="11925" y="53118"/>
                  </a:lnTo>
                  <a:lnTo>
                    <a:pt x="12537" y="53218"/>
                  </a:lnTo>
                  <a:lnTo>
                    <a:pt x="13183" y="53318"/>
                  </a:lnTo>
                  <a:lnTo>
                    <a:pt x="13840" y="53418"/>
                  </a:lnTo>
                  <a:lnTo>
                    <a:pt x="14530" y="53507"/>
                  </a:lnTo>
                  <a:lnTo>
                    <a:pt x="15243" y="53585"/>
                  </a:lnTo>
                  <a:lnTo>
                    <a:pt x="15977" y="53663"/>
                  </a:lnTo>
                  <a:lnTo>
                    <a:pt x="16734" y="53730"/>
                  </a:lnTo>
                  <a:lnTo>
                    <a:pt x="17525" y="53797"/>
                  </a:lnTo>
                  <a:lnTo>
                    <a:pt x="18338" y="53852"/>
                  </a:lnTo>
                  <a:lnTo>
                    <a:pt x="19173" y="53908"/>
                  </a:lnTo>
                  <a:lnTo>
                    <a:pt x="20041" y="53953"/>
                  </a:lnTo>
                  <a:lnTo>
                    <a:pt x="21488" y="53997"/>
                  </a:lnTo>
                  <a:lnTo>
                    <a:pt x="23025" y="54042"/>
                  </a:lnTo>
                  <a:lnTo>
                    <a:pt x="24572" y="54064"/>
                  </a:lnTo>
                  <a:lnTo>
                    <a:pt x="27545" y="54064"/>
                  </a:lnTo>
                  <a:lnTo>
                    <a:pt x="28959" y="54042"/>
                  </a:lnTo>
                  <a:lnTo>
                    <a:pt x="30328" y="54019"/>
                  </a:lnTo>
                  <a:lnTo>
                    <a:pt x="31664" y="53964"/>
                  </a:lnTo>
                  <a:lnTo>
                    <a:pt x="32956" y="53908"/>
                  </a:lnTo>
                  <a:lnTo>
                    <a:pt x="34192" y="53830"/>
                  </a:lnTo>
                  <a:lnTo>
                    <a:pt x="35405" y="53730"/>
                  </a:lnTo>
                  <a:lnTo>
                    <a:pt x="36563" y="53619"/>
                  </a:lnTo>
                  <a:lnTo>
                    <a:pt x="37687" y="53485"/>
                  </a:lnTo>
                  <a:lnTo>
                    <a:pt x="38779" y="53340"/>
                  </a:lnTo>
                  <a:lnTo>
                    <a:pt x="39825" y="53162"/>
                  </a:lnTo>
                  <a:lnTo>
                    <a:pt x="40337" y="53073"/>
                  </a:lnTo>
                  <a:lnTo>
                    <a:pt x="40838" y="52973"/>
                  </a:lnTo>
                  <a:lnTo>
                    <a:pt x="41328" y="52873"/>
                  </a:lnTo>
                  <a:lnTo>
                    <a:pt x="41807" y="52761"/>
                  </a:lnTo>
                  <a:lnTo>
                    <a:pt x="42274" y="52650"/>
                  </a:lnTo>
                  <a:lnTo>
                    <a:pt x="42742" y="52527"/>
                  </a:lnTo>
                  <a:lnTo>
                    <a:pt x="43198" y="52405"/>
                  </a:lnTo>
                  <a:lnTo>
                    <a:pt x="43644" y="52271"/>
                  </a:lnTo>
                  <a:lnTo>
                    <a:pt x="44078" y="52138"/>
                  </a:lnTo>
                  <a:lnTo>
                    <a:pt x="44512" y="51993"/>
                  </a:lnTo>
                  <a:lnTo>
                    <a:pt x="44935" y="51837"/>
                  </a:lnTo>
                  <a:lnTo>
                    <a:pt x="45347" y="51681"/>
                  </a:lnTo>
                  <a:lnTo>
                    <a:pt x="45748" y="51525"/>
                  </a:lnTo>
                  <a:lnTo>
                    <a:pt x="46149" y="51358"/>
                  </a:lnTo>
                  <a:lnTo>
                    <a:pt x="46539" y="51180"/>
                  </a:lnTo>
                  <a:lnTo>
                    <a:pt x="46917" y="51002"/>
                  </a:lnTo>
                  <a:lnTo>
                    <a:pt x="47284" y="50813"/>
                  </a:lnTo>
                  <a:lnTo>
                    <a:pt x="47652" y="50624"/>
                  </a:lnTo>
                  <a:lnTo>
                    <a:pt x="48008" y="50412"/>
                  </a:lnTo>
                  <a:lnTo>
                    <a:pt x="48353" y="50212"/>
                  </a:lnTo>
                  <a:lnTo>
                    <a:pt x="48698" y="50000"/>
                  </a:lnTo>
                  <a:lnTo>
                    <a:pt x="49032" y="49778"/>
                  </a:lnTo>
                  <a:lnTo>
                    <a:pt x="49355" y="49544"/>
                  </a:lnTo>
                  <a:lnTo>
                    <a:pt x="49678" y="49310"/>
                  </a:lnTo>
                  <a:lnTo>
                    <a:pt x="49990" y="49065"/>
                  </a:lnTo>
                  <a:lnTo>
                    <a:pt x="50290" y="48809"/>
                  </a:lnTo>
                  <a:lnTo>
                    <a:pt x="50591" y="48553"/>
                  </a:lnTo>
                  <a:lnTo>
                    <a:pt x="50881" y="48286"/>
                  </a:lnTo>
                  <a:lnTo>
                    <a:pt x="51170" y="48018"/>
                  </a:lnTo>
                  <a:lnTo>
                    <a:pt x="51448" y="47740"/>
                  </a:lnTo>
                  <a:lnTo>
                    <a:pt x="51716" y="47451"/>
                  </a:lnTo>
                  <a:lnTo>
                    <a:pt x="51983" y="47150"/>
                  </a:lnTo>
                  <a:lnTo>
                    <a:pt x="52239" y="46849"/>
                  </a:lnTo>
                  <a:lnTo>
                    <a:pt x="52484" y="46527"/>
                  </a:lnTo>
                  <a:lnTo>
                    <a:pt x="52729" y="46215"/>
                  </a:lnTo>
                  <a:lnTo>
                    <a:pt x="52974" y="45881"/>
                  </a:lnTo>
                  <a:lnTo>
                    <a:pt x="53207" y="45547"/>
                  </a:lnTo>
                  <a:lnTo>
                    <a:pt x="53430" y="45202"/>
                  </a:lnTo>
                  <a:lnTo>
                    <a:pt x="53697" y="44768"/>
                  </a:lnTo>
                  <a:lnTo>
                    <a:pt x="53942" y="44322"/>
                  </a:lnTo>
                  <a:lnTo>
                    <a:pt x="54176" y="43855"/>
                  </a:lnTo>
                  <a:lnTo>
                    <a:pt x="54399" y="43365"/>
                  </a:lnTo>
                  <a:lnTo>
                    <a:pt x="54599" y="42864"/>
                  </a:lnTo>
                  <a:lnTo>
                    <a:pt x="54800" y="42340"/>
                  </a:lnTo>
                  <a:lnTo>
                    <a:pt x="54978" y="41806"/>
                  </a:lnTo>
                  <a:lnTo>
                    <a:pt x="55145" y="41249"/>
                  </a:lnTo>
                  <a:lnTo>
                    <a:pt x="55301" y="40682"/>
                  </a:lnTo>
                  <a:lnTo>
                    <a:pt x="55445" y="40092"/>
                  </a:lnTo>
                  <a:lnTo>
                    <a:pt x="55579" y="39490"/>
                  </a:lnTo>
                  <a:lnTo>
                    <a:pt x="55701" y="38878"/>
                  </a:lnTo>
                  <a:lnTo>
                    <a:pt x="55813" y="38255"/>
                  </a:lnTo>
                  <a:lnTo>
                    <a:pt x="55902" y="37620"/>
                  </a:lnTo>
                  <a:lnTo>
                    <a:pt x="55991" y="36963"/>
                  </a:lnTo>
                  <a:lnTo>
                    <a:pt x="56058" y="36306"/>
                  </a:lnTo>
                  <a:lnTo>
                    <a:pt x="56124" y="35583"/>
                  </a:lnTo>
                  <a:lnTo>
                    <a:pt x="56169" y="34848"/>
                  </a:lnTo>
                  <a:lnTo>
                    <a:pt x="56213" y="34102"/>
                  </a:lnTo>
                  <a:lnTo>
                    <a:pt x="56236" y="33345"/>
                  </a:lnTo>
                  <a:lnTo>
                    <a:pt x="56247" y="32588"/>
                  </a:lnTo>
                  <a:lnTo>
                    <a:pt x="56247" y="31819"/>
                  </a:lnTo>
                  <a:lnTo>
                    <a:pt x="56225" y="31040"/>
                  </a:lnTo>
                  <a:lnTo>
                    <a:pt x="56202" y="30250"/>
                  </a:lnTo>
                  <a:lnTo>
                    <a:pt x="56158" y="29459"/>
                  </a:lnTo>
                  <a:lnTo>
                    <a:pt x="56113" y="28669"/>
                  </a:lnTo>
                  <a:lnTo>
                    <a:pt x="56046" y="27867"/>
                  </a:lnTo>
                  <a:lnTo>
                    <a:pt x="55969" y="27065"/>
                  </a:lnTo>
                  <a:lnTo>
                    <a:pt x="55879" y="26253"/>
                  </a:lnTo>
                  <a:lnTo>
                    <a:pt x="55779" y="25451"/>
                  </a:lnTo>
                  <a:lnTo>
                    <a:pt x="55668" y="24638"/>
                  </a:lnTo>
                  <a:lnTo>
                    <a:pt x="55534" y="23837"/>
                  </a:lnTo>
                  <a:lnTo>
                    <a:pt x="55401" y="23024"/>
                  </a:lnTo>
                  <a:lnTo>
                    <a:pt x="55256" y="22222"/>
                  </a:lnTo>
                  <a:lnTo>
                    <a:pt x="55100" y="21410"/>
                  </a:lnTo>
                  <a:lnTo>
                    <a:pt x="54933" y="20608"/>
                  </a:lnTo>
                  <a:lnTo>
                    <a:pt x="54744" y="19818"/>
                  </a:lnTo>
                  <a:lnTo>
                    <a:pt x="54555" y="19016"/>
                  </a:lnTo>
                  <a:lnTo>
                    <a:pt x="54354" y="18226"/>
                  </a:lnTo>
                  <a:lnTo>
                    <a:pt x="54143" y="17446"/>
                  </a:lnTo>
                  <a:lnTo>
                    <a:pt x="53920" y="16678"/>
                  </a:lnTo>
                  <a:lnTo>
                    <a:pt x="53686" y="15910"/>
                  </a:lnTo>
                  <a:lnTo>
                    <a:pt x="53441" y="15142"/>
                  </a:lnTo>
                  <a:lnTo>
                    <a:pt x="53185" y="14396"/>
                  </a:lnTo>
                  <a:lnTo>
                    <a:pt x="52918" y="13661"/>
                  </a:lnTo>
                  <a:lnTo>
                    <a:pt x="52640" y="12926"/>
                  </a:lnTo>
                  <a:lnTo>
                    <a:pt x="52361" y="12214"/>
                  </a:lnTo>
                  <a:lnTo>
                    <a:pt x="52072" y="11501"/>
                  </a:lnTo>
                  <a:lnTo>
                    <a:pt x="51716" y="10711"/>
                  </a:lnTo>
                  <a:lnTo>
                    <a:pt x="51359" y="9931"/>
                  </a:lnTo>
                  <a:lnTo>
                    <a:pt x="50981" y="9174"/>
                  </a:lnTo>
                  <a:lnTo>
                    <a:pt x="50591" y="8451"/>
                  </a:lnTo>
                  <a:lnTo>
                    <a:pt x="50201" y="7738"/>
                  </a:lnTo>
                  <a:lnTo>
                    <a:pt x="49789" y="7048"/>
                  </a:lnTo>
                  <a:lnTo>
                    <a:pt x="49366" y="6380"/>
                  </a:lnTo>
                  <a:lnTo>
                    <a:pt x="48932" y="5745"/>
                  </a:lnTo>
                  <a:lnTo>
                    <a:pt x="48487" y="5133"/>
                  </a:lnTo>
                  <a:lnTo>
                    <a:pt x="48030" y="4543"/>
                  </a:lnTo>
                  <a:lnTo>
                    <a:pt x="47808" y="4264"/>
                  </a:lnTo>
                  <a:lnTo>
                    <a:pt x="47574" y="3997"/>
                  </a:lnTo>
                  <a:lnTo>
                    <a:pt x="47329" y="3730"/>
                  </a:lnTo>
                  <a:lnTo>
                    <a:pt x="47095" y="3474"/>
                  </a:lnTo>
                  <a:lnTo>
                    <a:pt x="46850" y="3218"/>
                  </a:lnTo>
                  <a:lnTo>
                    <a:pt x="46605" y="2984"/>
                  </a:lnTo>
                  <a:lnTo>
                    <a:pt x="46360" y="2750"/>
                  </a:lnTo>
                  <a:lnTo>
                    <a:pt x="46115" y="2516"/>
                  </a:lnTo>
                  <a:lnTo>
                    <a:pt x="45859" y="2305"/>
                  </a:lnTo>
                  <a:lnTo>
                    <a:pt x="45603" y="2093"/>
                  </a:lnTo>
                  <a:lnTo>
                    <a:pt x="45347" y="1893"/>
                  </a:lnTo>
                  <a:lnTo>
                    <a:pt x="45091" y="1704"/>
                  </a:lnTo>
                  <a:lnTo>
                    <a:pt x="44824" y="1526"/>
                  </a:lnTo>
                  <a:lnTo>
                    <a:pt x="44568" y="1359"/>
                  </a:lnTo>
                  <a:lnTo>
                    <a:pt x="44301" y="1192"/>
                  </a:lnTo>
                  <a:lnTo>
                    <a:pt x="44033" y="1036"/>
                  </a:lnTo>
                  <a:lnTo>
                    <a:pt x="43755" y="902"/>
                  </a:lnTo>
                  <a:lnTo>
                    <a:pt x="43488" y="768"/>
                  </a:lnTo>
                  <a:lnTo>
                    <a:pt x="43210" y="646"/>
                  </a:lnTo>
                  <a:lnTo>
                    <a:pt x="42931" y="535"/>
                  </a:lnTo>
                  <a:lnTo>
                    <a:pt x="42653" y="423"/>
                  </a:lnTo>
                  <a:lnTo>
                    <a:pt x="42375" y="334"/>
                  </a:lnTo>
                  <a:lnTo>
                    <a:pt x="42085" y="256"/>
                  </a:lnTo>
                  <a:lnTo>
                    <a:pt x="41796" y="190"/>
                  </a:lnTo>
                  <a:lnTo>
                    <a:pt x="41517" y="123"/>
                  </a:lnTo>
                  <a:lnTo>
                    <a:pt x="41217" y="78"/>
                  </a:lnTo>
                  <a:lnTo>
                    <a:pt x="40927" y="45"/>
                  </a:lnTo>
                  <a:lnTo>
                    <a:pt x="40638" y="11"/>
                  </a:lnTo>
                  <a:lnTo>
                    <a:pt x="40337" y="0"/>
                  </a:lnTo>
                  <a:close/>
                </a:path>
              </a:pathLst>
            </a:custGeom>
            <a:solidFill>
              <a:srgbClr val="DF97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7225475" y="2199454"/>
              <a:ext cx="1319976" cy="1268747"/>
            </a:xfrm>
            <a:custGeom>
              <a:rect b="b" l="l" r="r" t="t"/>
              <a:pathLst>
                <a:path extrusionOk="0" fill="none" h="54064" w="56247">
                  <a:moveTo>
                    <a:pt x="56058" y="36306"/>
                  </a:moveTo>
                  <a:lnTo>
                    <a:pt x="56058" y="36306"/>
                  </a:lnTo>
                  <a:lnTo>
                    <a:pt x="55991" y="36963"/>
                  </a:lnTo>
                  <a:lnTo>
                    <a:pt x="55902" y="37620"/>
                  </a:lnTo>
                  <a:lnTo>
                    <a:pt x="55813" y="38255"/>
                  </a:lnTo>
                  <a:lnTo>
                    <a:pt x="55701" y="38878"/>
                  </a:lnTo>
                  <a:lnTo>
                    <a:pt x="55579" y="39490"/>
                  </a:lnTo>
                  <a:lnTo>
                    <a:pt x="55445" y="40092"/>
                  </a:lnTo>
                  <a:lnTo>
                    <a:pt x="55301" y="40682"/>
                  </a:lnTo>
                  <a:lnTo>
                    <a:pt x="55145" y="41249"/>
                  </a:lnTo>
                  <a:lnTo>
                    <a:pt x="54978" y="41806"/>
                  </a:lnTo>
                  <a:lnTo>
                    <a:pt x="54800" y="42340"/>
                  </a:lnTo>
                  <a:lnTo>
                    <a:pt x="54599" y="42864"/>
                  </a:lnTo>
                  <a:lnTo>
                    <a:pt x="54399" y="43365"/>
                  </a:lnTo>
                  <a:lnTo>
                    <a:pt x="54176" y="43855"/>
                  </a:lnTo>
                  <a:lnTo>
                    <a:pt x="53942" y="44322"/>
                  </a:lnTo>
                  <a:lnTo>
                    <a:pt x="53697" y="44768"/>
                  </a:lnTo>
                  <a:lnTo>
                    <a:pt x="53430" y="45202"/>
                  </a:lnTo>
                  <a:lnTo>
                    <a:pt x="53430" y="45202"/>
                  </a:lnTo>
                  <a:lnTo>
                    <a:pt x="53207" y="45547"/>
                  </a:lnTo>
                  <a:lnTo>
                    <a:pt x="52974" y="45881"/>
                  </a:lnTo>
                  <a:lnTo>
                    <a:pt x="52729" y="46215"/>
                  </a:lnTo>
                  <a:lnTo>
                    <a:pt x="52484" y="46527"/>
                  </a:lnTo>
                  <a:lnTo>
                    <a:pt x="52239" y="46849"/>
                  </a:lnTo>
                  <a:lnTo>
                    <a:pt x="51983" y="47150"/>
                  </a:lnTo>
                  <a:lnTo>
                    <a:pt x="51716" y="47451"/>
                  </a:lnTo>
                  <a:lnTo>
                    <a:pt x="51448" y="47740"/>
                  </a:lnTo>
                  <a:lnTo>
                    <a:pt x="51170" y="48018"/>
                  </a:lnTo>
                  <a:lnTo>
                    <a:pt x="50881" y="48286"/>
                  </a:lnTo>
                  <a:lnTo>
                    <a:pt x="50591" y="48553"/>
                  </a:lnTo>
                  <a:lnTo>
                    <a:pt x="50290" y="48809"/>
                  </a:lnTo>
                  <a:lnTo>
                    <a:pt x="49990" y="49065"/>
                  </a:lnTo>
                  <a:lnTo>
                    <a:pt x="49678" y="49310"/>
                  </a:lnTo>
                  <a:lnTo>
                    <a:pt x="49355" y="49544"/>
                  </a:lnTo>
                  <a:lnTo>
                    <a:pt x="49032" y="49778"/>
                  </a:lnTo>
                  <a:lnTo>
                    <a:pt x="48698" y="50000"/>
                  </a:lnTo>
                  <a:lnTo>
                    <a:pt x="48353" y="50212"/>
                  </a:lnTo>
                  <a:lnTo>
                    <a:pt x="48008" y="50412"/>
                  </a:lnTo>
                  <a:lnTo>
                    <a:pt x="47652" y="50624"/>
                  </a:lnTo>
                  <a:lnTo>
                    <a:pt x="47284" y="50813"/>
                  </a:lnTo>
                  <a:lnTo>
                    <a:pt x="46917" y="51002"/>
                  </a:lnTo>
                  <a:lnTo>
                    <a:pt x="46539" y="51180"/>
                  </a:lnTo>
                  <a:lnTo>
                    <a:pt x="46149" y="51358"/>
                  </a:lnTo>
                  <a:lnTo>
                    <a:pt x="45748" y="51525"/>
                  </a:lnTo>
                  <a:lnTo>
                    <a:pt x="45347" y="51681"/>
                  </a:lnTo>
                  <a:lnTo>
                    <a:pt x="44935" y="51837"/>
                  </a:lnTo>
                  <a:lnTo>
                    <a:pt x="44512" y="51993"/>
                  </a:lnTo>
                  <a:lnTo>
                    <a:pt x="44078" y="52138"/>
                  </a:lnTo>
                  <a:lnTo>
                    <a:pt x="43644" y="52271"/>
                  </a:lnTo>
                  <a:lnTo>
                    <a:pt x="43198" y="52405"/>
                  </a:lnTo>
                  <a:lnTo>
                    <a:pt x="42742" y="52527"/>
                  </a:lnTo>
                  <a:lnTo>
                    <a:pt x="42274" y="52650"/>
                  </a:lnTo>
                  <a:lnTo>
                    <a:pt x="41807" y="52761"/>
                  </a:lnTo>
                  <a:lnTo>
                    <a:pt x="41328" y="52873"/>
                  </a:lnTo>
                  <a:lnTo>
                    <a:pt x="40838" y="52973"/>
                  </a:lnTo>
                  <a:lnTo>
                    <a:pt x="40337" y="53073"/>
                  </a:lnTo>
                  <a:lnTo>
                    <a:pt x="39825" y="53162"/>
                  </a:lnTo>
                  <a:lnTo>
                    <a:pt x="38779" y="53340"/>
                  </a:lnTo>
                  <a:lnTo>
                    <a:pt x="37687" y="53485"/>
                  </a:lnTo>
                  <a:lnTo>
                    <a:pt x="36563" y="53619"/>
                  </a:lnTo>
                  <a:lnTo>
                    <a:pt x="35405" y="53730"/>
                  </a:lnTo>
                  <a:lnTo>
                    <a:pt x="34192" y="53830"/>
                  </a:lnTo>
                  <a:lnTo>
                    <a:pt x="32956" y="53908"/>
                  </a:lnTo>
                  <a:lnTo>
                    <a:pt x="31664" y="53964"/>
                  </a:lnTo>
                  <a:lnTo>
                    <a:pt x="30328" y="54019"/>
                  </a:lnTo>
                  <a:lnTo>
                    <a:pt x="28959" y="54042"/>
                  </a:lnTo>
                  <a:lnTo>
                    <a:pt x="27545" y="54064"/>
                  </a:lnTo>
                  <a:lnTo>
                    <a:pt x="26086" y="54064"/>
                  </a:lnTo>
                  <a:lnTo>
                    <a:pt x="24572" y="54064"/>
                  </a:lnTo>
                  <a:lnTo>
                    <a:pt x="23025" y="54042"/>
                  </a:lnTo>
                  <a:lnTo>
                    <a:pt x="23025" y="54042"/>
                  </a:lnTo>
                  <a:lnTo>
                    <a:pt x="21488" y="53997"/>
                  </a:lnTo>
                  <a:lnTo>
                    <a:pt x="20041" y="53953"/>
                  </a:lnTo>
                  <a:lnTo>
                    <a:pt x="20041" y="53953"/>
                  </a:lnTo>
                  <a:lnTo>
                    <a:pt x="19173" y="53908"/>
                  </a:lnTo>
                  <a:lnTo>
                    <a:pt x="18338" y="53852"/>
                  </a:lnTo>
                  <a:lnTo>
                    <a:pt x="17525" y="53797"/>
                  </a:lnTo>
                  <a:lnTo>
                    <a:pt x="16734" y="53730"/>
                  </a:lnTo>
                  <a:lnTo>
                    <a:pt x="15977" y="53663"/>
                  </a:lnTo>
                  <a:lnTo>
                    <a:pt x="15243" y="53585"/>
                  </a:lnTo>
                  <a:lnTo>
                    <a:pt x="14530" y="53507"/>
                  </a:lnTo>
                  <a:lnTo>
                    <a:pt x="13840" y="53418"/>
                  </a:lnTo>
                  <a:lnTo>
                    <a:pt x="13183" y="53318"/>
                  </a:lnTo>
                  <a:lnTo>
                    <a:pt x="12537" y="53218"/>
                  </a:lnTo>
                  <a:lnTo>
                    <a:pt x="11925" y="53118"/>
                  </a:lnTo>
                  <a:lnTo>
                    <a:pt x="11324" y="53006"/>
                  </a:lnTo>
                  <a:lnTo>
                    <a:pt x="10745" y="52895"/>
                  </a:lnTo>
                  <a:lnTo>
                    <a:pt x="10188" y="52772"/>
                  </a:lnTo>
                  <a:lnTo>
                    <a:pt x="9654" y="52650"/>
                  </a:lnTo>
                  <a:lnTo>
                    <a:pt x="9130" y="52516"/>
                  </a:lnTo>
                  <a:lnTo>
                    <a:pt x="8629" y="52383"/>
                  </a:lnTo>
                  <a:lnTo>
                    <a:pt x="8151" y="52249"/>
                  </a:lnTo>
                  <a:lnTo>
                    <a:pt x="7683" y="52104"/>
                  </a:lnTo>
                  <a:lnTo>
                    <a:pt x="7238" y="51960"/>
                  </a:lnTo>
                  <a:lnTo>
                    <a:pt x="6803" y="51815"/>
                  </a:lnTo>
                  <a:lnTo>
                    <a:pt x="6391" y="51659"/>
                  </a:lnTo>
                  <a:lnTo>
                    <a:pt x="5991" y="51503"/>
                  </a:lnTo>
                  <a:lnTo>
                    <a:pt x="5601" y="51347"/>
                  </a:lnTo>
                  <a:lnTo>
                    <a:pt x="5234" y="51191"/>
                  </a:lnTo>
                  <a:lnTo>
                    <a:pt x="4866" y="51024"/>
                  </a:lnTo>
                  <a:lnTo>
                    <a:pt x="4521" y="50857"/>
                  </a:lnTo>
                  <a:lnTo>
                    <a:pt x="4187" y="50690"/>
                  </a:lnTo>
                  <a:lnTo>
                    <a:pt x="3864" y="50523"/>
                  </a:lnTo>
                  <a:lnTo>
                    <a:pt x="3541" y="50345"/>
                  </a:lnTo>
                  <a:lnTo>
                    <a:pt x="2951" y="50000"/>
                  </a:lnTo>
                  <a:lnTo>
                    <a:pt x="2951" y="50000"/>
                  </a:lnTo>
                  <a:lnTo>
                    <a:pt x="2651" y="49811"/>
                  </a:lnTo>
                  <a:lnTo>
                    <a:pt x="2350" y="49622"/>
                  </a:lnTo>
                  <a:lnTo>
                    <a:pt x="1793" y="49243"/>
                  </a:lnTo>
                  <a:lnTo>
                    <a:pt x="1793" y="49243"/>
                  </a:lnTo>
                  <a:lnTo>
                    <a:pt x="1459" y="48998"/>
                  </a:lnTo>
                  <a:lnTo>
                    <a:pt x="1170" y="48753"/>
                  </a:lnTo>
                  <a:lnTo>
                    <a:pt x="903" y="48508"/>
                  </a:lnTo>
                  <a:lnTo>
                    <a:pt x="680" y="48275"/>
                  </a:lnTo>
                  <a:lnTo>
                    <a:pt x="491" y="48041"/>
                  </a:lnTo>
                  <a:lnTo>
                    <a:pt x="335" y="47796"/>
                  </a:lnTo>
                  <a:lnTo>
                    <a:pt x="268" y="47684"/>
                  </a:lnTo>
                  <a:lnTo>
                    <a:pt x="201" y="47562"/>
                  </a:lnTo>
                  <a:lnTo>
                    <a:pt x="157" y="47451"/>
                  </a:lnTo>
                  <a:lnTo>
                    <a:pt x="112" y="47339"/>
                  </a:lnTo>
                  <a:lnTo>
                    <a:pt x="79" y="47217"/>
                  </a:lnTo>
                  <a:lnTo>
                    <a:pt x="45" y="47106"/>
                  </a:lnTo>
                  <a:lnTo>
                    <a:pt x="23" y="46994"/>
                  </a:lnTo>
                  <a:lnTo>
                    <a:pt x="12" y="46872"/>
                  </a:lnTo>
                  <a:lnTo>
                    <a:pt x="1" y="46760"/>
                  </a:lnTo>
                  <a:lnTo>
                    <a:pt x="1" y="46649"/>
                  </a:lnTo>
                  <a:lnTo>
                    <a:pt x="12" y="46538"/>
                  </a:lnTo>
                  <a:lnTo>
                    <a:pt x="23" y="46426"/>
                  </a:lnTo>
                  <a:lnTo>
                    <a:pt x="68" y="46204"/>
                  </a:lnTo>
                  <a:lnTo>
                    <a:pt x="146" y="45981"/>
                  </a:lnTo>
                  <a:lnTo>
                    <a:pt x="246" y="45758"/>
                  </a:lnTo>
                  <a:lnTo>
                    <a:pt x="368" y="45547"/>
                  </a:lnTo>
                  <a:lnTo>
                    <a:pt x="513" y="45324"/>
                  </a:lnTo>
                  <a:lnTo>
                    <a:pt x="680" y="45113"/>
                  </a:lnTo>
                  <a:lnTo>
                    <a:pt x="869" y="44901"/>
                  </a:lnTo>
                  <a:lnTo>
                    <a:pt x="1081" y="44690"/>
                  </a:lnTo>
                  <a:lnTo>
                    <a:pt x="1303" y="44478"/>
                  </a:lnTo>
                  <a:lnTo>
                    <a:pt x="1548" y="44267"/>
                  </a:lnTo>
                  <a:lnTo>
                    <a:pt x="1816" y="44055"/>
                  </a:lnTo>
                  <a:lnTo>
                    <a:pt x="2105" y="43855"/>
                  </a:lnTo>
                  <a:lnTo>
                    <a:pt x="2395" y="43654"/>
                  </a:lnTo>
                  <a:lnTo>
                    <a:pt x="2717" y="43454"/>
                  </a:lnTo>
                  <a:lnTo>
                    <a:pt x="3040" y="43253"/>
                  </a:lnTo>
                  <a:lnTo>
                    <a:pt x="3385" y="43053"/>
                  </a:lnTo>
                  <a:lnTo>
                    <a:pt x="3742" y="42853"/>
                  </a:lnTo>
                  <a:lnTo>
                    <a:pt x="4098" y="42663"/>
                  </a:lnTo>
                  <a:lnTo>
                    <a:pt x="4866" y="42274"/>
                  </a:lnTo>
                  <a:lnTo>
                    <a:pt x="4866" y="42274"/>
                  </a:lnTo>
                  <a:lnTo>
                    <a:pt x="5345" y="42040"/>
                  </a:lnTo>
                  <a:lnTo>
                    <a:pt x="5835" y="41817"/>
                  </a:lnTo>
                  <a:lnTo>
                    <a:pt x="6837" y="41361"/>
                  </a:lnTo>
                  <a:lnTo>
                    <a:pt x="7872" y="40927"/>
                  </a:lnTo>
                  <a:lnTo>
                    <a:pt x="8919" y="40492"/>
                  </a:lnTo>
                  <a:lnTo>
                    <a:pt x="11012" y="39657"/>
                  </a:lnTo>
                  <a:lnTo>
                    <a:pt x="12036" y="39245"/>
                  </a:lnTo>
                  <a:lnTo>
                    <a:pt x="13016" y="38845"/>
                  </a:lnTo>
                  <a:lnTo>
                    <a:pt x="13951" y="38455"/>
                  </a:lnTo>
                  <a:lnTo>
                    <a:pt x="14831" y="38065"/>
                  </a:lnTo>
                  <a:lnTo>
                    <a:pt x="15243" y="37876"/>
                  </a:lnTo>
                  <a:lnTo>
                    <a:pt x="15632" y="37687"/>
                  </a:lnTo>
                  <a:lnTo>
                    <a:pt x="16000" y="37509"/>
                  </a:lnTo>
                  <a:lnTo>
                    <a:pt x="16345" y="37319"/>
                  </a:lnTo>
                  <a:lnTo>
                    <a:pt x="16668" y="37141"/>
                  </a:lnTo>
                  <a:lnTo>
                    <a:pt x="16968" y="36963"/>
                  </a:lnTo>
                  <a:lnTo>
                    <a:pt x="17235" y="36785"/>
                  </a:lnTo>
                  <a:lnTo>
                    <a:pt x="17469" y="36607"/>
                  </a:lnTo>
                  <a:lnTo>
                    <a:pt x="17681" y="36429"/>
                  </a:lnTo>
                  <a:lnTo>
                    <a:pt x="17859" y="36251"/>
                  </a:lnTo>
                  <a:lnTo>
                    <a:pt x="18004" y="36084"/>
                  </a:lnTo>
                  <a:lnTo>
                    <a:pt x="18059" y="35994"/>
                  </a:lnTo>
                  <a:lnTo>
                    <a:pt x="18115" y="35905"/>
                  </a:lnTo>
                  <a:lnTo>
                    <a:pt x="18115" y="35905"/>
                  </a:lnTo>
                  <a:lnTo>
                    <a:pt x="18226" y="35672"/>
                  </a:lnTo>
                  <a:lnTo>
                    <a:pt x="18338" y="35371"/>
                  </a:lnTo>
                  <a:lnTo>
                    <a:pt x="18460" y="35015"/>
                  </a:lnTo>
                  <a:lnTo>
                    <a:pt x="18594" y="34603"/>
                  </a:lnTo>
                  <a:lnTo>
                    <a:pt x="18716" y="34146"/>
                  </a:lnTo>
                  <a:lnTo>
                    <a:pt x="18861" y="33645"/>
                  </a:lnTo>
                  <a:lnTo>
                    <a:pt x="19150" y="32510"/>
                  </a:lnTo>
                  <a:lnTo>
                    <a:pt x="19829" y="29782"/>
                  </a:lnTo>
                  <a:lnTo>
                    <a:pt x="20219" y="28212"/>
                  </a:lnTo>
                  <a:lnTo>
                    <a:pt x="20653" y="26542"/>
                  </a:lnTo>
                  <a:lnTo>
                    <a:pt x="20653" y="26542"/>
                  </a:lnTo>
                  <a:lnTo>
                    <a:pt x="20776" y="26097"/>
                  </a:lnTo>
                  <a:lnTo>
                    <a:pt x="20776" y="26097"/>
                  </a:lnTo>
                  <a:lnTo>
                    <a:pt x="20776" y="26097"/>
                  </a:lnTo>
                  <a:lnTo>
                    <a:pt x="20776" y="26097"/>
                  </a:lnTo>
                  <a:lnTo>
                    <a:pt x="21210" y="24583"/>
                  </a:lnTo>
                  <a:lnTo>
                    <a:pt x="21433" y="23803"/>
                  </a:lnTo>
                  <a:lnTo>
                    <a:pt x="21666" y="23024"/>
                  </a:lnTo>
                  <a:lnTo>
                    <a:pt x="21911" y="22222"/>
                  </a:lnTo>
                  <a:lnTo>
                    <a:pt x="22179" y="21421"/>
                  </a:lnTo>
                  <a:lnTo>
                    <a:pt x="22446" y="20608"/>
                  </a:lnTo>
                  <a:lnTo>
                    <a:pt x="22724" y="19795"/>
                  </a:lnTo>
                  <a:lnTo>
                    <a:pt x="23014" y="18983"/>
                  </a:lnTo>
                  <a:lnTo>
                    <a:pt x="23325" y="18159"/>
                  </a:lnTo>
                  <a:lnTo>
                    <a:pt x="23637" y="17335"/>
                  </a:lnTo>
                  <a:lnTo>
                    <a:pt x="23971" y="16511"/>
                  </a:lnTo>
                  <a:lnTo>
                    <a:pt x="24316" y="15698"/>
                  </a:lnTo>
                  <a:lnTo>
                    <a:pt x="24672" y="14886"/>
                  </a:lnTo>
                  <a:lnTo>
                    <a:pt x="25051" y="14073"/>
                  </a:lnTo>
                  <a:lnTo>
                    <a:pt x="25441" y="13260"/>
                  </a:lnTo>
                  <a:lnTo>
                    <a:pt x="25842" y="12470"/>
                  </a:lnTo>
                  <a:lnTo>
                    <a:pt x="26253" y="11679"/>
                  </a:lnTo>
                  <a:lnTo>
                    <a:pt x="26688" y="10900"/>
                  </a:lnTo>
                  <a:lnTo>
                    <a:pt x="27144" y="10143"/>
                  </a:lnTo>
                  <a:lnTo>
                    <a:pt x="27601" y="9386"/>
                  </a:lnTo>
                  <a:lnTo>
                    <a:pt x="28090" y="8651"/>
                  </a:lnTo>
                  <a:lnTo>
                    <a:pt x="28591" y="7927"/>
                  </a:lnTo>
                  <a:lnTo>
                    <a:pt x="29104" y="7226"/>
                  </a:lnTo>
                  <a:lnTo>
                    <a:pt x="29638" y="6536"/>
                  </a:lnTo>
                  <a:lnTo>
                    <a:pt x="29916" y="6202"/>
                  </a:lnTo>
                  <a:lnTo>
                    <a:pt x="30195" y="5879"/>
                  </a:lnTo>
                  <a:lnTo>
                    <a:pt x="30473" y="5556"/>
                  </a:lnTo>
                  <a:lnTo>
                    <a:pt x="30762" y="5233"/>
                  </a:lnTo>
                  <a:lnTo>
                    <a:pt x="31063" y="4921"/>
                  </a:lnTo>
                  <a:lnTo>
                    <a:pt x="31353" y="4621"/>
                  </a:lnTo>
                  <a:lnTo>
                    <a:pt x="31664" y="4320"/>
                  </a:lnTo>
                  <a:lnTo>
                    <a:pt x="31965" y="4019"/>
                  </a:lnTo>
                  <a:lnTo>
                    <a:pt x="32277" y="3730"/>
                  </a:lnTo>
                  <a:lnTo>
                    <a:pt x="32599" y="3452"/>
                  </a:lnTo>
                  <a:lnTo>
                    <a:pt x="32922" y="3184"/>
                  </a:lnTo>
                  <a:lnTo>
                    <a:pt x="33245" y="2917"/>
                  </a:lnTo>
                  <a:lnTo>
                    <a:pt x="33579" y="2650"/>
                  </a:lnTo>
                  <a:lnTo>
                    <a:pt x="33924" y="2405"/>
                  </a:lnTo>
                  <a:lnTo>
                    <a:pt x="33924" y="2405"/>
                  </a:lnTo>
                  <a:lnTo>
                    <a:pt x="34347" y="2104"/>
                  </a:lnTo>
                  <a:lnTo>
                    <a:pt x="34771" y="1815"/>
                  </a:lnTo>
                  <a:lnTo>
                    <a:pt x="35216" y="1537"/>
                  </a:lnTo>
                  <a:lnTo>
                    <a:pt x="35661" y="1281"/>
                  </a:lnTo>
                  <a:lnTo>
                    <a:pt x="35661" y="1281"/>
                  </a:lnTo>
                  <a:lnTo>
                    <a:pt x="35984" y="1102"/>
                  </a:lnTo>
                  <a:lnTo>
                    <a:pt x="36307" y="935"/>
                  </a:lnTo>
                  <a:lnTo>
                    <a:pt x="36630" y="791"/>
                  </a:lnTo>
                  <a:lnTo>
                    <a:pt x="36953" y="657"/>
                  </a:lnTo>
                  <a:lnTo>
                    <a:pt x="37264" y="524"/>
                  </a:lnTo>
                  <a:lnTo>
                    <a:pt x="37587" y="423"/>
                  </a:lnTo>
                  <a:lnTo>
                    <a:pt x="37899" y="323"/>
                  </a:lnTo>
                  <a:lnTo>
                    <a:pt x="38211" y="234"/>
                  </a:lnTo>
                  <a:lnTo>
                    <a:pt x="38522" y="167"/>
                  </a:lnTo>
                  <a:lnTo>
                    <a:pt x="38823" y="112"/>
                  </a:lnTo>
                  <a:lnTo>
                    <a:pt x="39135" y="67"/>
                  </a:lnTo>
                  <a:lnTo>
                    <a:pt x="39435" y="34"/>
                  </a:lnTo>
                  <a:lnTo>
                    <a:pt x="39736" y="11"/>
                  </a:lnTo>
                  <a:lnTo>
                    <a:pt x="40037" y="0"/>
                  </a:lnTo>
                  <a:lnTo>
                    <a:pt x="40337" y="0"/>
                  </a:lnTo>
                  <a:lnTo>
                    <a:pt x="40638" y="11"/>
                  </a:lnTo>
                  <a:lnTo>
                    <a:pt x="40927" y="45"/>
                  </a:lnTo>
                  <a:lnTo>
                    <a:pt x="41217" y="78"/>
                  </a:lnTo>
                  <a:lnTo>
                    <a:pt x="41517" y="123"/>
                  </a:lnTo>
                  <a:lnTo>
                    <a:pt x="41796" y="190"/>
                  </a:lnTo>
                  <a:lnTo>
                    <a:pt x="42085" y="256"/>
                  </a:lnTo>
                  <a:lnTo>
                    <a:pt x="42375" y="334"/>
                  </a:lnTo>
                  <a:lnTo>
                    <a:pt x="42653" y="423"/>
                  </a:lnTo>
                  <a:lnTo>
                    <a:pt x="42931" y="535"/>
                  </a:lnTo>
                  <a:lnTo>
                    <a:pt x="43210" y="646"/>
                  </a:lnTo>
                  <a:lnTo>
                    <a:pt x="43488" y="768"/>
                  </a:lnTo>
                  <a:lnTo>
                    <a:pt x="43755" y="902"/>
                  </a:lnTo>
                  <a:lnTo>
                    <a:pt x="44033" y="1036"/>
                  </a:lnTo>
                  <a:lnTo>
                    <a:pt x="44301" y="1192"/>
                  </a:lnTo>
                  <a:lnTo>
                    <a:pt x="44568" y="1359"/>
                  </a:lnTo>
                  <a:lnTo>
                    <a:pt x="44824" y="1526"/>
                  </a:lnTo>
                  <a:lnTo>
                    <a:pt x="45091" y="1704"/>
                  </a:lnTo>
                  <a:lnTo>
                    <a:pt x="45347" y="1893"/>
                  </a:lnTo>
                  <a:lnTo>
                    <a:pt x="45603" y="2093"/>
                  </a:lnTo>
                  <a:lnTo>
                    <a:pt x="45859" y="2305"/>
                  </a:lnTo>
                  <a:lnTo>
                    <a:pt x="46115" y="2516"/>
                  </a:lnTo>
                  <a:lnTo>
                    <a:pt x="46360" y="2750"/>
                  </a:lnTo>
                  <a:lnTo>
                    <a:pt x="46605" y="2984"/>
                  </a:lnTo>
                  <a:lnTo>
                    <a:pt x="46850" y="3218"/>
                  </a:lnTo>
                  <a:lnTo>
                    <a:pt x="47095" y="3474"/>
                  </a:lnTo>
                  <a:lnTo>
                    <a:pt x="47329" y="3730"/>
                  </a:lnTo>
                  <a:lnTo>
                    <a:pt x="47574" y="3997"/>
                  </a:lnTo>
                  <a:lnTo>
                    <a:pt x="47808" y="4264"/>
                  </a:lnTo>
                  <a:lnTo>
                    <a:pt x="48030" y="4543"/>
                  </a:lnTo>
                  <a:lnTo>
                    <a:pt x="48487" y="5133"/>
                  </a:lnTo>
                  <a:lnTo>
                    <a:pt x="48932" y="5745"/>
                  </a:lnTo>
                  <a:lnTo>
                    <a:pt x="49366" y="6380"/>
                  </a:lnTo>
                  <a:lnTo>
                    <a:pt x="49789" y="7048"/>
                  </a:lnTo>
                  <a:lnTo>
                    <a:pt x="50201" y="7738"/>
                  </a:lnTo>
                  <a:lnTo>
                    <a:pt x="50591" y="8451"/>
                  </a:lnTo>
                  <a:lnTo>
                    <a:pt x="50981" y="9174"/>
                  </a:lnTo>
                  <a:lnTo>
                    <a:pt x="51359" y="9931"/>
                  </a:lnTo>
                  <a:lnTo>
                    <a:pt x="51716" y="10711"/>
                  </a:lnTo>
                  <a:lnTo>
                    <a:pt x="52072" y="11501"/>
                  </a:lnTo>
                  <a:lnTo>
                    <a:pt x="52072" y="11501"/>
                  </a:lnTo>
                  <a:lnTo>
                    <a:pt x="52361" y="12214"/>
                  </a:lnTo>
                  <a:lnTo>
                    <a:pt x="52640" y="12926"/>
                  </a:lnTo>
                  <a:lnTo>
                    <a:pt x="52918" y="13661"/>
                  </a:lnTo>
                  <a:lnTo>
                    <a:pt x="53185" y="14396"/>
                  </a:lnTo>
                  <a:lnTo>
                    <a:pt x="53441" y="15142"/>
                  </a:lnTo>
                  <a:lnTo>
                    <a:pt x="53686" y="15910"/>
                  </a:lnTo>
                  <a:lnTo>
                    <a:pt x="53920" y="16678"/>
                  </a:lnTo>
                  <a:lnTo>
                    <a:pt x="54143" y="17446"/>
                  </a:lnTo>
                  <a:lnTo>
                    <a:pt x="54354" y="18226"/>
                  </a:lnTo>
                  <a:lnTo>
                    <a:pt x="54555" y="19016"/>
                  </a:lnTo>
                  <a:lnTo>
                    <a:pt x="54744" y="19818"/>
                  </a:lnTo>
                  <a:lnTo>
                    <a:pt x="54933" y="20608"/>
                  </a:lnTo>
                  <a:lnTo>
                    <a:pt x="55100" y="21410"/>
                  </a:lnTo>
                  <a:lnTo>
                    <a:pt x="55256" y="22222"/>
                  </a:lnTo>
                  <a:lnTo>
                    <a:pt x="55401" y="23024"/>
                  </a:lnTo>
                  <a:lnTo>
                    <a:pt x="55534" y="23837"/>
                  </a:lnTo>
                  <a:lnTo>
                    <a:pt x="55668" y="24638"/>
                  </a:lnTo>
                  <a:lnTo>
                    <a:pt x="55779" y="25451"/>
                  </a:lnTo>
                  <a:lnTo>
                    <a:pt x="55879" y="26253"/>
                  </a:lnTo>
                  <a:lnTo>
                    <a:pt x="55969" y="27065"/>
                  </a:lnTo>
                  <a:lnTo>
                    <a:pt x="56046" y="27867"/>
                  </a:lnTo>
                  <a:lnTo>
                    <a:pt x="56113" y="28669"/>
                  </a:lnTo>
                  <a:lnTo>
                    <a:pt x="56158" y="29459"/>
                  </a:lnTo>
                  <a:lnTo>
                    <a:pt x="56202" y="30250"/>
                  </a:lnTo>
                  <a:lnTo>
                    <a:pt x="56225" y="31040"/>
                  </a:lnTo>
                  <a:lnTo>
                    <a:pt x="56247" y="31819"/>
                  </a:lnTo>
                  <a:lnTo>
                    <a:pt x="56247" y="32588"/>
                  </a:lnTo>
                  <a:lnTo>
                    <a:pt x="56236" y="33345"/>
                  </a:lnTo>
                  <a:lnTo>
                    <a:pt x="56213" y="34102"/>
                  </a:lnTo>
                  <a:lnTo>
                    <a:pt x="56169" y="34848"/>
                  </a:lnTo>
                  <a:lnTo>
                    <a:pt x="56124" y="35583"/>
                  </a:lnTo>
                  <a:lnTo>
                    <a:pt x="56058" y="363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7313267" y="2942764"/>
              <a:ext cx="366586" cy="260513"/>
            </a:xfrm>
            <a:custGeom>
              <a:rect b="b" l="l" r="r" t="t"/>
              <a:pathLst>
                <a:path extrusionOk="0" h="11101" w="15621">
                  <a:moveTo>
                    <a:pt x="15621" y="1"/>
                  </a:moveTo>
                  <a:lnTo>
                    <a:pt x="14719" y="268"/>
                  </a:lnTo>
                  <a:lnTo>
                    <a:pt x="13817" y="546"/>
                  </a:lnTo>
                  <a:lnTo>
                    <a:pt x="13238" y="724"/>
                  </a:lnTo>
                  <a:lnTo>
                    <a:pt x="12648" y="891"/>
                  </a:lnTo>
                  <a:lnTo>
                    <a:pt x="12058" y="1025"/>
                  </a:lnTo>
                  <a:lnTo>
                    <a:pt x="11468" y="1159"/>
                  </a:lnTo>
                  <a:lnTo>
                    <a:pt x="10867" y="1281"/>
                  </a:lnTo>
                  <a:lnTo>
                    <a:pt x="10277" y="1392"/>
                  </a:lnTo>
                  <a:lnTo>
                    <a:pt x="9086" y="1615"/>
                  </a:lnTo>
                  <a:lnTo>
                    <a:pt x="8484" y="1738"/>
                  </a:lnTo>
                  <a:lnTo>
                    <a:pt x="7894" y="1860"/>
                  </a:lnTo>
                  <a:lnTo>
                    <a:pt x="7304" y="2005"/>
                  </a:lnTo>
                  <a:lnTo>
                    <a:pt x="6714" y="2161"/>
                  </a:lnTo>
                  <a:lnTo>
                    <a:pt x="6135" y="2339"/>
                  </a:lnTo>
                  <a:lnTo>
                    <a:pt x="5556" y="2539"/>
                  </a:lnTo>
                  <a:lnTo>
                    <a:pt x="5267" y="2650"/>
                  </a:lnTo>
                  <a:lnTo>
                    <a:pt x="4977" y="2762"/>
                  </a:lnTo>
                  <a:lnTo>
                    <a:pt x="4688" y="2884"/>
                  </a:lnTo>
                  <a:lnTo>
                    <a:pt x="4410" y="3018"/>
                  </a:lnTo>
                  <a:lnTo>
                    <a:pt x="4131" y="3163"/>
                  </a:lnTo>
                  <a:lnTo>
                    <a:pt x="3853" y="3307"/>
                  </a:lnTo>
                  <a:lnTo>
                    <a:pt x="3586" y="3463"/>
                  </a:lnTo>
                  <a:lnTo>
                    <a:pt x="3318" y="3630"/>
                  </a:lnTo>
                  <a:lnTo>
                    <a:pt x="3051" y="3797"/>
                  </a:lnTo>
                  <a:lnTo>
                    <a:pt x="2795" y="3975"/>
                  </a:lnTo>
                  <a:lnTo>
                    <a:pt x="2550" y="4165"/>
                  </a:lnTo>
                  <a:lnTo>
                    <a:pt x="2305" y="4365"/>
                  </a:lnTo>
                  <a:lnTo>
                    <a:pt x="2072" y="4565"/>
                  </a:lnTo>
                  <a:lnTo>
                    <a:pt x="1849" y="4788"/>
                  </a:lnTo>
                  <a:lnTo>
                    <a:pt x="1637" y="5011"/>
                  </a:lnTo>
                  <a:lnTo>
                    <a:pt x="1448" y="5245"/>
                  </a:lnTo>
                  <a:lnTo>
                    <a:pt x="1259" y="5489"/>
                  </a:lnTo>
                  <a:lnTo>
                    <a:pt x="1081" y="5746"/>
                  </a:lnTo>
                  <a:lnTo>
                    <a:pt x="925" y="6013"/>
                  </a:lnTo>
                  <a:lnTo>
                    <a:pt x="780" y="6280"/>
                  </a:lnTo>
                  <a:lnTo>
                    <a:pt x="635" y="6592"/>
                  </a:lnTo>
                  <a:lnTo>
                    <a:pt x="513" y="6903"/>
                  </a:lnTo>
                  <a:lnTo>
                    <a:pt x="401" y="7215"/>
                  </a:lnTo>
                  <a:lnTo>
                    <a:pt x="301" y="7527"/>
                  </a:lnTo>
                  <a:lnTo>
                    <a:pt x="223" y="7839"/>
                  </a:lnTo>
                  <a:lnTo>
                    <a:pt x="145" y="8139"/>
                  </a:lnTo>
                  <a:lnTo>
                    <a:pt x="90" y="8451"/>
                  </a:lnTo>
                  <a:lnTo>
                    <a:pt x="45" y="8752"/>
                  </a:lnTo>
                  <a:lnTo>
                    <a:pt x="23" y="9052"/>
                  </a:lnTo>
                  <a:lnTo>
                    <a:pt x="1" y="9353"/>
                  </a:lnTo>
                  <a:lnTo>
                    <a:pt x="1" y="9642"/>
                  </a:lnTo>
                  <a:lnTo>
                    <a:pt x="1" y="9943"/>
                  </a:lnTo>
                  <a:lnTo>
                    <a:pt x="23" y="10232"/>
                  </a:lnTo>
                  <a:lnTo>
                    <a:pt x="56" y="10522"/>
                  </a:lnTo>
                  <a:lnTo>
                    <a:pt x="101" y="10811"/>
                  </a:lnTo>
                  <a:lnTo>
                    <a:pt x="145" y="11101"/>
                  </a:lnTo>
                  <a:lnTo>
                    <a:pt x="624" y="10845"/>
                  </a:lnTo>
                  <a:lnTo>
                    <a:pt x="1125" y="10600"/>
                  </a:lnTo>
                  <a:lnTo>
                    <a:pt x="1604" y="10366"/>
                  </a:lnTo>
                  <a:lnTo>
                    <a:pt x="2094" y="10143"/>
                  </a:lnTo>
                  <a:lnTo>
                    <a:pt x="3096" y="9687"/>
                  </a:lnTo>
                  <a:lnTo>
                    <a:pt x="4131" y="9253"/>
                  </a:lnTo>
                  <a:lnTo>
                    <a:pt x="5178" y="8818"/>
                  </a:lnTo>
                  <a:lnTo>
                    <a:pt x="7271" y="7983"/>
                  </a:lnTo>
                  <a:lnTo>
                    <a:pt x="8295" y="7571"/>
                  </a:lnTo>
                  <a:lnTo>
                    <a:pt x="9275" y="7171"/>
                  </a:lnTo>
                  <a:lnTo>
                    <a:pt x="10210" y="6781"/>
                  </a:lnTo>
                  <a:lnTo>
                    <a:pt x="11090" y="6391"/>
                  </a:lnTo>
                  <a:lnTo>
                    <a:pt x="11502" y="6202"/>
                  </a:lnTo>
                  <a:lnTo>
                    <a:pt x="11891" y="6013"/>
                  </a:lnTo>
                  <a:lnTo>
                    <a:pt x="12259" y="5835"/>
                  </a:lnTo>
                  <a:lnTo>
                    <a:pt x="12604" y="5645"/>
                  </a:lnTo>
                  <a:lnTo>
                    <a:pt x="12927" y="5467"/>
                  </a:lnTo>
                  <a:lnTo>
                    <a:pt x="13227" y="5289"/>
                  </a:lnTo>
                  <a:lnTo>
                    <a:pt x="13494" y="5111"/>
                  </a:lnTo>
                  <a:lnTo>
                    <a:pt x="13728" y="4933"/>
                  </a:lnTo>
                  <a:lnTo>
                    <a:pt x="13940" y="4755"/>
                  </a:lnTo>
                  <a:lnTo>
                    <a:pt x="14118" y="4577"/>
                  </a:lnTo>
                  <a:lnTo>
                    <a:pt x="14263" y="4410"/>
                  </a:lnTo>
                  <a:lnTo>
                    <a:pt x="14318" y="4320"/>
                  </a:lnTo>
                  <a:lnTo>
                    <a:pt x="14374" y="4231"/>
                  </a:lnTo>
                  <a:lnTo>
                    <a:pt x="14441" y="4098"/>
                  </a:lnTo>
                  <a:lnTo>
                    <a:pt x="14508" y="3942"/>
                  </a:lnTo>
                  <a:lnTo>
                    <a:pt x="14641" y="3586"/>
                  </a:lnTo>
                  <a:lnTo>
                    <a:pt x="14786" y="3140"/>
                  </a:lnTo>
                  <a:lnTo>
                    <a:pt x="14931" y="2639"/>
                  </a:lnTo>
                  <a:lnTo>
                    <a:pt x="15098" y="2060"/>
                  </a:lnTo>
                  <a:lnTo>
                    <a:pt x="15253" y="1437"/>
                  </a:lnTo>
                  <a:lnTo>
                    <a:pt x="15621" y="1"/>
                  </a:lnTo>
                  <a:close/>
                </a:path>
              </a:pathLst>
            </a:custGeom>
            <a:solidFill>
              <a:srgbClr val="E4C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7313267" y="2942764"/>
              <a:ext cx="366586" cy="260513"/>
            </a:xfrm>
            <a:custGeom>
              <a:rect b="b" l="l" r="r" t="t"/>
              <a:pathLst>
                <a:path extrusionOk="0" fill="none" h="11101" w="15621">
                  <a:moveTo>
                    <a:pt x="15621" y="1"/>
                  </a:moveTo>
                  <a:lnTo>
                    <a:pt x="15621" y="1"/>
                  </a:lnTo>
                  <a:lnTo>
                    <a:pt x="14719" y="268"/>
                  </a:lnTo>
                  <a:lnTo>
                    <a:pt x="13817" y="546"/>
                  </a:lnTo>
                  <a:lnTo>
                    <a:pt x="13817" y="546"/>
                  </a:lnTo>
                  <a:lnTo>
                    <a:pt x="13238" y="724"/>
                  </a:lnTo>
                  <a:lnTo>
                    <a:pt x="12648" y="891"/>
                  </a:lnTo>
                  <a:lnTo>
                    <a:pt x="12058" y="1025"/>
                  </a:lnTo>
                  <a:lnTo>
                    <a:pt x="11468" y="1159"/>
                  </a:lnTo>
                  <a:lnTo>
                    <a:pt x="10867" y="1281"/>
                  </a:lnTo>
                  <a:lnTo>
                    <a:pt x="10277" y="1392"/>
                  </a:lnTo>
                  <a:lnTo>
                    <a:pt x="9086" y="1615"/>
                  </a:lnTo>
                  <a:lnTo>
                    <a:pt x="8484" y="1738"/>
                  </a:lnTo>
                  <a:lnTo>
                    <a:pt x="7894" y="1860"/>
                  </a:lnTo>
                  <a:lnTo>
                    <a:pt x="7304" y="2005"/>
                  </a:lnTo>
                  <a:lnTo>
                    <a:pt x="6714" y="2161"/>
                  </a:lnTo>
                  <a:lnTo>
                    <a:pt x="6135" y="2339"/>
                  </a:lnTo>
                  <a:lnTo>
                    <a:pt x="5556" y="2539"/>
                  </a:lnTo>
                  <a:lnTo>
                    <a:pt x="5267" y="2650"/>
                  </a:lnTo>
                  <a:lnTo>
                    <a:pt x="4977" y="2762"/>
                  </a:lnTo>
                  <a:lnTo>
                    <a:pt x="4688" y="2884"/>
                  </a:lnTo>
                  <a:lnTo>
                    <a:pt x="4410" y="3018"/>
                  </a:lnTo>
                  <a:lnTo>
                    <a:pt x="4410" y="3018"/>
                  </a:lnTo>
                  <a:lnTo>
                    <a:pt x="4131" y="3163"/>
                  </a:lnTo>
                  <a:lnTo>
                    <a:pt x="3853" y="3307"/>
                  </a:lnTo>
                  <a:lnTo>
                    <a:pt x="3586" y="3463"/>
                  </a:lnTo>
                  <a:lnTo>
                    <a:pt x="3318" y="3630"/>
                  </a:lnTo>
                  <a:lnTo>
                    <a:pt x="3051" y="3797"/>
                  </a:lnTo>
                  <a:lnTo>
                    <a:pt x="2795" y="3975"/>
                  </a:lnTo>
                  <a:lnTo>
                    <a:pt x="2550" y="4165"/>
                  </a:lnTo>
                  <a:lnTo>
                    <a:pt x="2305" y="4365"/>
                  </a:lnTo>
                  <a:lnTo>
                    <a:pt x="2072" y="4565"/>
                  </a:lnTo>
                  <a:lnTo>
                    <a:pt x="1849" y="4788"/>
                  </a:lnTo>
                  <a:lnTo>
                    <a:pt x="1637" y="5011"/>
                  </a:lnTo>
                  <a:lnTo>
                    <a:pt x="1448" y="5245"/>
                  </a:lnTo>
                  <a:lnTo>
                    <a:pt x="1259" y="5489"/>
                  </a:lnTo>
                  <a:lnTo>
                    <a:pt x="1081" y="5746"/>
                  </a:lnTo>
                  <a:lnTo>
                    <a:pt x="925" y="6013"/>
                  </a:lnTo>
                  <a:lnTo>
                    <a:pt x="780" y="6280"/>
                  </a:lnTo>
                  <a:lnTo>
                    <a:pt x="780" y="6280"/>
                  </a:lnTo>
                  <a:lnTo>
                    <a:pt x="635" y="6592"/>
                  </a:lnTo>
                  <a:lnTo>
                    <a:pt x="513" y="6903"/>
                  </a:lnTo>
                  <a:lnTo>
                    <a:pt x="401" y="7215"/>
                  </a:lnTo>
                  <a:lnTo>
                    <a:pt x="301" y="7527"/>
                  </a:lnTo>
                  <a:lnTo>
                    <a:pt x="223" y="7839"/>
                  </a:lnTo>
                  <a:lnTo>
                    <a:pt x="145" y="8139"/>
                  </a:lnTo>
                  <a:lnTo>
                    <a:pt x="90" y="8451"/>
                  </a:lnTo>
                  <a:lnTo>
                    <a:pt x="45" y="8752"/>
                  </a:lnTo>
                  <a:lnTo>
                    <a:pt x="23" y="9052"/>
                  </a:lnTo>
                  <a:lnTo>
                    <a:pt x="1" y="9353"/>
                  </a:lnTo>
                  <a:lnTo>
                    <a:pt x="1" y="9642"/>
                  </a:lnTo>
                  <a:lnTo>
                    <a:pt x="1" y="9943"/>
                  </a:lnTo>
                  <a:lnTo>
                    <a:pt x="23" y="10232"/>
                  </a:lnTo>
                  <a:lnTo>
                    <a:pt x="56" y="10522"/>
                  </a:lnTo>
                  <a:lnTo>
                    <a:pt x="101" y="10811"/>
                  </a:lnTo>
                  <a:lnTo>
                    <a:pt x="145" y="11101"/>
                  </a:lnTo>
                  <a:lnTo>
                    <a:pt x="145" y="11101"/>
                  </a:lnTo>
                  <a:lnTo>
                    <a:pt x="624" y="10845"/>
                  </a:lnTo>
                  <a:lnTo>
                    <a:pt x="1125" y="10600"/>
                  </a:lnTo>
                  <a:lnTo>
                    <a:pt x="1125" y="10600"/>
                  </a:lnTo>
                  <a:lnTo>
                    <a:pt x="1604" y="10366"/>
                  </a:lnTo>
                  <a:lnTo>
                    <a:pt x="2094" y="10143"/>
                  </a:lnTo>
                  <a:lnTo>
                    <a:pt x="3096" y="9687"/>
                  </a:lnTo>
                  <a:lnTo>
                    <a:pt x="4131" y="9253"/>
                  </a:lnTo>
                  <a:lnTo>
                    <a:pt x="5178" y="8818"/>
                  </a:lnTo>
                  <a:lnTo>
                    <a:pt x="7271" y="7983"/>
                  </a:lnTo>
                  <a:lnTo>
                    <a:pt x="8295" y="7571"/>
                  </a:lnTo>
                  <a:lnTo>
                    <a:pt x="9275" y="7171"/>
                  </a:lnTo>
                  <a:lnTo>
                    <a:pt x="10210" y="6781"/>
                  </a:lnTo>
                  <a:lnTo>
                    <a:pt x="11090" y="6391"/>
                  </a:lnTo>
                  <a:lnTo>
                    <a:pt x="11502" y="6202"/>
                  </a:lnTo>
                  <a:lnTo>
                    <a:pt x="11891" y="6013"/>
                  </a:lnTo>
                  <a:lnTo>
                    <a:pt x="12259" y="5835"/>
                  </a:lnTo>
                  <a:lnTo>
                    <a:pt x="12604" y="5645"/>
                  </a:lnTo>
                  <a:lnTo>
                    <a:pt x="12927" y="5467"/>
                  </a:lnTo>
                  <a:lnTo>
                    <a:pt x="13227" y="5289"/>
                  </a:lnTo>
                  <a:lnTo>
                    <a:pt x="13494" y="5111"/>
                  </a:lnTo>
                  <a:lnTo>
                    <a:pt x="13728" y="4933"/>
                  </a:lnTo>
                  <a:lnTo>
                    <a:pt x="13940" y="4755"/>
                  </a:lnTo>
                  <a:lnTo>
                    <a:pt x="14118" y="4577"/>
                  </a:lnTo>
                  <a:lnTo>
                    <a:pt x="14263" y="4410"/>
                  </a:lnTo>
                  <a:lnTo>
                    <a:pt x="14318" y="4320"/>
                  </a:lnTo>
                  <a:lnTo>
                    <a:pt x="14374" y="4231"/>
                  </a:lnTo>
                  <a:lnTo>
                    <a:pt x="14374" y="4231"/>
                  </a:lnTo>
                  <a:lnTo>
                    <a:pt x="14441" y="4098"/>
                  </a:lnTo>
                  <a:lnTo>
                    <a:pt x="14508" y="3942"/>
                  </a:lnTo>
                  <a:lnTo>
                    <a:pt x="14641" y="3586"/>
                  </a:lnTo>
                  <a:lnTo>
                    <a:pt x="14786" y="3140"/>
                  </a:lnTo>
                  <a:lnTo>
                    <a:pt x="14931" y="2639"/>
                  </a:lnTo>
                  <a:lnTo>
                    <a:pt x="15098" y="2060"/>
                  </a:lnTo>
                  <a:lnTo>
                    <a:pt x="15253" y="1437"/>
                  </a:lnTo>
                  <a:lnTo>
                    <a:pt x="1562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7294727" y="2237073"/>
              <a:ext cx="1250724" cy="1231129"/>
            </a:xfrm>
            <a:custGeom>
              <a:rect b="b" l="l" r="r" t="t"/>
              <a:pathLst>
                <a:path extrusionOk="0" h="52461" w="53296">
                  <a:moveTo>
                    <a:pt x="37709" y="0"/>
                  </a:moveTo>
                  <a:lnTo>
                    <a:pt x="37843" y="501"/>
                  </a:lnTo>
                  <a:lnTo>
                    <a:pt x="37987" y="1025"/>
                  </a:lnTo>
                  <a:lnTo>
                    <a:pt x="38110" y="1581"/>
                  </a:lnTo>
                  <a:lnTo>
                    <a:pt x="38243" y="2160"/>
                  </a:lnTo>
                  <a:lnTo>
                    <a:pt x="38355" y="2750"/>
                  </a:lnTo>
                  <a:lnTo>
                    <a:pt x="38477" y="3363"/>
                  </a:lnTo>
                  <a:lnTo>
                    <a:pt x="38589" y="3986"/>
                  </a:lnTo>
                  <a:lnTo>
                    <a:pt x="38689" y="4621"/>
                  </a:lnTo>
                  <a:lnTo>
                    <a:pt x="38889" y="5912"/>
                  </a:lnTo>
                  <a:lnTo>
                    <a:pt x="39056" y="7215"/>
                  </a:lnTo>
                  <a:lnTo>
                    <a:pt x="39223" y="8495"/>
                  </a:lnTo>
                  <a:lnTo>
                    <a:pt x="39357" y="9742"/>
                  </a:lnTo>
                  <a:lnTo>
                    <a:pt x="39479" y="10933"/>
                  </a:lnTo>
                  <a:lnTo>
                    <a:pt x="39579" y="12036"/>
                  </a:lnTo>
                  <a:lnTo>
                    <a:pt x="39746" y="13895"/>
                  </a:lnTo>
                  <a:lnTo>
                    <a:pt x="39836" y="15142"/>
                  </a:lnTo>
                  <a:lnTo>
                    <a:pt x="39869" y="15609"/>
                  </a:lnTo>
                  <a:lnTo>
                    <a:pt x="34124" y="15910"/>
                  </a:lnTo>
                  <a:lnTo>
                    <a:pt x="32866" y="26375"/>
                  </a:lnTo>
                  <a:lnTo>
                    <a:pt x="32855" y="26442"/>
                  </a:lnTo>
                  <a:lnTo>
                    <a:pt x="32833" y="26498"/>
                  </a:lnTo>
                  <a:lnTo>
                    <a:pt x="32788" y="26565"/>
                  </a:lnTo>
                  <a:lnTo>
                    <a:pt x="32732" y="26620"/>
                  </a:lnTo>
                  <a:lnTo>
                    <a:pt x="32655" y="26676"/>
                  </a:lnTo>
                  <a:lnTo>
                    <a:pt x="32577" y="26732"/>
                  </a:lnTo>
                  <a:lnTo>
                    <a:pt x="32476" y="26787"/>
                  </a:lnTo>
                  <a:lnTo>
                    <a:pt x="32365" y="26843"/>
                  </a:lnTo>
                  <a:lnTo>
                    <a:pt x="32120" y="26943"/>
                  </a:lnTo>
                  <a:lnTo>
                    <a:pt x="31820" y="27043"/>
                  </a:lnTo>
                  <a:lnTo>
                    <a:pt x="31474" y="27132"/>
                  </a:lnTo>
                  <a:lnTo>
                    <a:pt x="31107" y="27222"/>
                  </a:lnTo>
                  <a:lnTo>
                    <a:pt x="30695" y="27299"/>
                  </a:lnTo>
                  <a:lnTo>
                    <a:pt x="30261" y="27366"/>
                  </a:lnTo>
                  <a:lnTo>
                    <a:pt x="29793" y="27444"/>
                  </a:lnTo>
                  <a:lnTo>
                    <a:pt x="29303" y="27511"/>
                  </a:lnTo>
                  <a:lnTo>
                    <a:pt x="28268" y="27622"/>
                  </a:lnTo>
                  <a:lnTo>
                    <a:pt x="27199" y="27723"/>
                  </a:lnTo>
                  <a:lnTo>
                    <a:pt x="26976" y="27934"/>
                  </a:lnTo>
                  <a:lnTo>
                    <a:pt x="26743" y="28123"/>
                  </a:lnTo>
                  <a:lnTo>
                    <a:pt x="26509" y="28290"/>
                  </a:lnTo>
                  <a:lnTo>
                    <a:pt x="26386" y="28357"/>
                  </a:lnTo>
                  <a:lnTo>
                    <a:pt x="26264" y="28424"/>
                  </a:lnTo>
                  <a:lnTo>
                    <a:pt x="26141" y="28491"/>
                  </a:lnTo>
                  <a:lnTo>
                    <a:pt x="26019" y="28535"/>
                  </a:lnTo>
                  <a:lnTo>
                    <a:pt x="25885" y="28580"/>
                  </a:lnTo>
                  <a:lnTo>
                    <a:pt x="25763" y="28613"/>
                  </a:lnTo>
                  <a:lnTo>
                    <a:pt x="25629" y="28647"/>
                  </a:lnTo>
                  <a:lnTo>
                    <a:pt x="25496" y="28669"/>
                  </a:lnTo>
                  <a:lnTo>
                    <a:pt x="25362" y="28680"/>
                  </a:lnTo>
                  <a:lnTo>
                    <a:pt x="25062" y="28680"/>
                  </a:lnTo>
                  <a:lnTo>
                    <a:pt x="24505" y="28691"/>
                  </a:lnTo>
                  <a:lnTo>
                    <a:pt x="23959" y="28713"/>
                  </a:lnTo>
                  <a:lnTo>
                    <a:pt x="23414" y="28747"/>
                  </a:lnTo>
                  <a:lnTo>
                    <a:pt x="22868" y="28780"/>
                  </a:lnTo>
                  <a:lnTo>
                    <a:pt x="22323" y="28836"/>
                  </a:lnTo>
                  <a:lnTo>
                    <a:pt x="21777" y="28903"/>
                  </a:lnTo>
                  <a:lnTo>
                    <a:pt x="21232" y="28981"/>
                  </a:lnTo>
                  <a:lnTo>
                    <a:pt x="20686" y="29070"/>
                  </a:lnTo>
                  <a:lnTo>
                    <a:pt x="20152" y="29170"/>
                  </a:lnTo>
                  <a:lnTo>
                    <a:pt x="19606" y="29270"/>
                  </a:lnTo>
                  <a:lnTo>
                    <a:pt x="19072" y="29381"/>
                  </a:lnTo>
                  <a:lnTo>
                    <a:pt x="18537" y="29504"/>
                  </a:lnTo>
                  <a:lnTo>
                    <a:pt x="18003" y="29637"/>
                  </a:lnTo>
                  <a:lnTo>
                    <a:pt x="17469" y="29771"/>
                  </a:lnTo>
                  <a:lnTo>
                    <a:pt x="16411" y="30072"/>
                  </a:lnTo>
                  <a:lnTo>
                    <a:pt x="16043" y="31508"/>
                  </a:lnTo>
                  <a:lnTo>
                    <a:pt x="15888" y="32131"/>
                  </a:lnTo>
                  <a:lnTo>
                    <a:pt x="15721" y="32710"/>
                  </a:lnTo>
                  <a:lnTo>
                    <a:pt x="15576" y="33211"/>
                  </a:lnTo>
                  <a:lnTo>
                    <a:pt x="15431" y="33657"/>
                  </a:lnTo>
                  <a:lnTo>
                    <a:pt x="15298" y="34013"/>
                  </a:lnTo>
                  <a:lnTo>
                    <a:pt x="15231" y="34169"/>
                  </a:lnTo>
                  <a:lnTo>
                    <a:pt x="15164" y="34302"/>
                  </a:lnTo>
                  <a:lnTo>
                    <a:pt x="15108" y="34391"/>
                  </a:lnTo>
                  <a:lnTo>
                    <a:pt x="15053" y="34481"/>
                  </a:lnTo>
                  <a:lnTo>
                    <a:pt x="14908" y="34648"/>
                  </a:lnTo>
                  <a:lnTo>
                    <a:pt x="14730" y="34826"/>
                  </a:lnTo>
                  <a:lnTo>
                    <a:pt x="14518" y="35004"/>
                  </a:lnTo>
                  <a:lnTo>
                    <a:pt x="14284" y="35182"/>
                  </a:lnTo>
                  <a:lnTo>
                    <a:pt x="14017" y="35360"/>
                  </a:lnTo>
                  <a:lnTo>
                    <a:pt x="13717" y="35538"/>
                  </a:lnTo>
                  <a:lnTo>
                    <a:pt x="13394" y="35716"/>
                  </a:lnTo>
                  <a:lnTo>
                    <a:pt x="13049" y="35906"/>
                  </a:lnTo>
                  <a:lnTo>
                    <a:pt x="12681" y="36084"/>
                  </a:lnTo>
                  <a:lnTo>
                    <a:pt x="12292" y="36273"/>
                  </a:lnTo>
                  <a:lnTo>
                    <a:pt x="11880" y="36462"/>
                  </a:lnTo>
                  <a:lnTo>
                    <a:pt x="11000" y="36852"/>
                  </a:lnTo>
                  <a:lnTo>
                    <a:pt x="10065" y="37242"/>
                  </a:lnTo>
                  <a:lnTo>
                    <a:pt x="9085" y="37642"/>
                  </a:lnTo>
                  <a:lnTo>
                    <a:pt x="8061" y="38054"/>
                  </a:lnTo>
                  <a:lnTo>
                    <a:pt x="5968" y="38889"/>
                  </a:lnTo>
                  <a:lnTo>
                    <a:pt x="4921" y="39324"/>
                  </a:lnTo>
                  <a:lnTo>
                    <a:pt x="3886" y="39758"/>
                  </a:lnTo>
                  <a:lnTo>
                    <a:pt x="2884" y="40214"/>
                  </a:lnTo>
                  <a:lnTo>
                    <a:pt x="2394" y="40437"/>
                  </a:lnTo>
                  <a:lnTo>
                    <a:pt x="1915" y="40671"/>
                  </a:lnTo>
                  <a:lnTo>
                    <a:pt x="1414" y="40916"/>
                  </a:lnTo>
                  <a:lnTo>
                    <a:pt x="935" y="41172"/>
                  </a:lnTo>
                  <a:lnTo>
                    <a:pt x="991" y="41417"/>
                  </a:lnTo>
                  <a:lnTo>
                    <a:pt x="1058" y="41662"/>
                  </a:lnTo>
                  <a:lnTo>
                    <a:pt x="1125" y="41906"/>
                  </a:lnTo>
                  <a:lnTo>
                    <a:pt x="1203" y="42151"/>
                  </a:lnTo>
                  <a:lnTo>
                    <a:pt x="1292" y="42396"/>
                  </a:lnTo>
                  <a:lnTo>
                    <a:pt x="1381" y="42630"/>
                  </a:lnTo>
                  <a:lnTo>
                    <a:pt x="1481" y="42864"/>
                  </a:lnTo>
                  <a:lnTo>
                    <a:pt x="1592" y="43098"/>
                  </a:lnTo>
                  <a:lnTo>
                    <a:pt x="1704" y="43332"/>
                  </a:lnTo>
                  <a:lnTo>
                    <a:pt x="1826" y="43565"/>
                  </a:lnTo>
                  <a:lnTo>
                    <a:pt x="2082" y="44022"/>
                  </a:lnTo>
                  <a:lnTo>
                    <a:pt x="2361" y="44456"/>
                  </a:lnTo>
                  <a:lnTo>
                    <a:pt x="2661" y="44890"/>
                  </a:lnTo>
                  <a:lnTo>
                    <a:pt x="2984" y="45313"/>
                  </a:lnTo>
                  <a:lnTo>
                    <a:pt x="3318" y="45725"/>
                  </a:lnTo>
                  <a:lnTo>
                    <a:pt x="3674" y="46126"/>
                  </a:lnTo>
                  <a:lnTo>
                    <a:pt x="4042" y="46505"/>
                  </a:lnTo>
                  <a:lnTo>
                    <a:pt x="4420" y="46883"/>
                  </a:lnTo>
                  <a:lnTo>
                    <a:pt x="4821" y="47250"/>
                  </a:lnTo>
                  <a:lnTo>
                    <a:pt x="5222" y="47596"/>
                  </a:lnTo>
                  <a:lnTo>
                    <a:pt x="5623" y="47930"/>
                  </a:lnTo>
                  <a:lnTo>
                    <a:pt x="4264" y="48074"/>
                  </a:lnTo>
                  <a:lnTo>
                    <a:pt x="2862" y="48197"/>
                  </a:lnTo>
                  <a:lnTo>
                    <a:pt x="1448" y="48297"/>
                  </a:lnTo>
                  <a:lnTo>
                    <a:pt x="0" y="48397"/>
                  </a:lnTo>
                  <a:lnTo>
                    <a:pt x="590" y="48742"/>
                  </a:lnTo>
                  <a:lnTo>
                    <a:pt x="913" y="48920"/>
                  </a:lnTo>
                  <a:lnTo>
                    <a:pt x="1236" y="49087"/>
                  </a:lnTo>
                  <a:lnTo>
                    <a:pt x="1570" y="49254"/>
                  </a:lnTo>
                  <a:lnTo>
                    <a:pt x="1915" y="49421"/>
                  </a:lnTo>
                  <a:lnTo>
                    <a:pt x="2283" y="49588"/>
                  </a:lnTo>
                  <a:lnTo>
                    <a:pt x="2650" y="49744"/>
                  </a:lnTo>
                  <a:lnTo>
                    <a:pt x="3040" y="49900"/>
                  </a:lnTo>
                  <a:lnTo>
                    <a:pt x="3440" y="50056"/>
                  </a:lnTo>
                  <a:lnTo>
                    <a:pt x="3852" y="50212"/>
                  </a:lnTo>
                  <a:lnTo>
                    <a:pt x="4287" y="50357"/>
                  </a:lnTo>
                  <a:lnTo>
                    <a:pt x="4732" y="50501"/>
                  </a:lnTo>
                  <a:lnTo>
                    <a:pt x="5200" y="50646"/>
                  </a:lnTo>
                  <a:lnTo>
                    <a:pt x="5678" y="50780"/>
                  </a:lnTo>
                  <a:lnTo>
                    <a:pt x="6179" y="50913"/>
                  </a:lnTo>
                  <a:lnTo>
                    <a:pt x="6703" y="51047"/>
                  </a:lnTo>
                  <a:lnTo>
                    <a:pt x="7237" y="51169"/>
                  </a:lnTo>
                  <a:lnTo>
                    <a:pt x="7794" y="51292"/>
                  </a:lnTo>
                  <a:lnTo>
                    <a:pt x="8373" y="51403"/>
                  </a:lnTo>
                  <a:lnTo>
                    <a:pt x="8974" y="51515"/>
                  </a:lnTo>
                  <a:lnTo>
                    <a:pt x="9586" y="51615"/>
                  </a:lnTo>
                  <a:lnTo>
                    <a:pt x="10232" y="51715"/>
                  </a:lnTo>
                  <a:lnTo>
                    <a:pt x="10889" y="51815"/>
                  </a:lnTo>
                  <a:lnTo>
                    <a:pt x="11579" y="51904"/>
                  </a:lnTo>
                  <a:lnTo>
                    <a:pt x="12292" y="51982"/>
                  </a:lnTo>
                  <a:lnTo>
                    <a:pt x="13026" y="52060"/>
                  </a:lnTo>
                  <a:lnTo>
                    <a:pt x="13783" y="52127"/>
                  </a:lnTo>
                  <a:lnTo>
                    <a:pt x="14574" y="52194"/>
                  </a:lnTo>
                  <a:lnTo>
                    <a:pt x="15387" y="52249"/>
                  </a:lnTo>
                  <a:lnTo>
                    <a:pt x="16222" y="52305"/>
                  </a:lnTo>
                  <a:lnTo>
                    <a:pt x="17090" y="52350"/>
                  </a:lnTo>
                  <a:lnTo>
                    <a:pt x="18537" y="52394"/>
                  </a:lnTo>
                  <a:lnTo>
                    <a:pt x="20074" y="52439"/>
                  </a:lnTo>
                  <a:lnTo>
                    <a:pt x="21777" y="52461"/>
                  </a:lnTo>
                  <a:lnTo>
                    <a:pt x="24783" y="52461"/>
                  </a:lnTo>
                  <a:lnTo>
                    <a:pt x="26097" y="52439"/>
                  </a:lnTo>
                  <a:lnTo>
                    <a:pt x="27377" y="52416"/>
                  </a:lnTo>
                  <a:lnTo>
                    <a:pt x="28613" y="52372"/>
                  </a:lnTo>
                  <a:lnTo>
                    <a:pt x="29815" y="52316"/>
                  </a:lnTo>
                  <a:lnTo>
                    <a:pt x="30984" y="52238"/>
                  </a:lnTo>
                  <a:lnTo>
                    <a:pt x="32109" y="52160"/>
                  </a:lnTo>
                  <a:lnTo>
                    <a:pt x="33211" y="52060"/>
                  </a:lnTo>
                  <a:lnTo>
                    <a:pt x="34269" y="51938"/>
                  </a:lnTo>
                  <a:lnTo>
                    <a:pt x="35304" y="51815"/>
                  </a:lnTo>
                  <a:lnTo>
                    <a:pt x="36295" y="51659"/>
                  </a:lnTo>
                  <a:lnTo>
                    <a:pt x="37253" y="51492"/>
                  </a:lnTo>
                  <a:lnTo>
                    <a:pt x="38188" y="51314"/>
                  </a:lnTo>
                  <a:lnTo>
                    <a:pt x="39078" y="51103"/>
                  </a:lnTo>
                  <a:lnTo>
                    <a:pt x="39947" y="50880"/>
                  </a:lnTo>
                  <a:lnTo>
                    <a:pt x="40370" y="50769"/>
                  </a:lnTo>
                  <a:lnTo>
                    <a:pt x="40782" y="50646"/>
                  </a:lnTo>
                  <a:lnTo>
                    <a:pt x="41183" y="50513"/>
                  </a:lnTo>
                  <a:lnTo>
                    <a:pt x="41583" y="50379"/>
                  </a:lnTo>
                  <a:lnTo>
                    <a:pt x="41973" y="50234"/>
                  </a:lnTo>
                  <a:lnTo>
                    <a:pt x="42363" y="50089"/>
                  </a:lnTo>
                  <a:lnTo>
                    <a:pt x="42741" y="49945"/>
                  </a:lnTo>
                  <a:lnTo>
                    <a:pt x="43109" y="49789"/>
                  </a:lnTo>
                  <a:lnTo>
                    <a:pt x="43476" y="49633"/>
                  </a:lnTo>
                  <a:lnTo>
                    <a:pt x="43832" y="49466"/>
                  </a:lnTo>
                  <a:lnTo>
                    <a:pt x="44178" y="49288"/>
                  </a:lnTo>
                  <a:lnTo>
                    <a:pt x="44523" y="49110"/>
                  </a:lnTo>
                  <a:lnTo>
                    <a:pt x="44857" y="48932"/>
                  </a:lnTo>
                  <a:lnTo>
                    <a:pt x="45191" y="48742"/>
                  </a:lnTo>
                  <a:lnTo>
                    <a:pt x="45514" y="48542"/>
                  </a:lnTo>
                  <a:lnTo>
                    <a:pt x="45825" y="48342"/>
                  </a:lnTo>
                  <a:lnTo>
                    <a:pt x="46137" y="48130"/>
                  </a:lnTo>
                  <a:lnTo>
                    <a:pt x="46438" y="47918"/>
                  </a:lnTo>
                  <a:lnTo>
                    <a:pt x="46738" y="47696"/>
                  </a:lnTo>
                  <a:lnTo>
                    <a:pt x="47028" y="47473"/>
                  </a:lnTo>
                  <a:lnTo>
                    <a:pt x="47306" y="47239"/>
                  </a:lnTo>
                  <a:lnTo>
                    <a:pt x="47584" y="46994"/>
                  </a:lnTo>
                  <a:lnTo>
                    <a:pt x="47863" y="46749"/>
                  </a:lnTo>
                  <a:lnTo>
                    <a:pt x="48130" y="46505"/>
                  </a:lnTo>
                  <a:lnTo>
                    <a:pt x="48386" y="46237"/>
                  </a:lnTo>
                  <a:lnTo>
                    <a:pt x="48642" y="45970"/>
                  </a:lnTo>
                  <a:lnTo>
                    <a:pt x="48887" y="45703"/>
                  </a:lnTo>
                  <a:lnTo>
                    <a:pt x="49132" y="45425"/>
                  </a:lnTo>
                  <a:lnTo>
                    <a:pt x="49377" y="45135"/>
                  </a:lnTo>
                  <a:lnTo>
                    <a:pt x="49611" y="44846"/>
                  </a:lnTo>
                  <a:lnTo>
                    <a:pt x="49833" y="44545"/>
                  </a:lnTo>
                  <a:lnTo>
                    <a:pt x="50056" y="44233"/>
                  </a:lnTo>
                  <a:lnTo>
                    <a:pt x="50268" y="43922"/>
                  </a:lnTo>
                  <a:lnTo>
                    <a:pt x="50479" y="43599"/>
                  </a:lnTo>
                  <a:lnTo>
                    <a:pt x="50746" y="43165"/>
                  </a:lnTo>
                  <a:lnTo>
                    <a:pt x="50991" y="42719"/>
                  </a:lnTo>
                  <a:lnTo>
                    <a:pt x="51225" y="42252"/>
                  </a:lnTo>
                  <a:lnTo>
                    <a:pt x="51448" y="41762"/>
                  </a:lnTo>
                  <a:lnTo>
                    <a:pt x="51648" y="41261"/>
                  </a:lnTo>
                  <a:lnTo>
                    <a:pt x="51849" y="40737"/>
                  </a:lnTo>
                  <a:lnTo>
                    <a:pt x="52027" y="40203"/>
                  </a:lnTo>
                  <a:lnTo>
                    <a:pt x="52194" y="39646"/>
                  </a:lnTo>
                  <a:lnTo>
                    <a:pt x="52350" y="39079"/>
                  </a:lnTo>
                  <a:lnTo>
                    <a:pt x="52494" y="38489"/>
                  </a:lnTo>
                  <a:lnTo>
                    <a:pt x="52628" y="37887"/>
                  </a:lnTo>
                  <a:lnTo>
                    <a:pt x="52750" y="37275"/>
                  </a:lnTo>
                  <a:lnTo>
                    <a:pt x="52862" y="36652"/>
                  </a:lnTo>
                  <a:lnTo>
                    <a:pt x="52951" y="36017"/>
                  </a:lnTo>
                  <a:lnTo>
                    <a:pt x="53040" y="35360"/>
                  </a:lnTo>
                  <a:lnTo>
                    <a:pt x="53107" y="34703"/>
                  </a:lnTo>
                  <a:lnTo>
                    <a:pt x="53173" y="33946"/>
                  </a:lnTo>
                  <a:lnTo>
                    <a:pt x="53229" y="33189"/>
                  </a:lnTo>
                  <a:lnTo>
                    <a:pt x="53262" y="32410"/>
                  </a:lnTo>
                  <a:lnTo>
                    <a:pt x="53285" y="31630"/>
                  </a:lnTo>
                  <a:lnTo>
                    <a:pt x="53296" y="30829"/>
                  </a:lnTo>
                  <a:lnTo>
                    <a:pt x="53285" y="30027"/>
                  </a:lnTo>
                  <a:lnTo>
                    <a:pt x="53262" y="29214"/>
                  </a:lnTo>
                  <a:lnTo>
                    <a:pt x="53229" y="28402"/>
                  </a:lnTo>
                  <a:lnTo>
                    <a:pt x="53006" y="28658"/>
                  </a:lnTo>
                  <a:lnTo>
                    <a:pt x="52773" y="28914"/>
                  </a:lnTo>
                  <a:lnTo>
                    <a:pt x="52517" y="29159"/>
                  </a:lnTo>
                  <a:lnTo>
                    <a:pt x="52260" y="29393"/>
                  </a:lnTo>
                  <a:lnTo>
                    <a:pt x="51993" y="29615"/>
                  </a:lnTo>
                  <a:lnTo>
                    <a:pt x="51726" y="29827"/>
                  </a:lnTo>
                  <a:lnTo>
                    <a:pt x="51437" y="30027"/>
                  </a:lnTo>
                  <a:lnTo>
                    <a:pt x="51147" y="30216"/>
                  </a:lnTo>
                  <a:lnTo>
                    <a:pt x="50846" y="30395"/>
                  </a:lnTo>
                  <a:lnTo>
                    <a:pt x="50546" y="30562"/>
                  </a:lnTo>
                  <a:lnTo>
                    <a:pt x="50234" y="30717"/>
                  </a:lnTo>
                  <a:lnTo>
                    <a:pt x="49911" y="30862"/>
                  </a:lnTo>
                  <a:lnTo>
                    <a:pt x="49588" y="30985"/>
                  </a:lnTo>
                  <a:lnTo>
                    <a:pt x="49254" y="31096"/>
                  </a:lnTo>
                  <a:lnTo>
                    <a:pt x="48920" y="31196"/>
                  </a:lnTo>
                  <a:lnTo>
                    <a:pt x="48586" y="31285"/>
                  </a:lnTo>
                  <a:lnTo>
                    <a:pt x="48364" y="31330"/>
                  </a:lnTo>
                  <a:lnTo>
                    <a:pt x="48130" y="31374"/>
                  </a:lnTo>
                  <a:lnTo>
                    <a:pt x="47673" y="31441"/>
                  </a:lnTo>
                  <a:lnTo>
                    <a:pt x="47206" y="31475"/>
                  </a:lnTo>
                  <a:lnTo>
                    <a:pt x="46738" y="31486"/>
                  </a:lnTo>
                  <a:lnTo>
                    <a:pt x="46427" y="31486"/>
                  </a:lnTo>
                  <a:lnTo>
                    <a:pt x="46126" y="31463"/>
                  </a:lnTo>
                  <a:lnTo>
                    <a:pt x="45814" y="31441"/>
                  </a:lnTo>
                  <a:lnTo>
                    <a:pt x="45514" y="31397"/>
                  </a:lnTo>
                  <a:lnTo>
                    <a:pt x="45213" y="31352"/>
                  </a:lnTo>
                  <a:lnTo>
                    <a:pt x="44912" y="31296"/>
                  </a:lnTo>
                  <a:lnTo>
                    <a:pt x="44612" y="31218"/>
                  </a:lnTo>
                  <a:lnTo>
                    <a:pt x="44311" y="31141"/>
                  </a:lnTo>
                  <a:lnTo>
                    <a:pt x="44022" y="31051"/>
                  </a:lnTo>
                  <a:lnTo>
                    <a:pt x="43732" y="30951"/>
                  </a:lnTo>
                  <a:lnTo>
                    <a:pt x="43454" y="30840"/>
                  </a:lnTo>
                  <a:lnTo>
                    <a:pt x="43164" y="30717"/>
                  </a:lnTo>
                  <a:lnTo>
                    <a:pt x="42886" y="30584"/>
                  </a:lnTo>
                  <a:lnTo>
                    <a:pt x="42619" y="30439"/>
                  </a:lnTo>
                  <a:lnTo>
                    <a:pt x="42352" y="30283"/>
                  </a:lnTo>
                  <a:lnTo>
                    <a:pt x="42096" y="30127"/>
                  </a:lnTo>
                  <a:lnTo>
                    <a:pt x="41806" y="29927"/>
                  </a:lnTo>
                  <a:lnTo>
                    <a:pt x="41528" y="29715"/>
                  </a:lnTo>
                  <a:lnTo>
                    <a:pt x="41261" y="29493"/>
                  </a:lnTo>
                  <a:lnTo>
                    <a:pt x="41005" y="29248"/>
                  </a:lnTo>
                  <a:lnTo>
                    <a:pt x="40771" y="28992"/>
                  </a:lnTo>
                  <a:lnTo>
                    <a:pt x="40548" y="28725"/>
                  </a:lnTo>
                  <a:lnTo>
                    <a:pt x="40448" y="28580"/>
                  </a:lnTo>
                  <a:lnTo>
                    <a:pt x="40359" y="28435"/>
                  </a:lnTo>
                  <a:lnTo>
                    <a:pt x="40259" y="28290"/>
                  </a:lnTo>
                  <a:lnTo>
                    <a:pt x="40181" y="28134"/>
                  </a:lnTo>
                  <a:lnTo>
                    <a:pt x="40069" y="27901"/>
                  </a:lnTo>
                  <a:lnTo>
                    <a:pt x="39969" y="27656"/>
                  </a:lnTo>
                  <a:lnTo>
                    <a:pt x="39891" y="27411"/>
                  </a:lnTo>
                  <a:lnTo>
                    <a:pt x="39824" y="27166"/>
                  </a:lnTo>
                  <a:lnTo>
                    <a:pt x="39769" y="26910"/>
                  </a:lnTo>
                  <a:lnTo>
                    <a:pt x="39724" y="26654"/>
                  </a:lnTo>
                  <a:lnTo>
                    <a:pt x="39691" y="26398"/>
                  </a:lnTo>
                  <a:lnTo>
                    <a:pt x="39669" y="26130"/>
                  </a:lnTo>
                  <a:lnTo>
                    <a:pt x="39657" y="25874"/>
                  </a:lnTo>
                  <a:lnTo>
                    <a:pt x="39657" y="25607"/>
                  </a:lnTo>
                  <a:lnTo>
                    <a:pt x="39657" y="25340"/>
                  </a:lnTo>
                  <a:lnTo>
                    <a:pt x="39669" y="25073"/>
                  </a:lnTo>
                  <a:lnTo>
                    <a:pt x="39702" y="24550"/>
                  </a:lnTo>
                  <a:lnTo>
                    <a:pt x="39746" y="24015"/>
                  </a:lnTo>
                  <a:lnTo>
                    <a:pt x="39836" y="23258"/>
                  </a:lnTo>
                  <a:lnTo>
                    <a:pt x="39947" y="22501"/>
                  </a:lnTo>
                  <a:lnTo>
                    <a:pt x="40080" y="21755"/>
                  </a:lnTo>
                  <a:lnTo>
                    <a:pt x="40236" y="21020"/>
                  </a:lnTo>
                  <a:lnTo>
                    <a:pt x="40392" y="20274"/>
                  </a:lnTo>
                  <a:lnTo>
                    <a:pt x="40559" y="19540"/>
                  </a:lnTo>
                  <a:lnTo>
                    <a:pt x="40915" y="18081"/>
                  </a:lnTo>
                  <a:lnTo>
                    <a:pt x="41094" y="17346"/>
                  </a:lnTo>
                  <a:lnTo>
                    <a:pt x="41261" y="16611"/>
                  </a:lnTo>
                  <a:lnTo>
                    <a:pt x="41416" y="15888"/>
                  </a:lnTo>
                  <a:lnTo>
                    <a:pt x="41561" y="15142"/>
                  </a:lnTo>
                  <a:lnTo>
                    <a:pt x="41695" y="14407"/>
                  </a:lnTo>
                  <a:lnTo>
                    <a:pt x="41806" y="13661"/>
                  </a:lnTo>
                  <a:lnTo>
                    <a:pt x="41895" y="12904"/>
                  </a:lnTo>
                  <a:lnTo>
                    <a:pt x="41929" y="12526"/>
                  </a:lnTo>
                  <a:lnTo>
                    <a:pt x="41951" y="12147"/>
                  </a:lnTo>
                  <a:lnTo>
                    <a:pt x="41984" y="11546"/>
                  </a:lnTo>
                  <a:lnTo>
                    <a:pt x="41995" y="10945"/>
                  </a:lnTo>
                  <a:lnTo>
                    <a:pt x="42007" y="10343"/>
                  </a:lnTo>
                  <a:lnTo>
                    <a:pt x="41995" y="9742"/>
                  </a:lnTo>
                  <a:lnTo>
                    <a:pt x="41962" y="9152"/>
                  </a:lnTo>
                  <a:lnTo>
                    <a:pt x="41929" y="8551"/>
                  </a:lnTo>
                  <a:lnTo>
                    <a:pt x="41862" y="7961"/>
                  </a:lnTo>
                  <a:lnTo>
                    <a:pt x="41795" y="7371"/>
                  </a:lnTo>
                  <a:lnTo>
                    <a:pt x="41695" y="6792"/>
                  </a:lnTo>
                  <a:lnTo>
                    <a:pt x="41583" y="6202"/>
                  </a:lnTo>
                  <a:lnTo>
                    <a:pt x="41450" y="5623"/>
                  </a:lnTo>
                  <a:lnTo>
                    <a:pt x="41294" y="5055"/>
                  </a:lnTo>
                  <a:lnTo>
                    <a:pt x="41105" y="4476"/>
                  </a:lnTo>
                  <a:lnTo>
                    <a:pt x="40904" y="3919"/>
                  </a:lnTo>
                  <a:lnTo>
                    <a:pt x="40682" y="3352"/>
                  </a:lnTo>
                  <a:lnTo>
                    <a:pt x="40426" y="2795"/>
                  </a:lnTo>
                  <a:lnTo>
                    <a:pt x="40259" y="2450"/>
                  </a:lnTo>
                  <a:lnTo>
                    <a:pt x="40058" y="2094"/>
                  </a:lnTo>
                  <a:lnTo>
                    <a:pt x="39858" y="1760"/>
                  </a:lnTo>
                  <a:lnTo>
                    <a:pt x="39635" y="1437"/>
                  </a:lnTo>
                  <a:lnTo>
                    <a:pt x="39513" y="1281"/>
                  </a:lnTo>
                  <a:lnTo>
                    <a:pt x="39379" y="1136"/>
                  </a:lnTo>
                  <a:lnTo>
                    <a:pt x="39257" y="991"/>
                  </a:lnTo>
                  <a:lnTo>
                    <a:pt x="39112" y="858"/>
                  </a:lnTo>
                  <a:lnTo>
                    <a:pt x="38978" y="724"/>
                  </a:lnTo>
                  <a:lnTo>
                    <a:pt x="38822" y="602"/>
                  </a:lnTo>
                  <a:lnTo>
                    <a:pt x="38667" y="479"/>
                  </a:lnTo>
                  <a:lnTo>
                    <a:pt x="38511" y="379"/>
                  </a:lnTo>
                  <a:lnTo>
                    <a:pt x="38310" y="257"/>
                  </a:lnTo>
                  <a:lnTo>
                    <a:pt x="38121" y="156"/>
                  </a:lnTo>
                  <a:lnTo>
                    <a:pt x="37909" y="78"/>
                  </a:lnTo>
                  <a:lnTo>
                    <a:pt x="37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7294727" y="2237073"/>
              <a:ext cx="1250724" cy="1231129"/>
            </a:xfrm>
            <a:custGeom>
              <a:rect b="b" l="l" r="r" t="t"/>
              <a:pathLst>
                <a:path extrusionOk="0" fill="none" h="52461" w="53296">
                  <a:moveTo>
                    <a:pt x="37709" y="0"/>
                  </a:moveTo>
                  <a:lnTo>
                    <a:pt x="37709" y="0"/>
                  </a:lnTo>
                  <a:lnTo>
                    <a:pt x="37843" y="501"/>
                  </a:lnTo>
                  <a:lnTo>
                    <a:pt x="37987" y="1025"/>
                  </a:lnTo>
                  <a:lnTo>
                    <a:pt x="38110" y="1581"/>
                  </a:lnTo>
                  <a:lnTo>
                    <a:pt x="38243" y="2160"/>
                  </a:lnTo>
                  <a:lnTo>
                    <a:pt x="38355" y="2750"/>
                  </a:lnTo>
                  <a:lnTo>
                    <a:pt x="38477" y="3363"/>
                  </a:lnTo>
                  <a:lnTo>
                    <a:pt x="38589" y="3986"/>
                  </a:lnTo>
                  <a:lnTo>
                    <a:pt x="38689" y="4621"/>
                  </a:lnTo>
                  <a:lnTo>
                    <a:pt x="38889" y="5912"/>
                  </a:lnTo>
                  <a:lnTo>
                    <a:pt x="39056" y="7215"/>
                  </a:lnTo>
                  <a:lnTo>
                    <a:pt x="39223" y="8495"/>
                  </a:lnTo>
                  <a:lnTo>
                    <a:pt x="39357" y="9742"/>
                  </a:lnTo>
                  <a:lnTo>
                    <a:pt x="39479" y="10933"/>
                  </a:lnTo>
                  <a:lnTo>
                    <a:pt x="39579" y="12036"/>
                  </a:lnTo>
                  <a:lnTo>
                    <a:pt x="39746" y="13895"/>
                  </a:lnTo>
                  <a:lnTo>
                    <a:pt x="39836" y="15142"/>
                  </a:lnTo>
                  <a:lnTo>
                    <a:pt x="39869" y="15609"/>
                  </a:lnTo>
                  <a:lnTo>
                    <a:pt x="34124" y="15910"/>
                  </a:lnTo>
                  <a:lnTo>
                    <a:pt x="32866" y="26375"/>
                  </a:lnTo>
                  <a:lnTo>
                    <a:pt x="32866" y="26375"/>
                  </a:lnTo>
                  <a:lnTo>
                    <a:pt x="32855" y="26442"/>
                  </a:lnTo>
                  <a:lnTo>
                    <a:pt x="32833" y="26498"/>
                  </a:lnTo>
                  <a:lnTo>
                    <a:pt x="32788" y="26565"/>
                  </a:lnTo>
                  <a:lnTo>
                    <a:pt x="32732" y="26620"/>
                  </a:lnTo>
                  <a:lnTo>
                    <a:pt x="32655" y="26676"/>
                  </a:lnTo>
                  <a:lnTo>
                    <a:pt x="32577" y="26732"/>
                  </a:lnTo>
                  <a:lnTo>
                    <a:pt x="32476" y="26787"/>
                  </a:lnTo>
                  <a:lnTo>
                    <a:pt x="32365" y="26843"/>
                  </a:lnTo>
                  <a:lnTo>
                    <a:pt x="32120" y="26943"/>
                  </a:lnTo>
                  <a:lnTo>
                    <a:pt x="31820" y="27043"/>
                  </a:lnTo>
                  <a:lnTo>
                    <a:pt x="31474" y="27132"/>
                  </a:lnTo>
                  <a:lnTo>
                    <a:pt x="31107" y="27222"/>
                  </a:lnTo>
                  <a:lnTo>
                    <a:pt x="30695" y="27299"/>
                  </a:lnTo>
                  <a:lnTo>
                    <a:pt x="30261" y="27366"/>
                  </a:lnTo>
                  <a:lnTo>
                    <a:pt x="29793" y="27444"/>
                  </a:lnTo>
                  <a:lnTo>
                    <a:pt x="29303" y="27511"/>
                  </a:lnTo>
                  <a:lnTo>
                    <a:pt x="28268" y="27622"/>
                  </a:lnTo>
                  <a:lnTo>
                    <a:pt x="27199" y="27723"/>
                  </a:lnTo>
                  <a:lnTo>
                    <a:pt x="27199" y="27723"/>
                  </a:lnTo>
                  <a:lnTo>
                    <a:pt x="26976" y="27934"/>
                  </a:lnTo>
                  <a:lnTo>
                    <a:pt x="26743" y="28123"/>
                  </a:lnTo>
                  <a:lnTo>
                    <a:pt x="26509" y="28290"/>
                  </a:lnTo>
                  <a:lnTo>
                    <a:pt x="26386" y="28357"/>
                  </a:lnTo>
                  <a:lnTo>
                    <a:pt x="26264" y="28424"/>
                  </a:lnTo>
                  <a:lnTo>
                    <a:pt x="26141" y="28491"/>
                  </a:lnTo>
                  <a:lnTo>
                    <a:pt x="26019" y="28535"/>
                  </a:lnTo>
                  <a:lnTo>
                    <a:pt x="25885" y="28580"/>
                  </a:lnTo>
                  <a:lnTo>
                    <a:pt x="25763" y="28613"/>
                  </a:lnTo>
                  <a:lnTo>
                    <a:pt x="25629" y="28647"/>
                  </a:lnTo>
                  <a:lnTo>
                    <a:pt x="25496" y="28669"/>
                  </a:lnTo>
                  <a:lnTo>
                    <a:pt x="25362" y="28680"/>
                  </a:lnTo>
                  <a:lnTo>
                    <a:pt x="25217" y="28680"/>
                  </a:lnTo>
                  <a:lnTo>
                    <a:pt x="25217" y="28680"/>
                  </a:lnTo>
                  <a:lnTo>
                    <a:pt x="25206" y="28680"/>
                  </a:lnTo>
                  <a:lnTo>
                    <a:pt x="25206" y="28680"/>
                  </a:lnTo>
                  <a:lnTo>
                    <a:pt x="25062" y="28680"/>
                  </a:lnTo>
                  <a:lnTo>
                    <a:pt x="25062" y="28680"/>
                  </a:lnTo>
                  <a:lnTo>
                    <a:pt x="24505" y="28691"/>
                  </a:lnTo>
                  <a:lnTo>
                    <a:pt x="23959" y="28713"/>
                  </a:lnTo>
                  <a:lnTo>
                    <a:pt x="23414" y="28747"/>
                  </a:lnTo>
                  <a:lnTo>
                    <a:pt x="22868" y="28780"/>
                  </a:lnTo>
                  <a:lnTo>
                    <a:pt x="22323" y="28836"/>
                  </a:lnTo>
                  <a:lnTo>
                    <a:pt x="21777" y="28903"/>
                  </a:lnTo>
                  <a:lnTo>
                    <a:pt x="21232" y="28981"/>
                  </a:lnTo>
                  <a:lnTo>
                    <a:pt x="20686" y="29070"/>
                  </a:lnTo>
                  <a:lnTo>
                    <a:pt x="20152" y="29170"/>
                  </a:lnTo>
                  <a:lnTo>
                    <a:pt x="19606" y="29270"/>
                  </a:lnTo>
                  <a:lnTo>
                    <a:pt x="19072" y="29381"/>
                  </a:lnTo>
                  <a:lnTo>
                    <a:pt x="18537" y="29504"/>
                  </a:lnTo>
                  <a:lnTo>
                    <a:pt x="18003" y="29637"/>
                  </a:lnTo>
                  <a:lnTo>
                    <a:pt x="17469" y="29771"/>
                  </a:lnTo>
                  <a:lnTo>
                    <a:pt x="16411" y="30072"/>
                  </a:lnTo>
                  <a:lnTo>
                    <a:pt x="16411" y="30072"/>
                  </a:lnTo>
                  <a:lnTo>
                    <a:pt x="16043" y="31508"/>
                  </a:lnTo>
                  <a:lnTo>
                    <a:pt x="15888" y="32131"/>
                  </a:lnTo>
                  <a:lnTo>
                    <a:pt x="15721" y="32710"/>
                  </a:lnTo>
                  <a:lnTo>
                    <a:pt x="15576" y="33211"/>
                  </a:lnTo>
                  <a:lnTo>
                    <a:pt x="15431" y="33657"/>
                  </a:lnTo>
                  <a:lnTo>
                    <a:pt x="15298" y="34013"/>
                  </a:lnTo>
                  <a:lnTo>
                    <a:pt x="15231" y="34169"/>
                  </a:lnTo>
                  <a:lnTo>
                    <a:pt x="15164" y="34302"/>
                  </a:lnTo>
                  <a:lnTo>
                    <a:pt x="15164" y="34302"/>
                  </a:lnTo>
                  <a:lnTo>
                    <a:pt x="15108" y="34391"/>
                  </a:lnTo>
                  <a:lnTo>
                    <a:pt x="15053" y="34481"/>
                  </a:lnTo>
                  <a:lnTo>
                    <a:pt x="14908" y="34648"/>
                  </a:lnTo>
                  <a:lnTo>
                    <a:pt x="14730" y="34826"/>
                  </a:lnTo>
                  <a:lnTo>
                    <a:pt x="14518" y="35004"/>
                  </a:lnTo>
                  <a:lnTo>
                    <a:pt x="14284" y="35182"/>
                  </a:lnTo>
                  <a:lnTo>
                    <a:pt x="14017" y="35360"/>
                  </a:lnTo>
                  <a:lnTo>
                    <a:pt x="13717" y="35538"/>
                  </a:lnTo>
                  <a:lnTo>
                    <a:pt x="13394" y="35716"/>
                  </a:lnTo>
                  <a:lnTo>
                    <a:pt x="13049" y="35906"/>
                  </a:lnTo>
                  <a:lnTo>
                    <a:pt x="12681" y="36084"/>
                  </a:lnTo>
                  <a:lnTo>
                    <a:pt x="12292" y="36273"/>
                  </a:lnTo>
                  <a:lnTo>
                    <a:pt x="11880" y="36462"/>
                  </a:lnTo>
                  <a:lnTo>
                    <a:pt x="11000" y="36852"/>
                  </a:lnTo>
                  <a:lnTo>
                    <a:pt x="10065" y="37242"/>
                  </a:lnTo>
                  <a:lnTo>
                    <a:pt x="9085" y="37642"/>
                  </a:lnTo>
                  <a:lnTo>
                    <a:pt x="8061" y="38054"/>
                  </a:lnTo>
                  <a:lnTo>
                    <a:pt x="5968" y="38889"/>
                  </a:lnTo>
                  <a:lnTo>
                    <a:pt x="4921" y="39324"/>
                  </a:lnTo>
                  <a:lnTo>
                    <a:pt x="3886" y="39758"/>
                  </a:lnTo>
                  <a:lnTo>
                    <a:pt x="2884" y="40214"/>
                  </a:lnTo>
                  <a:lnTo>
                    <a:pt x="2394" y="40437"/>
                  </a:lnTo>
                  <a:lnTo>
                    <a:pt x="1915" y="40671"/>
                  </a:lnTo>
                  <a:lnTo>
                    <a:pt x="1915" y="40671"/>
                  </a:lnTo>
                  <a:lnTo>
                    <a:pt x="1414" y="40916"/>
                  </a:lnTo>
                  <a:lnTo>
                    <a:pt x="935" y="41172"/>
                  </a:lnTo>
                  <a:lnTo>
                    <a:pt x="935" y="41172"/>
                  </a:lnTo>
                  <a:lnTo>
                    <a:pt x="991" y="41417"/>
                  </a:lnTo>
                  <a:lnTo>
                    <a:pt x="1058" y="41662"/>
                  </a:lnTo>
                  <a:lnTo>
                    <a:pt x="1125" y="41906"/>
                  </a:lnTo>
                  <a:lnTo>
                    <a:pt x="1203" y="42151"/>
                  </a:lnTo>
                  <a:lnTo>
                    <a:pt x="1292" y="42396"/>
                  </a:lnTo>
                  <a:lnTo>
                    <a:pt x="1381" y="42630"/>
                  </a:lnTo>
                  <a:lnTo>
                    <a:pt x="1481" y="42864"/>
                  </a:lnTo>
                  <a:lnTo>
                    <a:pt x="1592" y="43098"/>
                  </a:lnTo>
                  <a:lnTo>
                    <a:pt x="1704" y="43332"/>
                  </a:lnTo>
                  <a:lnTo>
                    <a:pt x="1826" y="43565"/>
                  </a:lnTo>
                  <a:lnTo>
                    <a:pt x="2082" y="44022"/>
                  </a:lnTo>
                  <a:lnTo>
                    <a:pt x="2361" y="44456"/>
                  </a:lnTo>
                  <a:lnTo>
                    <a:pt x="2661" y="44890"/>
                  </a:lnTo>
                  <a:lnTo>
                    <a:pt x="2984" y="45313"/>
                  </a:lnTo>
                  <a:lnTo>
                    <a:pt x="3318" y="45725"/>
                  </a:lnTo>
                  <a:lnTo>
                    <a:pt x="3674" y="46126"/>
                  </a:lnTo>
                  <a:lnTo>
                    <a:pt x="4042" y="46505"/>
                  </a:lnTo>
                  <a:lnTo>
                    <a:pt x="4420" y="46883"/>
                  </a:lnTo>
                  <a:lnTo>
                    <a:pt x="4821" y="47250"/>
                  </a:lnTo>
                  <a:lnTo>
                    <a:pt x="5222" y="47596"/>
                  </a:lnTo>
                  <a:lnTo>
                    <a:pt x="5623" y="47930"/>
                  </a:lnTo>
                  <a:lnTo>
                    <a:pt x="5623" y="47930"/>
                  </a:lnTo>
                  <a:lnTo>
                    <a:pt x="4264" y="48074"/>
                  </a:lnTo>
                  <a:lnTo>
                    <a:pt x="2862" y="48197"/>
                  </a:lnTo>
                  <a:lnTo>
                    <a:pt x="1448" y="48297"/>
                  </a:lnTo>
                  <a:lnTo>
                    <a:pt x="0" y="48397"/>
                  </a:lnTo>
                  <a:lnTo>
                    <a:pt x="0" y="48397"/>
                  </a:lnTo>
                  <a:lnTo>
                    <a:pt x="590" y="48742"/>
                  </a:lnTo>
                  <a:lnTo>
                    <a:pt x="913" y="48920"/>
                  </a:lnTo>
                  <a:lnTo>
                    <a:pt x="1236" y="49087"/>
                  </a:lnTo>
                  <a:lnTo>
                    <a:pt x="1570" y="49254"/>
                  </a:lnTo>
                  <a:lnTo>
                    <a:pt x="1915" y="49421"/>
                  </a:lnTo>
                  <a:lnTo>
                    <a:pt x="2283" y="49588"/>
                  </a:lnTo>
                  <a:lnTo>
                    <a:pt x="2650" y="49744"/>
                  </a:lnTo>
                  <a:lnTo>
                    <a:pt x="3040" y="49900"/>
                  </a:lnTo>
                  <a:lnTo>
                    <a:pt x="3440" y="50056"/>
                  </a:lnTo>
                  <a:lnTo>
                    <a:pt x="3852" y="50212"/>
                  </a:lnTo>
                  <a:lnTo>
                    <a:pt x="4287" y="50357"/>
                  </a:lnTo>
                  <a:lnTo>
                    <a:pt x="4732" y="50501"/>
                  </a:lnTo>
                  <a:lnTo>
                    <a:pt x="5200" y="50646"/>
                  </a:lnTo>
                  <a:lnTo>
                    <a:pt x="5678" y="50780"/>
                  </a:lnTo>
                  <a:lnTo>
                    <a:pt x="6179" y="50913"/>
                  </a:lnTo>
                  <a:lnTo>
                    <a:pt x="6703" y="51047"/>
                  </a:lnTo>
                  <a:lnTo>
                    <a:pt x="7237" y="51169"/>
                  </a:lnTo>
                  <a:lnTo>
                    <a:pt x="7794" y="51292"/>
                  </a:lnTo>
                  <a:lnTo>
                    <a:pt x="8373" y="51403"/>
                  </a:lnTo>
                  <a:lnTo>
                    <a:pt x="8974" y="51515"/>
                  </a:lnTo>
                  <a:lnTo>
                    <a:pt x="9586" y="51615"/>
                  </a:lnTo>
                  <a:lnTo>
                    <a:pt x="10232" y="51715"/>
                  </a:lnTo>
                  <a:lnTo>
                    <a:pt x="10889" y="51815"/>
                  </a:lnTo>
                  <a:lnTo>
                    <a:pt x="11579" y="51904"/>
                  </a:lnTo>
                  <a:lnTo>
                    <a:pt x="12292" y="51982"/>
                  </a:lnTo>
                  <a:lnTo>
                    <a:pt x="13026" y="52060"/>
                  </a:lnTo>
                  <a:lnTo>
                    <a:pt x="13783" y="52127"/>
                  </a:lnTo>
                  <a:lnTo>
                    <a:pt x="14574" y="52194"/>
                  </a:lnTo>
                  <a:lnTo>
                    <a:pt x="15387" y="52249"/>
                  </a:lnTo>
                  <a:lnTo>
                    <a:pt x="16222" y="52305"/>
                  </a:lnTo>
                  <a:lnTo>
                    <a:pt x="17090" y="52350"/>
                  </a:lnTo>
                  <a:lnTo>
                    <a:pt x="17090" y="52350"/>
                  </a:lnTo>
                  <a:lnTo>
                    <a:pt x="18537" y="52394"/>
                  </a:lnTo>
                  <a:lnTo>
                    <a:pt x="20074" y="52439"/>
                  </a:lnTo>
                  <a:lnTo>
                    <a:pt x="20074" y="52439"/>
                  </a:lnTo>
                  <a:lnTo>
                    <a:pt x="21777" y="52461"/>
                  </a:lnTo>
                  <a:lnTo>
                    <a:pt x="23425" y="52461"/>
                  </a:lnTo>
                  <a:lnTo>
                    <a:pt x="23425" y="52461"/>
                  </a:lnTo>
                  <a:lnTo>
                    <a:pt x="24783" y="52461"/>
                  </a:lnTo>
                  <a:lnTo>
                    <a:pt x="26097" y="52439"/>
                  </a:lnTo>
                  <a:lnTo>
                    <a:pt x="27377" y="52416"/>
                  </a:lnTo>
                  <a:lnTo>
                    <a:pt x="28613" y="52372"/>
                  </a:lnTo>
                  <a:lnTo>
                    <a:pt x="29815" y="52316"/>
                  </a:lnTo>
                  <a:lnTo>
                    <a:pt x="30984" y="52238"/>
                  </a:lnTo>
                  <a:lnTo>
                    <a:pt x="32109" y="52160"/>
                  </a:lnTo>
                  <a:lnTo>
                    <a:pt x="33211" y="52060"/>
                  </a:lnTo>
                  <a:lnTo>
                    <a:pt x="34269" y="51938"/>
                  </a:lnTo>
                  <a:lnTo>
                    <a:pt x="35304" y="51815"/>
                  </a:lnTo>
                  <a:lnTo>
                    <a:pt x="36295" y="51659"/>
                  </a:lnTo>
                  <a:lnTo>
                    <a:pt x="37253" y="51492"/>
                  </a:lnTo>
                  <a:lnTo>
                    <a:pt x="38188" y="51314"/>
                  </a:lnTo>
                  <a:lnTo>
                    <a:pt x="39078" y="51103"/>
                  </a:lnTo>
                  <a:lnTo>
                    <a:pt x="39947" y="50880"/>
                  </a:lnTo>
                  <a:lnTo>
                    <a:pt x="40370" y="50769"/>
                  </a:lnTo>
                  <a:lnTo>
                    <a:pt x="40782" y="50646"/>
                  </a:lnTo>
                  <a:lnTo>
                    <a:pt x="41183" y="50513"/>
                  </a:lnTo>
                  <a:lnTo>
                    <a:pt x="41583" y="50379"/>
                  </a:lnTo>
                  <a:lnTo>
                    <a:pt x="41973" y="50234"/>
                  </a:lnTo>
                  <a:lnTo>
                    <a:pt x="42363" y="50089"/>
                  </a:lnTo>
                  <a:lnTo>
                    <a:pt x="42741" y="49945"/>
                  </a:lnTo>
                  <a:lnTo>
                    <a:pt x="43109" y="49789"/>
                  </a:lnTo>
                  <a:lnTo>
                    <a:pt x="43476" y="49633"/>
                  </a:lnTo>
                  <a:lnTo>
                    <a:pt x="43832" y="49466"/>
                  </a:lnTo>
                  <a:lnTo>
                    <a:pt x="44178" y="49288"/>
                  </a:lnTo>
                  <a:lnTo>
                    <a:pt x="44523" y="49110"/>
                  </a:lnTo>
                  <a:lnTo>
                    <a:pt x="44857" y="48932"/>
                  </a:lnTo>
                  <a:lnTo>
                    <a:pt x="45191" y="48742"/>
                  </a:lnTo>
                  <a:lnTo>
                    <a:pt x="45514" y="48542"/>
                  </a:lnTo>
                  <a:lnTo>
                    <a:pt x="45825" y="48342"/>
                  </a:lnTo>
                  <a:lnTo>
                    <a:pt x="46137" y="48130"/>
                  </a:lnTo>
                  <a:lnTo>
                    <a:pt x="46438" y="47918"/>
                  </a:lnTo>
                  <a:lnTo>
                    <a:pt x="46738" y="47696"/>
                  </a:lnTo>
                  <a:lnTo>
                    <a:pt x="47028" y="47473"/>
                  </a:lnTo>
                  <a:lnTo>
                    <a:pt x="47306" y="47239"/>
                  </a:lnTo>
                  <a:lnTo>
                    <a:pt x="47584" y="46994"/>
                  </a:lnTo>
                  <a:lnTo>
                    <a:pt x="47863" y="46749"/>
                  </a:lnTo>
                  <a:lnTo>
                    <a:pt x="48130" y="46505"/>
                  </a:lnTo>
                  <a:lnTo>
                    <a:pt x="48386" y="46237"/>
                  </a:lnTo>
                  <a:lnTo>
                    <a:pt x="48642" y="45970"/>
                  </a:lnTo>
                  <a:lnTo>
                    <a:pt x="48887" y="45703"/>
                  </a:lnTo>
                  <a:lnTo>
                    <a:pt x="49132" y="45425"/>
                  </a:lnTo>
                  <a:lnTo>
                    <a:pt x="49377" y="45135"/>
                  </a:lnTo>
                  <a:lnTo>
                    <a:pt x="49611" y="44846"/>
                  </a:lnTo>
                  <a:lnTo>
                    <a:pt x="49833" y="44545"/>
                  </a:lnTo>
                  <a:lnTo>
                    <a:pt x="50056" y="44233"/>
                  </a:lnTo>
                  <a:lnTo>
                    <a:pt x="50268" y="43922"/>
                  </a:lnTo>
                  <a:lnTo>
                    <a:pt x="50479" y="43599"/>
                  </a:lnTo>
                  <a:lnTo>
                    <a:pt x="50479" y="43599"/>
                  </a:lnTo>
                  <a:lnTo>
                    <a:pt x="50746" y="43165"/>
                  </a:lnTo>
                  <a:lnTo>
                    <a:pt x="50991" y="42719"/>
                  </a:lnTo>
                  <a:lnTo>
                    <a:pt x="51225" y="42252"/>
                  </a:lnTo>
                  <a:lnTo>
                    <a:pt x="51448" y="41762"/>
                  </a:lnTo>
                  <a:lnTo>
                    <a:pt x="51648" y="41261"/>
                  </a:lnTo>
                  <a:lnTo>
                    <a:pt x="51849" y="40737"/>
                  </a:lnTo>
                  <a:lnTo>
                    <a:pt x="52027" y="40203"/>
                  </a:lnTo>
                  <a:lnTo>
                    <a:pt x="52194" y="39646"/>
                  </a:lnTo>
                  <a:lnTo>
                    <a:pt x="52350" y="39079"/>
                  </a:lnTo>
                  <a:lnTo>
                    <a:pt x="52494" y="38489"/>
                  </a:lnTo>
                  <a:lnTo>
                    <a:pt x="52628" y="37887"/>
                  </a:lnTo>
                  <a:lnTo>
                    <a:pt x="52750" y="37275"/>
                  </a:lnTo>
                  <a:lnTo>
                    <a:pt x="52862" y="36652"/>
                  </a:lnTo>
                  <a:lnTo>
                    <a:pt x="52951" y="36017"/>
                  </a:lnTo>
                  <a:lnTo>
                    <a:pt x="53040" y="35360"/>
                  </a:lnTo>
                  <a:lnTo>
                    <a:pt x="53107" y="34703"/>
                  </a:lnTo>
                  <a:lnTo>
                    <a:pt x="53107" y="34703"/>
                  </a:lnTo>
                  <a:lnTo>
                    <a:pt x="53173" y="33946"/>
                  </a:lnTo>
                  <a:lnTo>
                    <a:pt x="53229" y="33189"/>
                  </a:lnTo>
                  <a:lnTo>
                    <a:pt x="53262" y="32410"/>
                  </a:lnTo>
                  <a:lnTo>
                    <a:pt x="53285" y="31630"/>
                  </a:lnTo>
                  <a:lnTo>
                    <a:pt x="53296" y="30829"/>
                  </a:lnTo>
                  <a:lnTo>
                    <a:pt x="53285" y="30027"/>
                  </a:lnTo>
                  <a:lnTo>
                    <a:pt x="53262" y="29214"/>
                  </a:lnTo>
                  <a:lnTo>
                    <a:pt x="53229" y="28402"/>
                  </a:lnTo>
                  <a:lnTo>
                    <a:pt x="53229" y="28402"/>
                  </a:lnTo>
                  <a:lnTo>
                    <a:pt x="53006" y="28658"/>
                  </a:lnTo>
                  <a:lnTo>
                    <a:pt x="52773" y="28914"/>
                  </a:lnTo>
                  <a:lnTo>
                    <a:pt x="52517" y="29159"/>
                  </a:lnTo>
                  <a:lnTo>
                    <a:pt x="52260" y="29393"/>
                  </a:lnTo>
                  <a:lnTo>
                    <a:pt x="51993" y="29615"/>
                  </a:lnTo>
                  <a:lnTo>
                    <a:pt x="51726" y="29827"/>
                  </a:lnTo>
                  <a:lnTo>
                    <a:pt x="51437" y="30027"/>
                  </a:lnTo>
                  <a:lnTo>
                    <a:pt x="51147" y="30216"/>
                  </a:lnTo>
                  <a:lnTo>
                    <a:pt x="50846" y="30395"/>
                  </a:lnTo>
                  <a:lnTo>
                    <a:pt x="50546" y="30562"/>
                  </a:lnTo>
                  <a:lnTo>
                    <a:pt x="50234" y="30717"/>
                  </a:lnTo>
                  <a:lnTo>
                    <a:pt x="49911" y="30862"/>
                  </a:lnTo>
                  <a:lnTo>
                    <a:pt x="49588" y="30985"/>
                  </a:lnTo>
                  <a:lnTo>
                    <a:pt x="49254" y="31096"/>
                  </a:lnTo>
                  <a:lnTo>
                    <a:pt x="48920" y="31196"/>
                  </a:lnTo>
                  <a:lnTo>
                    <a:pt x="48586" y="31285"/>
                  </a:lnTo>
                  <a:lnTo>
                    <a:pt x="48586" y="31285"/>
                  </a:lnTo>
                  <a:lnTo>
                    <a:pt x="48364" y="31330"/>
                  </a:lnTo>
                  <a:lnTo>
                    <a:pt x="48130" y="31374"/>
                  </a:lnTo>
                  <a:lnTo>
                    <a:pt x="47673" y="31441"/>
                  </a:lnTo>
                  <a:lnTo>
                    <a:pt x="47206" y="31475"/>
                  </a:lnTo>
                  <a:lnTo>
                    <a:pt x="46738" y="31486"/>
                  </a:lnTo>
                  <a:lnTo>
                    <a:pt x="46738" y="31486"/>
                  </a:lnTo>
                  <a:lnTo>
                    <a:pt x="46427" y="31486"/>
                  </a:lnTo>
                  <a:lnTo>
                    <a:pt x="46126" y="31463"/>
                  </a:lnTo>
                  <a:lnTo>
                    <a:pt x="45814" y="31441"/>
                  </a:lnTo>
                  <a:lnTo>
                    <a:pt x="45514" y="31397"/>
                  </a:lnTo>
                  <a:lnTo>
                    <a:pt x="45213" y="31352"/>
                  </a:lnTo>
                  <a:lnTo>
                    <a:pt x="44912" y="31296"/>
                  </a:lnTo>
                  <a:lnTo>
                    <a:pt x="44612" y="31218"/>
                  </a:lnTo>
                  <a:lnTo>
                    <a:pt x="44311" y="31141"/>
                  </a:lnTo>
                  <a:lnTo>
                    <a:pt x="44022" y="31051"/>
                  </a:lnTo>
                  <a:lnTo>
                    <a:pt x="43732" y="30951"/>
                  </a:lnTo>
                  <a:lnTo>
                    <a:pt x="43454" y="30840"/>
                  </a:lnTo>
                  <a:lnTo>
                    <a:pt x="43164" y="30717"/>
                  </a:lnTo>
                  <a:lnTo>
                    <a:pt x="42886" y="30584"/>
                  </a:lnTo>
                  <a:lnTo>
                    <a:pt x="42619" y="30439"/>
                  </a:lnTo>
                  <a:lnTo>
                    <a:pt x="42352" y="30283"/>
                  </a:lnTo>
                  <a:lnTo>
                    <a:pt x="42096" y="30127"/>
                  </a:lnTo>
                  <a:lnTo>
                    <a:pt x="42096" y="30127"/>
                  </a:lnTo>
                  <a:lnTo>
                    <a:pt x="41806" y="29927"/>
                  </a:lnTo>
                  <a:lnTo>
                    <a:pt x="41528" y="29715"/>
                  </a:lnTo>
                  <a:lnTo>
                    <a:pt x="41261" y="29493"/>
                  </a:lnTo>
                  <a:lnTo>
                    <a:pt x="41005" y="29248"/>
                  </a:lnTo>
                  <a:lnTo>
                    <a:pt x="40771" y="28992"/>
                  </a:lnTo>
                  <a:lnTo>
                    <a:pt x="40548" y="28725"/>
                  </a:lnTo>
                  <a:lnTo>
                    <a:pt x="40448" y="28580"/>
                  </a:lnTo>
                  <a:lnTo>
                    <a:pt x="40359" y="28435"/>
                  </a:lnTo>
                  <a:lnTo>
                    <a:pt x="40259" y="28290"/>
                  </a:lnTo>
                  <a:lnTo>
                    <a:pt x="40181" y="28134"/>
                  </a:lnTo>
                  <a:lnTo>
                    <a:pt x="40181" y="28134"/>
                  </a:lnTo>
                  <a:lnTo>
                    <a:pt x="40069" y="27901"/>
                  </a:lnTo>
                  <a:lnTo>
                    <a:pt x="39969" y="27656"/>
                  </a:lnTo>
                  <a:lnTo>
                    <a:pt x="39891" y="27411"/>
                  </a:lnTo>
                  <a:lnTo>
                    <a:pt x="39824" y="27166"/>
                  </a:lnTo>
                  <a:lnTo>
                    <a:pt x="39769" y="26910"/>
                  </a:lnTo>
                  <a:lnTo>
                    <a:pt x="39724" y="26654"/>
                  </a:lnTo>
                  <a:lnTo>
                    <a:pt x="39691" y="26398"/>
                  </a:lnTo>
                  <a:lnTo>
                    <a:pt x="39669" y="26130"/>
                  </a:lnTo>
                  <a:lnTo>
                    <a:pt x="39657" y="25874"/>
                  </a:lnTo>
                  <a:lnTo>
                    <a:pt x="39657" y="25607"/>
                  </a:lnTo>
                  <a:lnTo>
                    <a:pt x="39657" y="25340"/>
                  </a:lnTo>
                  <a:lnTo>
                    <a:pt x="39669" y="25073"/>
                  </a:lnTo>
                  <a:lnTo>
                    <a:pt x="39702" y="24550"/>
                  </a:lnTo>
                  <a:lnTo>
                    <a:pt x="39746" y="24015"/>
                  </a:lnTo>
                  <a:lnTo>
                    <a:pt x="39746" y="24015"/>
                  </a:lnTo>
                  <a:lnTo>
                    <a:pt x="39836" y="23258"/>
                  </a:lnTo>
                  <a:lnTo>
                    <a:pt x="39947" y="22501"/>
                  </a:lnTo>
                  <a:lnTo>
                    <a:pt x="40080" y="21755"/>
                  </a:lnTo>
                  <a:lnTo>
                    <a:pt x="40236" y="21020"/>
                  </a:lnTo>
                  <a:lnTo>
                    <a:pt x="40392" y="20274"/>
                  </a:lnTo>
                  <a:lnTo>
                    <a:pt x="40559" y="19540"/>
                  </a:lnTo>
                  <a:lnTo>
                    <a:pt x="40915" y="18081"/>
                  </a:lnTo>
                  <a:lnTo>
                    <a:pt x="41094" y="17346"/>
                  </a:lnTo>
                  <a:lnTo>
                    <a:pt x="41261" y="16611"/>
                  </a:lnTo>
                  <a:lnTo>
                    <a:pt x="41416" y="15888"/>
                  </a:lnTo>
                  <a:lnTo>
                    <a:pt x="41561" y="15142"/>
                  </a:lnTo>
                  <a:lnTo>
                    <a:pt x="41695" y="14407"/>
                  </a:lnTo>
                  <a:lnTo>
                    <a:pt x="41806" y="13661"/>
                  </a:lnTo>
                  <a:lnTo>
                    <a:pt x="41895" y="12904"/>
                  </a:lnTo>
                  <a:lnTo>
                    <a:pt x="41929" y="12526"/>
                  </a:lnTo>
                  <a:lnTo>
                    <a:pt x="41951" y="12147"/>
                  </a:lnTo>
                  <a:lnTo>
                    <a:pt x="41951" y="12147"/>
                  </a:lnTo>
                  <a:lnTo>
                    <a:pt x="41984" y="11546"/>
                  </a:lnTo>
                  <a:lnTo>
                    <a:pt x="41995" y="10945"/>
                  </a:lnTo>
                  <a:lnTo>
                    <a:pt x="42007" y="10343"/>
                  </a:lnTo>
                  <a:lnTo>
                    <a:pt x="41995" y="9742"/>
                  </a:lnTo>
                  <a:lnTo>
                    <a:pt x="41962" y="9152"/>
                  </a:lnTo>
                  <a:lnTo>
                    <a:pt x="41929" y="8551"/>
                  </a:lnTo>
                  <a:lnTo>
                    <a:pt x="41862" y="7961"/>
                  </a:lnTo>
                  <a:lnTo>
                    <a:pt x="41795" y="7371"/>
                  </a:lnTo>
                  <a:lnTo>
                    <a:pt x="41695" y="6792"/>
                  </a:lnTo>
                  <a:lnTo>
                    <a:pt x="41583" y="6202"/>
                  </a:lnTo>
                  <a:lnTo>
                    <a:pt x="41450" y="5623"/>
                  </a:lnTo>
                  <a:lnTo>
                    <a:pt x="41294" y="5055"/>
                  </a:lnTo>
                  <a:lnTo>
                    <a:pt x="41105" y="4476"/>
                  </a:lnTo>
                  <a:lnTo>
                    <a:pt x="40904" y="3919"/>
                  </a:lnTo>
                  <a:lnTo>
                    <a:pt x="40682" y="3352"/>
                  </a:lnTo>
                  <a:lnTo>
                    <a:pt x="40426" y="2795"/>
                  </a:lnTo>
                  <a:lnTo>
                    <a:pt x="40426" y="2795"/>
                  </a:lnTo>
                  <a:lnTo>
                    <a:pt x="40259" y="2450"/>
                  </a:lnTo>
                  <a:lnTo>
                    <a:pt x="40058" y="2094"/>
                  </a:lnTo>
                  <a:lnTo>
                    <a:pt x="39858" y="1760"/>
                  </a:lnTo>
                  <a:lnTo>
                    <a:pt x="39635" y="1437"/>
                  </a:lnTo>
                  <a:lnTo>
                    <a:pt x="39513" y="1281"/>
                  </a:lnTo>
                  <a:lnTo>
                    <a:pt x="39379" y="1136"/>
                  </a:lnTo>
                  <a:lnTo>
                    <a:pt x="39257" y="991"/>
                  </a:lnTo>
                  <a:lnTo>
                    <a:pt x="39112" y="858"/>
                  </a:lnTo>
                  <a:lnTo>
                    <a:pt x="38978" y="724"/>
                  </a:lnTo>
                  <a:lnTo>
                    <a:pt x="38822" y="602"/>
                  </a:lnTo>
                  <a:lnTo>
                    <a:pt x="38667" y="479"/>
                  </a:lnTo>
                  <a:lnTo>
                    <a:pt x="38511" y="379"/>
                  </a:lnTo>
                  <a:lnTo>
                    <a:pt x="38511" y="379"/>
                  </a:lnTo>
                  <a:lnTo>
                    <a:pt x="38310" y="257"/>
                  </a:lnTo>
                  <a:lnTo>
                    <a:pt x="38121" y="156"/>
                  </a:lnTo>
                  <a:lnTo>
                    <a:pt x="37909" y="78"/>
                  </a:lnTo>
                  <a:lnTo>
                    <a:pt x="377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6844550" y="2337396"/>
              <a:ext cx="175584" cy="78405"/>
            </a:xfrm>
            <a:custGeom>
              <a:rect b="b" l="l" r="r" t="t"/>
              <a:pathLst>
                <a:path extrusionOk="0" h="3341" w="7482">
                  <a:moveTo>
                    <a:pt x="2940" y="1"/>
                  </a:moveTo>
                  <a:lnTo>
                    <a:pt x="2695" y="23"/>
                  </a:lnTo>
                  <a:lnTo>
                    <a:pt x="2439" y="56"/>
                  </a:lnTo>
                  <a:lnTo>
                    <a:pt x="2205" y="112"/>
                  </a:lnTo>
                  <a:lnTo>
                    <a:pt x="1960" y="168"/>
                  </a:lnTo>
                  <a:lnTo>
                    <a:pt x="1726" y="246"/>
                  </a:lnTo>
                  <a:lnTo>
                    <a:pt x="1281" y="402"/>
                  </a:lnTo>
                  <a:lnTo>
                    <a:pt x="1058" y="491"/>
                  </a:lnTo>
                  <a:lnTo>
                    <a:pt x="835" y="591"/>
                  </a:lnTo>
                  <a:lnTo>
                    <a:pt x="624" y="702"/>
                  </a:lnTo>
                  <a:lnTo>
                    <a:pt x="423" y="836"/>
                  </a:lnTo>
                  <a:lnTo>
                    <a:pt x="334" y="903"/>
                  </a:lnTo>
                  <a:lnTo>
                    <a:pt x="245" y="980"/>
                  </a:lnTo>
                  <a:lnTo>
                    <a:pt x="156" y="1058"/>
                  </a:lnTo>
                  <a:lnTo>
                    <a:pt x="78" y="1147"/>
                  </a:lnTo>
                  <a:lnTo>
                    <a:pt x="34" y="1203"/>
                  </a:lnTo>
                  <a:lnTo>
                    <a:pt x="11" y="1259"/>
                  </a:lnTo>
                  <a:lnTo>
                    <a:pt x="0" y="1326"/>
                  </a:lnTo>
                  <a:lnTo>
                    <a:pt x="0" y="1348"/>
                  </a:lnTo>
                  <a:lnTo>
                    <a:pt x="11" y="1381"/>
                  </a:lnTo>
                  <a:lnTo>
                    <a:pt x="45" y="1426"/>
                  </a:lnTo>
                  <a:lnTo>
                    <a:pt x="89" y="1448"/>
                  </a:lnTo>
                  <a:lnTo>
                    <a:pt x="145" y="1459"/>
                  </a:lnTo>
                  <a:lnTo>
                    <a:pt x="201" y="1470"/>
                  </a:lnTo>
                  <a:lnTo>
                    <a:pt x="368" y="1493"/>
                  </a:lnTo>
                  <a:lnTo>
                    <a:pt x="891" y="1493"/>
                  </a:lnTo>
                  <a:lnTo>
                    <a:pt x="1592" y="1459"/>
                  </a:lnTo>
                  <a:lnTo>
                    <a:pt x="1960" y="1448"/>
                  </a:lnTo>
                  <a:lnTo>
                    <a:pt x="2327" y="1459"/>
                  </a:lnTo>
                  <a:lnTo>
                    <a:pt x="2695" y="1481"/>
                  </a:lnTo>
                  <a:lnTo>
                    <a:pt x="3062" y="1515"/>
                  </a:lnTo>
                  <a:lnTo>
                    <a:pt x="3429" y="1559"/>
                  </a:lnTo>
                  <a:lnTo>
                    <a:pt x="3797" y="1626"/>
                  </a:lnTo>
                  <a:lnTo>
                    <a:pt x="4153" y="1704"/>
                  </a:lnTo>
                  <a:lnTo>
                    <a:pt x="4509" y="1804"/>
                  </a:lnTo>
                  <a:lnTo>
                    <a:pt x="7482" y="3341"/>
                  </a:lnTo>
                  <a:lnTo>
                    <a:pt x="7304" y="3140"/>
                  </a:lnTo>
                  <a:lnTo>
                    <a:pt x="7103" y="2918"/>
                  </a:lnTo>
                  <a:lnTo>
                    <a:pt x="6647" y="2428"/>
                  </a:lnTo>
                  <a:lnTo>
                    <a:pt x="6124" y="1916"/>
                  </a:lnTo>
                  <a:lnTo>
                    <a:pt x="5567" y="1404"/>
                  </a:lnTo>
                  <a:lnTo>
                    <a:pt x="5289" y="1159"/>
                  </a:lnTo>
                  <a:lnTo>
                    <a:pt x="5022" y="925"/>
                  </a:lnTo>
                  <a:lnTo>
                    <a:pt x="4754" y="713"/>
                  </a:lnTo>
                  <a:lnTo>
                    <a:pt x="4498" y="524"/>
                  </a:lnTo>
                  <a:lnTo>
                    <a:pt x="4253" y="357"/>
                  </a:lnTo>
                  <a:lnTo>
                    <a:pt x="4042" y="223"/>
                  </a:lnTo>
                  <a:lnTo>
                    <a:pt x="3841" y="134"/>
                  </a:lnTo>
                  <a:lnTo>
                    <a:pt x="3752" y="101"/>
                  </a:lnTo>
                  <a:lnTo>
                    <a:pt x="3674" y="68"/>
                  </a:lnTo>
                  <a:lnTo>
                    <a:pt x="3429" y="23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6844550" y="2337396"/>
              <a:ext cx="175584" cy="78405"/>
            </a:xfrm>
            <a:custGeom>
              <a:rect b="b" l="l" r="r" t="t"/>
              <a:pathLst>
                <a:path extrusionOk="0" fill="none" h="3341" w="7482">
                  <a:moveTo>
                    <a:pt x="7482" y="3341"/>
                  </a:moveTo>
                  <a:lnTo>
                    <a:pt x="7482" y="3341"/>
                  </a:lnTo>
                  <a:lnTo>
                    <a:pt x="7304" y="3140"/>
                  </a:lnTo>
                  <a:lnTo>
                    <a:pt x="7103" y="2918"/>
                  </a:lnTo>
                  <a:lnTo>
                    <a:pt x="6647" y="2428"/>
                  </a:lnTo>
                  <a:lnTo>
                    <a:pt x="6124" y="1916"/>
                  </a:lnTo>
                  <a:lnTo>
                    <a:pt x="5567" y="1404"/>
                  </a:lnTo>
                  <a:lnTo>
                    <a:pt x="5289" y="1159"/>
                  </a:lnTo>
                  <a:lnTo>
                    <a:pt x="5022" y="925"/>
                  </a:lnTo>
                  <a:lnTo>
                    <a:pt x="4754" y="713"/>
                  </a:lnTo>
                  <a:lnTo>
                    <a:pt x="4498" y="524"/>
                  </a:lnTo>
                  <a:lnTo>
                    <a:pt x="4253" y="357"/>
                  </a:lnTo>
                  <a:lnTo>
                    <a:pt x="4042" y="223"/>
                  </a:lnTo>
                  <a:lnTo>
                    <a:pt x="3841" y="134"/>
                  </a:lnTo>
                  <a:lnTo>
                    <a:pt x="3752" y="101"/>
                  </a:lnTo>
                  <a:lnTo>
                    <a:pt x="3674" y="68"/>
                  </a:lnTo>
                  <a:lnTo>
                    <a:pt x="3674" y="68"/>
                  </a:lnTo>
                  <a:lnTo>
                    <a:pt x="3429" y="23"/>
                  </a:lnTo>
                  <a:lnTo>
                    <a:pt x="3185" y="1"/>
                  </a:lnTo>
                  <a:lnTo>
                    <a:pt x="2940" y="1"/>
                  </a:lnTo>
                  <a:lnTo>
                    <a:pt x="2695" y="23"/>
                  </a:lnTo>
                  <a:lnTo>
                    <a:pt x="2439" y="56"/>
                  </a:lnTo>
                  <a:lnTo>
                    <a:pt x="2205" y="112"/>
                  </a:lnTo>
                  <a:lnTo>
                    <a:pt x="1960" y="168"/>
                  </a:lnTo>
                  <a:lnTo>
                    <a:pt x="1726" y="246"/>
                  </a:lnTo>
                  <a:lnTo>
                    <a:pt x="1726" y="246"/>
                  </a:lnTo>
                  <a:lnTo>
                    <a:pt x="1281" y="402"/>
                  </a:lnTo>
                  <a:lnTo>
                    <a:pt x="1058" y="491"/>
                  </a:lnTo>
                  <a:lnTo>
                    <a:pt x="835" y="591"/>
                  </a:lnTo>
                  <a:lnTo>
                    <a:pt x="624" y="702"/>
                  </a:lnTo>
                  <a:lnTo>
                    <a:pt x="423" y="836"/>
                  </a:lnTo>
                  <a:lnTo>
                    <a:pt x="334" y="903"/>
                  </a:lnTo>
                  <a:lnTo>
                    <a:pt x="245" y="980"/>
                  </a:lnTo>
                  <a:lnTo>
                    <a:pt x="156" y="1058"/>
                  </a:lnTo>
                  <a:lnTo>
                    <a:pt x="78" y="1147"/>
                  </a:lnTo>
                  <a:lnTo>
                    <a:pt x="78" y="1147"/>
                  </a:lnTo>
                  <a:lnTo>
                    <a:pt x="34" y="1203"/>
                  </a:lnTo>
                  <a:lnTo>
                    <a:pt x="11" y="1259"/>
                  </a:lnTo>
                  <a:lnTo>
                    <a:pt x="0" y="1326"/>
                  </a:lnTo>
                  <a:lnTo>
                    <a:pt x="0" y="1348"/>
                  </a:lnTo>
                  <a:lnTo>
                    <a:pt x="11" y="1381"/>
                  </a:lnTo>
                  <a:lnTo>
                    <a:pt x="11" y="1381"/>
                  </a:lnTo>
                  <a:lnTo>
                    <a:pt x="45" y="1426"/>
                  </a:lnTo>
                  <a:lnTo>
                    <a:pt x="89" y="1448"/>
                  </a:lnTo>
                  <a:lnTo>
                    <a:pt x="145" y="1459"/>
                  </a:lnTo>
                  <a:lnTo>
                    <a:pt x="201" y="1470"/>
                  </a:lnTo>
                  <a:lnTo>
                    <a:pt x="201" y="1470"/>
                  </a:lnTo>
                  <a:lnTo>
                    <a:pt x="368" y="1493"/>
                  </a:lnTo>
                  <a:lnTo>
                    <a:pt x="546" y="1493"/>
                  </a:lnTo>
                  <a:lnTo>
                    <a:pt x="891" y="1493"/>
                  </a:lnTo>
                  <a:lnTo>
                    <a:pt x="1592" y="1459"/>
                  </a:lnTo>
                  <a:lnTo>
                    <a:pt x="1592" y="1459"/>
                  </a:lnTo>
                  <a:lnTo>
                    <a:pt x="1960" y="1448"/>
                  </a:lnTo>
                  <a:lnTo>
                    <a:pt x="2327" y="1459"/>
                  </a:lnTo>
                  <a:lnTo>
                    <a:pt x="2695" y="1481"/>
                  </a:lnTo>
                  <a:lnTo>
                    <a:pt x="3062" y="1515"/>
                  </a:lnTo>
                  <a:lnTo>
                    <a:pt x="3429" y="1559"/>
                  </a:lnTo>
                  <a:lnTo>
                    <a:pt x="3797" y="1626"/>
                  </a:lnTo>
                  <a:lnTo>
                    <a:pt x="4153" y="1704"/>
                  </a:lnTo>
                  <a:lnTo>
                    <a:pt x="4509" y="1804"/>
                  </a:lnTo>
                  <a:lnTo>
                    <a:pt x="7482" y="334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6877733" y="2376329"/>
              <a:ext cx="193091" cy="120201"/>
            </a:xfrm>
            <a:custGeom>
              <a:rect b="b" l="l" r="r" t="t"/>
              <a:pathLst>
                <a:path extrusionOk="0" h="5122" w="8228">
                  <a:moveTo>
                    <a:pt x="846" y="1"/>
                  </a:moveTo>
                  <a:lnTo>
                    <a:pt x="679" y="34"/>
                  </a:lnTo>
                  <a:lnTo>
                    <a:pt x="535" y="67"/>
                  </a:lnTo>
                  <a:lnTo>
                    <a:pt x="412" y="134"/>
                  </a:lnTo>
                  <a:lnTo>
                    <a:pt x="323" y="201"/>
                  </a:lnTo>
                  <a:lnTo>
                    <a:pt x="245" y="279"/>
                  </a:lnTo>
                  <a:lnTo>
                    <a:pt x="190" y="368"/>
                  </a:lnTo>
                  <a:lnTo>
                    <a:pt x="145" y="446"/>
                  </a:lnTo>
                  <a:lnTo>
                    <a:pt x="101" y="535"/>
                  </a:lnTo>
                  <a:lnTo>
                    <a:pt x="45" y="691"/>
                  </a:lnTo>
                  <a:lnTo>
                    <a:pt x="23" y="769"/>
                  </a:lnTo>
                  <a:lnTo>
                    <a:pt x="11" y="836"/>
                  </a:lnTo>
                  <a:lnTo>
                    <a:pt x="0" y="914"/>
                  </a:lnTo>
                  <a:lnTo>
                    <a:pt x="0" y="991"/>
                  </a:lnTo>
                  <a:lnTo>
                    <a:pt x="11" y="1069"/>
                  </a:lnTo>
                  <a:lnTo>
                    <a:pt x="23" y="1147"/>
                  </a:lnTo>
                  <a:lnTo>
                    <a:pt x="78" y="1292"/>
                  </a:lnTo>
                  <a:lnTo>
                    <a:pt x="145" y="1437"/>
                  </a:lnTo>
                  <a:lnTo>
                    <a:pt x="234" y="1570"/>
                  </a:lnTo>
                  <a:lnTo>
                    <a:pt x="334" y="1693"/>
                  </a:lnTo>
                  <a:lnTo>
                    <a:pt x="446" y="1804"/>
                  </a:lnTo>
                  <a:lnTo>
                    <a:pt x="368" y="2016"/>
                  </a:lnTo>
                  <a:lnTo>
                    <a:pt x="323" y="2205"/>
                  </a:lnTo>
                  <a:lnTo>
                    <a:pt x="312" y="2294"/>
                  </a:lnTo>
                  <a:lnTo>
                    <a:pt x="312" y="2372"/>
                  </a:lnTo>
                  <a:lnTo>
                    <a:pt x="323" y="2439"/>
                  </a:lnTo>
                  <a:lnTo>
                    <a:pt x="334" y="2517"/>
                  </a:lnTo>
                  <a:lnTo>
                    <a:pt x="357" y="2584"/>
                  </a:lnTo>
                  <a:lnTo>
                    <a:pt x="379" y="2650"/>
                  </a:lnTo>
                  <a:lnTo>
                    <a:pt x="468" y="2795"/>
                  </a:lnTo>
                  <a:lnTo>
                    <a:pt x="579" y="2951"/>
                  </a:lnTo>
                  <a:lnTo>
                    <a:pt x="735" y="3129"/>
                  </a:lnTo>
                  <a:lnTo>
                    <a:pt x="702" y="3196"/>
                  </a:lnTo>
                  <a:lnTo>
                    <a:pt x="668" y="3263"/>
                  </a:lnTo>
                  <a:lnTo>
                    <a:pt x="657" y="3318"/>
                  </a:lnTo>
                  <a:lnTo>
                    <a:pt x="646" y="3385"/>
                  </a:lnTo>
                  <a:lnTo>
                    <a:pt x="635" y="3441"/>
                  </a:lnTo>
                  <a:lnTo>
                    <a:pt x="646" y="3508"/>
                  </a:lnTo>
                  <a:lnTo>
                    <a:pt x="657" y="3563"/>
                  </a:lnTo>
                  <a:lnTo>
                    <a:pt x="668" y="3619"/>
                  </a:lnTo>
                  <a:lnTo>
                    <a:pt x="724" y="3730"/>
                  </a:lnTo>
                  <a:lnTo>
                    <a:pt x="802" y="3830"/>
                  </a:lnTo>
                  <a:lnTo>
                    <a:pt x="891" y="3931"/>
                  </a:lnTo>
                  <a:lnTo>
                    <a:pt x="1002" y="4020"/>
                  </a:lnTo>
                  <a:lnTo>
                    <a:pt x="1125" y="4098"/>
                  </a:lnTo>
                  <a:lnTo>
                    <a:pt x="1258" y="4187"/>
                  </a:lnTo>
                  <a:lnTo>
                    <a:pt x="1392" y="4254"/>
                  </a:lnTo>
                  <a:lnTo>
                    <a:pt x="1537" y="4320"/>
                  </a:lnTo>
                  <a:lnTo>
                    <a:pt x="1815" y="4432"/>
                  </a:lnTo>
                  <a:lnTo>
                    <a:pt x="2071" y="4521"/>
                  </a:lnTo>
                  <a:lnTo>
                    <a:pt x="2182" y="4554"/>
                  </a:lnTo>
                  <a:lnTo>
                    <a:pt x="2316" y="4576"/>
                  </a:lnTo>
                  <a:lnTo>
                    <a:pt x="2472" y="4588"/>
                  </a:lnTo>
                  <a:lnTo>
                    <a:pt x="2628" y="4599"/>
                  </a:lnTo>
                  <a:lnTo>
                    <a:pt x="2784" y="4610"/>
                  </a:lnTo>
                  <a:lnTo>
                    <a:pt x="2928" y="4599"/>
                  </a:lnTo>
                  <a:lnTo>
                    <a:pt x="3062" y="4588"/>
                  </a:lnTo>
                  <a:lnTo>
                    <a:pt x="3173" y="4565"/>
                  </a:lnTo>
                  <a:lnTo>
                    <a:pt x="3262" y="4532"/>
                  </a:lnTo>
                  <a:lnTo>
                    <a:pt x="3340" y="4487"/>
                  </a:lnTo>
                  <a:lnTo>
                    <a:pt x="3396" y="4443"/>
                  </a:lnTo>
                  <a:lnTo>
                    <a:pt x="3441" y="4376"/>
                  </a:lnTo>
                  <a:lnTo>
                    <a:pt x="3463" y="4309"/>
                  </a:lnTo>
                  <a:lnTo>
                    <a:pt x="3474" y="4231"/>
                  </a:lnTo>
                  <a:lnTo>
                    <a:pt x="3485" y="4142"/>
                  </a:lnTo>
                  <a:lnTo>
                    <a:pt x="3474" y="4042"/>
                  </a:lnTo>
                  <a:lnTo>
                    <a:pt x="3552" y="4176"/>
                  </a:lnTo>
                  <a:lnTo>
                    <a:pt x="3652" y="4287"/>
                  </a:lnTo>
                  <a:lnTo>
                    <a:pt x="3775" y="4398"/>
                  </a:lnTo>
                  <a:lnTo>
                    <a:pt x="3908" y="4487"/>
                  </a:lnTo>
                  <a:lnTo>
                    <a:pt x="4053" y="4576"/>
                  </a:lnTo>
                  <a:lnTo>
                    <a:pt x="4209" y="4654"/>
                  </a:lnTo>
                  <a:lnTo>
                    <a:pt x="4376" y="4710"/>
                  </a:lnTo>
                  <a:lnTo>
                    <a:pt x="4543" y="4755"/>
                  </a:lnTo>
                  <a:lnTo>
                    <a:pt x="4710" y="4799"/>
                  </a:lnTo>
                  <a:lnTo>
                    <a:pt x="4877" y="4810"/>
                  </a:lnTo>
                  <a:lnTo>
                    <a:pt x="5055" y="4821"/>
                  </a:lnTo>
                  <a:lnTo>
                    <a:pt x="5222" y="4810"/>
                  </a:lnTo>
                  <a:lnTo>
                    <a:pt x="5378" y="4788"/>
                  </a:lnTo>
                  <a:lnTo>
                    <a:pt x="5534" y="4743"/>
                  </a:lnTo>
                  <a:lnTo>
                    <a:pt x="5667" y="4688"/>
                  </a:lnTo>
                  <a:lnTo>
                    <a:pt x="5801" y="4610"/>
                  </a:lnTo>
                  <a:lnTo>
                    <a:pt x="5979" y="4476"/>
                  </a:lnTo>
                  <a:lnTo>
                    <a:pt x="6068" y="4432"/>
                  </a:lnTo>
                  <a:lnTo>
                    <a:pt x="6113" y="4409"/>
                  </a:lnTo>
                  <a:lnTo>
                    <a:pt x="6168" y="4398"/>
                  </a:lnTo>
                  <a:lnTo>
                    <a:pt x="6246" y="4398"/>
                  </a:lnTo>
                  <a:lnTo>
                    <a:pt x="6324" y="4409"/>
                  </a:lnTo>
                  <a:lnTo>
                    <a:pt x="6480" y="4465"/>
                  </a:lnTo>
                  <a:lnTo>
                    <a:pt x="8228" y="5122"/>
                  </a:lnTo>
                  <a:lnTo>
                    <a:pt x="2706" y="401"/>
                  </a:lnTo>
                  <a:lnTo>
                    <a:pt x="2283" y="257"/>
                  </a:lnTo>
                  <a:lnTo>
                    <a:pt x="1904" y="145"/>
                  </a:lnTo>
                  <a:lnTo>
                    <a:pt x="1581" y="67"/>
                  </a:lnTo>
                  <a:lnTo>
                    <a:pt x="1303" y="23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6877733" y="2376329"/>
              <a:ext cx="193091" cy="120201"/>
            </a:xfrm>
            <a:custGeom>
              <a:rect b="b" l="l" r="r" t="t"/>
              <a:pathLst>
                <a:path extrusionOk="0" fill="none" h="5122" w="8228">
                  <a:moveTo>
                    <a:pt x="2706" y="401"/>
                  </a:moveTo>
                  <a:lnTo>
                    <a:pt x="2706" y="401"/>
                  </a:lnTo>
                  <a:lnTo>
                    <a:pt x="2283" y="257"/>
                  </a:lnTo>
                  <a:lnTo>
                    <a:pt x="1904" y="145"/>
                  </a:lnTo>
                  <a:lnTo>
                    <a:pt x="1581" y="67"/>
                  </a:lnTo>
                  <a:lnTo>
                    <a:pt x="1303" y="23"/>
                  </a:lnTo>
                  <a:lnTo>
                    <a:pt x="1058" y="1"/>
                  </a:lnTo>
                  <a:lnTo>
                    <a:pt x="846" y="1"/>
                  </a:lnTo>
                  <a:lnTo>
                    <a:pt x="679" y="34"/>
                  </a:lnTo>
                  <a:lnTo>
                    <a:pt x="535" y="67"/>
                  </a:lnTo>
                  <a:lnTo>
                    <a:pt x="412" y="134"/>
                  </a:lnTo>
                  <a:lnTo>
                    <a:pt x="323" y="201"/>
                  </a:lnTo>
                  <a:lnTo>
                    <a:pt x="245" y="279"/>
                  </a:lnTo>
                  <a:lnTo>
                    <a:pt x="190" y="368"/>
                  </a:lnTo>
                  <a:lnTo>
                    <a:pt x="145" y="446"/>
                  </a:lnTo>
                  <a:lnTo>
                    <a:pt x="101" y="535"/>
                  </a:lnTo>
                  <a:lnTo>
                    <a:pt x="45" y="691"/>
                  </a:lnTo>
                  <a:lnTo>
                    <a:pt x="45" y="691"/>
                  </a:lnTo>
                  <a:lnTo>
                    <a:pt x="23" y="769"/>
                  </a:lnTo>
                  <a:lnTo>
                    <a:pt x="11" y="836"/>
                  </a:lnTo>
                  <a:lnTo>
                    <a:pt x="0" y="914"/>
                  </a:lnTo>
                  <a:lnTo>
                    <a:pt x="0" y="991"/>
                  </a:lnTo>
                  <a:lnTo>
                    <a:pt x="11" y="1069"/>
                  </a:lnTo>
                  <a:lnTo>
                    <a:pt x="23" y="1147"/>
                  </a:lnTo>
                  <a:lnTo>
                    <a:pt x="78" y="1292"/>
                  </a:lnTo>
                  <a:lnTo>
                    <a:pt x="145" y="1437"/>
                  </a:lnTo>
                  <a:lnTo>
                    <a:pt x="234" y="1570"/>
                  </a:lnTo>
                  <a:lnTo>
                    <a:pt x="334" y="1693"/>
                  </a:lnTo>
                  <a:lnTo>
                    <a:pt x="446" y="1804"/>
                  </a:lnTo>
                  <a:lnTo>
                    <a:pt x="446" y="1804"/>
                  </a:lnTo>
                  <a:lnTo>
                    <a:pt x="368" y="2016"/>
                  </a:lnTo>
                  <a:lnTo>
                    <a:pt x="323" y="2205"/>
                  </a:lnTo>
                  <a:lnTo>
                    <a:pt x="312" y="2294"/>
                  </a:lnTo>
                  <a:lnTo>
                    <a:pt x="312" y="2372"/>
                  </a:lnTo>
                  <a:lnTo>
                    <a:pt x="323" y="2439"/>
                  </a:lnTo>
                  <a:lnTo>
                    <a:pt x="334" y="2517"/>
                  </a:lnTo>
                  <a:lnTo>
                    <a:pt x="357" y="2584"/>
                  </a:lnTo>
                  <a:lnTo>
                    <a:pt x="379" y="2650"/>
                  </a:lnTo>
                  <a:lnTo>
                    <a:pt x="468" y="2795"/>
                  </a:lnTo>
                  <a:lnTo>
                    <a:pt x="579" y="2951"/>
                  </a:lnTo>
                  <a:lnTo>
                    <a:pt x="735" y="3129"/>
                  </a:lnTo>
                  <a:lnTo>
                    <a:pt x="735" y="3129"/>
                  </a:lnTo>
                  <a:lnTo>
                    <a:pt x="702" y="3196"/>
                  </a:lnTo>
                  <a:lnTo>
                    <a:pt x="668" y="3263"/>
                  </a:lnTo>
                  <a:lnTo>
                    <a:pt x="657" y="3318"/>
                  </a:lnTo>
                  <a:lnTo>
                    <a:pt x="646" y="3385"/>
                  </a:lnTo>
                  <a:lnTo>
                    <a:pt x="635" y="3441"/>
                  </a:lnTo>
                  <a:lnTo>
                    <a:pt x="646" y="3508"/>
                  </a:lnTo>
                  <a:lnTo>
                    <a:pt x="657" y="3563"/>
                  </a:lnTo>
                  <a:lnTo>
                    <a:pt x="668" y="3619"/>
                  </a:lnTo>
                  <a:lnTo>
                    <a:pt x="724" y="3730"/>
                  </a:lnTo>
                  <a:lnTo>
                    <a:pt x="802" y="3830"/>
                  </a:lnTo>
                  <a:lnTo>
                    <a:pt x="891" y="3931"/>
                  </a:lnTo>
                  <a:lnTo>
                    <a:pt x="1002" y="4020"/>
                  </a:lnTo>
                  <a:lnTo>
                    <a:pt x="1125" y="4098"/>
                  </a:lnTo>
                  <a:lnTo>
                    <a:pt x="1258" y="4187"/>
                  </a:lnTo>
                  <a:lnTo>
                    <a:pt x="1392" y="4254"/>
                  </a:lnTo>
                  <a:lnTo>
                    <a:pt x="1537" y="4320"/>
                  </a:lnTo>
                  <a:lnTo>
                    <a:pt x="1815" y="4432"/>
                  </a:lnTo>
                  <a:lnTo>
                    <a:pt x="2071" y="4521"/>
                  </a:lnTo>
                  <a:lnTo>
                    <a:pt x="2071" y="4521"/>
                  </a:lnTo>
                  <a:lnTo>
                    <a:pt x="2182" y="4554"/>
                  </a:lnTo>
                  <a:lnTo>
                    <a:pt x="2316" y="4576"/>
                  </a:lnTo>
                  <a:lnTo>
                    <a:pt x="2472" y="4588"/>
                  </a:lnTo>
                  <a:lnTo>
                    <a:pt x="2628" y="4599"/>
                  </a:lnTo>
                  <a:lnTo>
                    <a:pt x="2784" y="4610"/>
                  </a:lnTo>
                  <a:lnTo>
                    <a:pt x="2928" y="4599"/>
                  </a:lnTo>
                  <a:lnTo>
                    <a:pt x="3062" y="4588"/>
                  </a:lnTo>
                  <a:lnTo>
                    <a:pt x="3173" y="4565"/>
                  </a:lnTo>
                  <a:lnTo>
                    <a:pt x="3173" y="4565"/>
                  </a:lnTo>
                  <a:lnTo>
                    <a:pt x="3262" y="4532"/>
                  </a:lnTo>
                  <a:lnTo>
                    <a:pt x="3340" y="4487"/>
                  </a:lnTo>
                  <a:lnTo>
                    <a:pt x="3396" y="4443"/>
                  </a:lnTo>
                  <a:lnTo>
                    <a:pt x="3441" y="4376"/>
                  </a:lnTo>
                  <a:lnTo>
                    <a:pt x="3463" y="4309"/>
                  </a:lnTo>
                  <a:lnTo>
                    <a:pt x="3474" y="4231"/>
                  </a:lnTo>
                  <a:lnTo>
                    <a:pt x="3485" y="4142"/>
                  </a:lnTo>
                  <a:lnTo>
                    <a:pt x="3474" y="4042"/>
                  </a:lnTo>
                  <a:lnTo>
                    <a:pt x="3474" y="4042"/>
                  </a:lnTo>
                  <a:lnTo>
                    <a:pt x="3552" y="4176"/>
                  </a:lnTo>
                  <a:lnTo>
                    <a:pt x="3652" y="4287"/>
                  </a:lnTo>
                  <a:lnTo>
                    <a:pt x="3775" y="4398"/>
                  </a:lnTo>
                  <a:lnTo>
                    <a:pt x="3908" y="4487"/>
                  </a:lnTo>
                  <a:lnTo>
                    <a:pt x="4053" y="4576"/>
                  </a:lnTo>
                  <a:lnTo>
                    <a:pt x="4209" y="4654"/>
                  </a:lnTo>
                  <a:lnTo>
                    <a:pt x="4376" y="4710"/>
                  </a:lnTo>
                  <a:lnTo>
                    <a:pt x="4543" y="4755"/>
                  </a:lnTo>
                  <a:lnTo>
                    <a:pt x="4710" y="4799"/>
                  </a:lnTo>
                  <a:lnTo>
                    <a:pt x="4877" y="4810"/>
                  </a:lnTo>
                  <a:lnTo>
                    <a:pt x="5055" y="4821"/>
                  </a:lnTo>
                  <a:lnTo>
                    <a:pt x="5222" y="4810"/>
                  </a:lnTo>
                  <a:lnTo>
                    <a:pt x="5378" y="4788"/>
                  </a:lnTo>
                  <a:lnTo>
                    <a:pt x="5534" y="4743"/>
                  </a:lnTo>
                  <a:lnTo>
                    <a:pt x="5667" y="4688"/>
                  </a:lnTo>
                  <a:lnTo>
                    <a:pt x="5801" y="4610"/>
                  </a:lnTo>
                  <a:lnTo>
                    <a:pt x="5801" y="4610"/>
                  </a:lnTo>
                  <a:lnTo>
                    <a:pt x="5979" y="4476"/>
                  </a:lnTo>
                  <a:lnTo>
                    <a:pt x="6068" y="4432"/>
                  </a:lnTo>
                  <a:lnTo>
                    <a:pt x="6113" y="4409"/>
                  </a:lnTo>
                  <a:lnTo>
                    <a:pt x="6168" y="4398"/>
                  </a:lnTo>
                  <a:lnTo>
                    <a:pt x="6168" y="4398"/>
                  </a:lnTo>
                  <a:lnTo>
                    <a:pt x="6246" y="4398"/>
                  </a:lnTo>
                  <a:lnTo>
                    <a:pt x="6324" y="4409"/>
                  </a:lnTo>
                  <a:lnTo>
                    <a:pt x="6480" y="4465"/>
                  </a:lnTo>
                  <a:lnTo>
                    <a:pt x="6480" y="4465"/>
                  </a:lnTo>
                  <a:lnTo>
                    <a:pt x="8228" y="5122"/>
                  </a:lnTo>
                  <a:lnTo>
                    <a:pt x="2706" y="4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6750751" y="2301608"/>
              <a:ext cx="248239" cy="176124"/>
            </a:xfrm>
            <a:custGeom>
              <a:rect b="b" l="l" r="r" t="t"/>
              <a:pathLst>
                <a:path extrusionOk="0" h="7505" w="10578">
                  <a:moveTo>
                    <a:pt x="10065" y="0"/>
                  </a:moveTo>
                  <a:lnTo>
                    <a:pt x="9965" y="12"/>
                  </a:lnTo>
                  <a:lnTo>
                    <a:pt x="9854" y="34"/>
                  </a:lnTo>
                  <a:lnTo>
                    <a:pt x="9731" y="90"/>
                  </a:lnTo>
                  <a:lnTo>
                    <a:pt x="9286" y="346"/>
                  </a:lnTo>
                  <a:lnTo>
                    <a:pt x="8840" y="624"/>
                  </a:lnTo>
                  <a:lnTo>
                    <a:pt x="8395" y="913"/>
                  </a:lnTo>
                  <a:lnTo>
                    <a:pt x="7961" y="1214"/>
                  </a:lnTo>
                  <a:lnTo>
                    <a:pt x="7104" y="1826"/>
                  </a:lnTo>
                  <a:lnTo>
                    <a:pt x="6257" y="2439"/>
                  </a:lnTo>
                  <a:lnTo>
                    <a:pt x="5823" y="2739"/>
                  </a:lnTo>
                  <a:lnTo>
                    <a:pt x="5389" y="3029"/>
                  </a:lnTo>
                  <a:lnTo>
                    <a:pt x="4944" y="3296"/>
                  </a:lnTo>
                  <a:lnTo>
                    <a:pt x="4498" y="3552"/>
                  </a:lnTo>
                  <a:lnTo>
                    <a:pt x="4042" y="3786"/>
                  </a:lnTo>
                  <a:lnTo>
                    <a:pt x="3808" y="3897"/>
                  </a:lnTo>
                  <a:lnTo>
                    <a:pt x="3574" y="3997"/>
                  </a:lnTo>
                  <a:lnTo>
                    <a:pt x="3329" y="4086"/>
                  </a:lnTo>
                  <a:lnTo>
                    <a:pt x="3084" y="4175"/>
                  </a:lnTo>
                  <a:lnTo>
                    <a:pt x="2839" y="4253"/>
                  </a:lnTo>
                  <a:lnTo>
                    <a:pt x="2595" y="4320"/>
                  </a:lnTo>
                  <a:lnTo>
                    <a:pt x="2227" y="4409"/>
                  </a:lnTo>
                  <a:lnTo>
                    <a:pt x="1860" y="4487"/>
                  </a:lnTo>
                  <a:lnTo>
                    <a:pt x="1503" y="4587"/>
                  </a:lnTo>
                  <a:lnTo>
                    <a:pt x="1325" y="4643"/>
                  </a:lnTo>
                  <a:lnTo>
                    <a:pt x="1147" y="4710"/>
                  </a:lnTo>
                  <a:lnTo>
                    <a:pt x="969" y="4788"/>
                  </a:lnTo>
                  <a:lnTo>
                    <a:pt x="802" y="4877"/>
                  </a:lnTo>
                  <a:lnTo>
                    <a:pt x="646" y="4988"/>
                  </a:lnTo>
                  <a:lnTo>
                    <a:pt x="501" y="5100"/>
                  </a:lnTo>
                  <a:lnTo>
                    <a:pt x="368" y="5233"/>
                  </a:lnTo>
                  <a:lnTo>
                    <a:pt x="245" y="5389"/>
                  </a:lnTo>
                  <a:lnTo>
                    <a:pt x="145" y="5545"/>
                  </a:lnTo>
                  <a:lnTo>
                    <a:pt x="101" y="5634"/>
                  </a:lnTo>
                  <a:lnTo>
                    <a:pt x="67" y="5723"/>
                  </a:lnTo>
                  <a:lnTo>
                    <a:pt x="34" y="5868"/>
                  </a:lnTo>
                  <a:lnTo>
                    <a:pt x="0" y="6024"/>
                  </a:lnTo>
                  <a:lnTo>
                    <a:pt x="0" y="6168"/>
                  </a:lnTo>
                  <a:lnTo>
                    <a:pt x="12" y="6324"/>
                  </a:lnTo>
                  <a:lnTo>
                    <a:pt x="34" y="6480"/>
                  </a:lnTo>
                  <a:lnTo>
                    <a:pt x="78" y="6625"/>
                  </a:lnTo>
                  <a:lnTo>
                    <a:pt x="134" y="6758"/>
                  </a:lnTo>
                  <a:lnTo>
                    <a:pt x="212" y="6892"/>
                  </a:lnTo>
                  <a:lnTo>
                    <a:pt x="301" y="7014"/>
                  </a:lnTo>
                  <a:lnTo>
                    <a:pt x="401" y="7126"/>
                  </a:lnTo>
                  <a:lnTo>
                    <a:pt x="513" y="7226"/>
                  </a:lnTo>
                  <a:lnTo>
                    <a:pt x="646" y="7315"/>
                  </a:lnTo>
                  <a:lnTo>
                    <a:pt x="769" y="7382"/>
                  </a:lnTo>
                  <a:lnTo>
                    <a:pt x="913" y="7438"/>
                  </a:lnTo>
                  <a:lnTo>
                    <a:pt x="1058" y="7471"/>
                  </a:lnTo>
                  <a:lnTo>
                    <a:pt x="1203" y="7504"/>
                  </a:lnTo>
                  <a:lnTo>
                    <a:pt x="1448" y="7504"/>
                  </a:lnTo>
                  <a:lnTo>
                    <a:pt x="1570" y="7482"/>
                  </a:lnTo>
                  <a:lnTo>
                    <a:pt x="1693" y="7460"/>
                  </a:lnTo>
                  <a:lnTo>
                    <a:pt x="1815" y="7426"/>
                  </a:lnTo>
                  <a:lnTo>
                    <a:pt x="1927" y="7382"/>
                  </a:lnTo>
                  <a:lnTo>
                    <a:pt x="2049" y="7337"/>
                  </a:lnTo>
                  <a:lnTo>
                    <a:pt x="2160" y="7282"/>
                  </a:lnTo>
                  <a:lnTo>
                    <a:pt x="2272" y="7215"/>
                  </a:lnTo>
                  <a:lnTo>
                    <a:pt x="2372" y="7137"/>
                  </a:lnTo>
                  <a:lnTo>
                    <a:pt x="2583" y="6981"/>
                  </a:lnTo>
                  <a:lnTo>
                    <a:pt x="2773" y="6803"/>
                  </a:lnTo>
                  <a:lnTo>
                    <a:pt x="2951" y="6614"/>
                  </a:lnTo>
                  <a:lnTo>
                    <a:pt x="3151" y="6369"/>
                  </a:lnTo>
                  <a:lnTo>
                    <a:pt x="3329" y="6113"/>
                  </a:lnTo>
                  <a:lnTo>
                    <a:pt x="3686" y="5578"/>
                  </a:lnTo>
                  <a:lnTo>
                    <a:pt x="3864" y="5322"/>
                  </a:lnTo>
                  <a:lnTo>
                    <a:pt x="4042" y="5055"/>
                  </a:lnTo>
                  <a:lnTo>
                    <a:pt x="4231" y="4799"/>
                  </a:lnTo>
                  <a:lnTo>
                    <a:pt x="4432" y="4565"/>
                  </a:lnTo>
                  <a:lnTo>
                    <a:pt x="4565" y="4420"/>
                  </a:lnTo>
                  <a:lnTo>
                    <a:pt x="4699" y="4287"/>
                  </a:lnTo>
                  <a:lnTo>
                    <a:pt x="4844" y="4164"/>
                  </a:lnTo>
                  <a:lnTo>
                    <a:pt x="4999" y="4042"/>
                  </a:lnTo>
                  <a:lnTo>
                    <a:pt x="5144" y="3919"/>
                  </a:lnTo>
                  <a:lnTo>
                    <a:pt x="5300" y="3808"/>
                  </a:lnTo>
                  <a:lnTo>
                    <a:pt x="5623" y="3608"/>
                  </a:lnTo>
                  <a:lnTo>
                    <a:pt x="5957" y="3418"/>
                  </a:lnTo>
                  <a:lnTo>
                    <a:pt x="6302" y="3240"/>
                  </a:lnTo>
                  <a:lnTo>
                    <a:pt x="6647" y="3073"/>
                  </a:lnTo>
                  <a:lnTo>
                    <a:pt x="7003" y="2929"/>
                  </a:lnTo>
                  <a:lnTo>
                    <a:pt x="7182" y="2862"/>
                  </a:lnTo>
                  <a:lnTo>
                    <a:pt x="7415" y="2773"/>
                  </a:lnTo>
                  <a:lnTo>
                    <a:pt x="7994" y="2572"/>
                  </a:lnTo>
                  <a:lnTo>
                    <a:pt x="8328" y="2461"/>
                  </a:lnTo>
                  <a:lnTo>
                    <a:pt x="8673" y="2327"/>
                  </a:lnTo>
                  <a:lnTo>
                    <a:pt x="9019" y="2183"/>
                  </a:lnTo>
                  <a:lnTo>
                    <a:pt x="9353" y="2016"/>
                  </a:lnTo>
                  <a:lnTo>
                    <a:pt x="9675" y="1849"/>
                  </a:lnTo>
                  <a:lnTo>
                    <a:pt x="9820" y="1748"/>
                  </a:lnTo>
                  <a:lnTo>
                    <a:pt x="9954" y="1659"/>
                  </a:lnTo>
                  <a:lnTo>
                    <a:pt x="10087" y="1559"/>
                  </a:lnTo>
                  <a:lnTo>
                    <a:pt x="10199" y="1459"/>
                  </a:lnTo>
                  <a:lnTo>
                    <a:pt x="10299" y="1348"/>
                  </a:lnTo>
                  <a:lnTo>
                    <a:pt x="10388" y="1236"/>
                  </a:lnTo>
                  <a:lnTo>
                    <a:pt x="10466" y="1125"/>
                  </a:lnTo>
                  <a:lnTo>
                    <a:pt x="10522" y="1014"/>
                  </a:lnTo>
                  <a:lnTo>
                    <a:pt x="10566" y="891"/>
                  </a:lnTo>
                  <a:lnTo>
                    <a:pt x="10577" y="769"/>
                  </a:lnTo>
                  <a:lnTo>
                    <a:pt x="10577" y="635"/>
                  </a:lnTo>
                  <a:lnTo>
                    <a:pt x="10555" y="513"/>
                  </a:lnTo>
                  <a:lnTo>
                    <a:pt x="10510" y="368"/>
                  </a:lnTo>
                  <a:lnTo>
                    <a:pt x="10432" y="234"/>
                  </a:lnTo>
                  <a:lnTo>
                    <a:pt x="10377" y="156"/>
                  </a:lnTo>
                  <a:lnTo>
                    <a:pt x="10310" y="101"/>
                  </a:lnTo>
                  <a:lnTo>
                    <a:pt x="10243" y="45"/>
                  </a:lnTo>
                  <a:lnTo>
                    <a:pt x="10154" y="12"/>
                  </a:lnTo>
                  <a:lnTo>
                    <a:pt x="10065" y="0"/>
                  </a:lnTo>
                  <a:close/>
                </a:path>
              </a:pathLst>
            </a:custGeom>
            <a:solidFill>
              <a:srgbClr val="E0A5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6750751" y="2301608"/>
              <a:ext cx="248239" cy="176124"/>
            </a:xfrm>
            <a:custGeom>
              <a:rect b="b" l="l" r="r" t="t"/>
              <a:pathLst>
                <a:path extrusionOk="0" fill="none" h="7505" w="10578">
                  <a:moveTo>
                    <a:pt x="10432" y="234"/>
                  </a:moveTo>
                  <a:lnTo>
                    <a:pt x="10432" y="234"/>
                  </a:lnTo>
                  <a:lnTo>
                    <a:pt x="10377" y="156"/>
                  </a:lnTo>
                  <a:lnTo>
                    <a:pt x="10310" y="101"/>
                  </a:lnTo>
                  <a:lnTo>
                    <a:pt x="10243" y="45"/>
                  </a:lnTo>
                  <a:lnTo>
                    <a:pt x="10154" y="12"/>
                  </a:lnTo>
                  <a:lnTo>
                    <a:pt x="10065" y="0"/>
                  </a:lnTo>
                  <a:lnTo>
                    <a:pt x="9965" y="12"/>
                  </a:lnTo>
                  <a:lnTo>
                    <a:pt x="9854" y="34"/>
                  </a:lnTo>
                  <a:lnTo>
                    <a:pt x="9731" y="90"/>
                  </a:lnTo>
                  <a:lnTo>
                    <a:pt x="9731" y="90"/>
                  </a:lnTo>
                  <a:lnTo>
                    <a:pt x="9286" y="346"/>
                  </a:lnTo>
                  <a:lnTo>
                    <a:pt x="8840" y="624"/>
                  </a:lnTo>
                  <a:lnTo>
                    <a:pt x="8395" y="913"/>
                  </a:lnTo>
                  <a:lnTo>
                    <a:pt x="7961" y="1214"/>
                  </a:lnTo>
                  <a:lnTo>
                    <a:pt x="7104" y="1826"/>
                  </a:lnTo>
                  <a:lnTo>
                    <a:pt x="6257" y="2439"/>
                  </a:lnTo>
                  <a:lnTo>
                    <a:pt x="5823" y="2739"/>
                  </a:lnTo>
                  <a:lnTo>
                    <a:pt x="5389" y="3029"/>
                  </a:lnTo>
                  <a:lnTo>
                    <a:pt x="4944" y="3296"/>
                  </a:lnTo>
                  <a:lnTo>
                    <a:pt x="4498" y="3552"/>
                  </a:lnTo>
                  <a:lnTo>
                    <a:pt x="4042" y="3786"/>
                  </a:lnTo>
                  <a:lnTo>
                    <a:pt x="3808" y="3897"/>
                  </a:lnTo>
                  <a:lnTo>
                    <a:pt x="3574" y="3997"/>
                  </a:lnTo>
                  <a:lnTo>
                    <a:pt x="3329" y="4086"/>
                  </a:lnTo>
                  <a:lnTo>
                    <a:pt x="3084" y="4175"/>
                  </a:lnTo>
                  <a:lnTo>
                    <a:pt x="2839" y="4253"/>
                  </a:lnTo>
                  <a:lnTo>
                    <a:pt x="2595" y="4320"/>
                  </a:lnTo>
                  <a:lnTo>
                    <a:pt x="2595" y="4320"/>
                  </a:lnTo>
                  <a:lnTo>
                    <a:pt x="2227" y="4409"/>
                  </a:lnTo>
                  <a:lnTo>
                    <a:pt x="1860" y="4487"/>
                  </a:lnTo>
                  <a:lnTo>
                    <a:pt x="1503" y="4587"/>
                  </a:lnTo>
                  <a:lnTo>
                    <a:pt x="1325" y="4643"/>
                  </a:lnTo>
                  <a:lnTo>
                    <a:pt x="1147" y="4710"/>
                  </a:lnTo>
                  <a:lnTo>
                    <a:pt x="1147" y="4710"/>
                  </a:lnTo>
                  <a:lnTo>
                    <a:pt x="969" y="4788"/>
                  </a:lnTo>
                  <a:lnTo>
                    <a:pt x="802" y="4877"/>
                  </a:lnTo>
                  <a:lnTo>
                    <a:pt x="646" y="4988"/>
                  </a:lnTo>
                  <a:lnTo>
                    <a:pt x="501" y="5100"/>
                  </a:lnTo>
                  <a:lnTo>
                    <a:pt x="368" y="5233"/>
                  </a:lnTo>
                  <a:lnTo>
                    <a:pt x="245" y="5389"/>
                  </a:lnTo>
                  <a:lnTo>
                    <a:pt x="145" y="5545"/>
                  </a:lnTo>
                  <a:lnTo>
                    <a:pt x="101" y="5634"/>
                  </a:lnTo>
                  <a:lnTo>
                    <a:pt x="67" y="5723"/>
                  </a:lnTo>
                  <a:lnTo>
                    <a:pt x="67" y="5723"/>
                  </a:lnTo>
                  <a:lnTo>
                    <a:pt x="34" y="5868"/>
                  </a:lnTo>
                  <a:lnTo>
                    <a:pt x="0" y="6024"/>
                  </a:lnTo>
                  <a:lnTo>
                    <a:pt x="0" y="6168"/>
                  </a:lnTo>
                  <a:lnTo>
                    <a:pt x="12" y="6324"/>
                  </a:lnTo>
                  <a:lnTo>
                    <a:pt x="34" y="6480"/>
                  </a:lnTo>
                  <a:lnTo>
                    <a:pt x="78" y="6625"/>
                  </a:lnTo>
                  <a:lnTo>
                    <a:pt x="134" y="6758"/>
                  </a:lnTo>
                  <a:lnTo>
                    <a:pt x="212" y="6892"/>
                  </a:lnTo>
                  <a:lnTo>
                    <a:pt x="212" y="6892"/>
                  </a:lnTo>
                  <a:lnTo>
                    <a:pt x="301" y="7014"/>
                  </a:lnTo>
                  <a:lnTo>
                    <a:pt x="401" y="7126"/>
                  </a:lnTo>
                  <a:lnTo>
                    <a:pt x="513" y="7226"/>
                  </a:lnTo>
                  <a:lnTo>
                    <a:pt x="646" y="7315"/>
                  </a:lnTo>
                  <a:lnTo>
                    <a:pt x="769" y="7382"/>
                  </a:lnTo>
                  <a:lnTo>
                    <a:pt x="913" y="7438"/>
                  </a:lnTo>
                  <a:lnTo>
                    <a:pt x="1058" y="7471"/>
                  </a:lnTo>
                  <a:lnTo>
                    <a:pt x="1203" y="7504"/>
                  </a:lnTo>
                  <a:lnTo>
                    <a:pt x="1203" y="7504"/>
                  </a:lnTo>
                  <a:lnTo>
                    <a:pt x="1325" y="7504"/>
                  </a:lnTo>
                  <a:lnTo>
                    <a:pt x="1448" y="7504"/>
                  </a:lnTo>
                  <a:lnTo>
                    <a:pt x="1570" y="7482"/>
                  </a:lnTo>
                  <a:lnTo>
                    <a:pt x="1693" y="7460"/>
                  </a:lnTo>
                  <a:lnTo>
                    <a:pt x="1815" y="7426"/>
                  </a:lnTo>
                  <a:lnTo>
                    <a:pt x="1927" y="7382"/>
                  </a:lnTo>
                  <a:lnTo>
                    <a:pt x="2049" y="7337"/>
                  </a:lnTo>
                  <a:lnTo>
                    <a:pt x="2160" y="7282"/>
                  </a:lnTo>
                  <a:lnTo>
                    <a:pt x="2272" y="7215"/>
                  </a:lnTo>
                  <a:lnTo>
                    <a:pt x="2372" y="7137"/>
                  </a:lnTo>
                  <a:lnTo>
                    <a:pt x="2583" y="6981"/>
                  </a:lnTo>
                  <a:lnTo>
                    <a:pt x="2773" y="6803"/>
                  </a:lnTo>
                  <a:lnTo>
                    <a:pt x="2951" y="6614"/>
                  </a:lnTo>
                  <a:lnTo>
                    <a:pt x="2951" y="6614"/>
                  </a:lnTo>
                  <a:lnTo>
                    <a:pt x="3151" y="6369"/>
                  </a:lnTo>
                  <a:lnTo>
                    <a:pt x="3329" y="6113"/>
                  </a:lnTo>
                  <a:lnTo>
                    <a:pt x="3686" y="5578"/>
                  </a:lnTo>
                  <a:lnTo>
                    <a:pt x="3864" y="5322"/>
                  </a:lnTo>
                  <a:lnTo>
                    <a:pt x="4042" y="5055"/>
                  </a:lnTo>
                  <a:lnTo>
                    <a:pt x="4231" y="4799"/>
                  </a:lnTo>
                  <a:lnTo>
                    <a:pt x="4432" y="4565"/>
                  </a:lnTo>
                  <a:lnTo>
                    <a:pt x="4432" y="4565"/>
                  </a:lnTo>
                  <a:lnTo>
                    <a:pt x="4565" y="4420"/>
                  </a:lnTo>
                  <a:lnTo>
                    <a:pt x="4699" y="4287"/>
                  </a:lnTo>
                  <a:lnTo>
                    <a:pt x="4844" y="4164"/>
                  </a:lnTo>
                  <a:lnTo>
                    <a:pt x="4999" y="4042"/>
                  </a:lnTo>
                  <a:lnTo>
                    <a:pt x="5144" y="3919"/>
                  </a:lnTo>
                  <a:lnTo>
                    <a:pt x="5300" y="3808"/>
                  </a:lnTo>
                  <a:lnTo>
                    <a:pt x="5623" y="3608"/>
                  </a:lnTo>
                  <a:lnTo>
                    <a:pt x="5957" y="3418"/>
                  </a:lnTo>
                  <a:lnTo>
                    <a:pt x="6302" y="3240"/>
                  </a:lnTo>
                  <a:lnTo>
                    <a:pt x="6647" y="3073"/>
                  </a:lnTo>
                  <a:lnTo>
                    <a:pt x="7003" y="2929"/>
                  </a:lnTo>
                  <a:lnTo>
                    <a:pt x="7003" y="2929"/>
                  </a:lnTo>
                  <a:lnTo>
                    <a:pt x="7182" y="2862"/>
                  </a:lnTo>
                  <a:lnTo>
                    <a:pt x="7415" y="2773"/>
                  </a:lnTo>
                  <a:lnTo>
                    <a:pt x="7994" y="2572"/>
                  </a:lnTo>
                  <a:lnTo>
                    <a:pt x="8328" y="2461"/>
                  </a:lnTo>
                  <a:lnTo>
                    <a:pt x="8673" y="2327"/>
                  </a:lnTo>
                  <a:lnTo>
                    <a:pt x="9019" y="2183"/>
                  </a:lnTo>
                  <a:lnTo>
                    <a:pt x="9353" y="2016"/>
                  </a:lnTo>
                  <a:lnTo>
                    <a:pt x="9675" y="1849"/>
                  </a:lnTo>
                  <a:lnTo>
                    <a:pt x="9820" y="1748"/>
                  </a:lnTo>
                  <a:lnTo>
                    <a:pt x="9954" y="1659"/>
                  </a:lnTo>
                  <a:lnTo>
                    <a:pt x="10087" y="1559"/>
                  </a:lnTo>
                  <a:lnTo>
                    <a:pt x="10199" y="1459"/>
                  </a:lnTo>
                  <a:lnTo>
                    <a:pt x="10299" y="1348"/>
                  </a:lnTo>
                  <a:lnTo>
                    <a:pt x="10388" y="1236"/>
                  </a:lnTo>
                  <a:lnTo>
                    <a:pt x="10466" y="1125"/>
                  </a:lnTo>
                  <a:lnTo>
                    <a:pt x="10522" y="1014"/>
                  </a:lnTo>
                  <a:lnTo>
                    <a:pt x="10566" y="891"/>
                  </a:lnTo>
                  <a:lnTo>
                    <a:pt x="10577" y="769"/>
                  </a:lnTo>
                  <a:lnTo>
                    <a:pt x="10577" y="635"/>
                  </a:lnTo>
                  <a:lnTo>
                    <a:pt x="10555" y="513"/>
                  </a:lnTo>
                  <a:lnTo>
                    <a:pt x="10510" y="368"/>
                  </a:lnTo>
                  <a:lnTo>
                    <a:pt x="10432" y="23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6883741" y="2360911"/>
              <a:ext cx="177954" cy="115765"/>
            </a:xfrm>
            <a:custGeom>
              <a:rect b="b" l="l" r="r" t="t"/>
              <a:pathLst>
                <a:path extrusionOk="0" h="4933" w="7583">
                  <a:moveTo>
                    <a:pt x="1548" y="1"/>
                  </a:moveTo>
                  <a:lnTo>
                    <a:pt x="1292" y="23"/>
                  </a:lnTo>
                  <a:lnTo>
                    <a:pt x="1036" y="45"/>
                  </a:lnTo>
                  <a:lnTo>
                    <a:pt x="780" y="90"/>
                  </a:lnTo>
                  <a:lnTo>
                    <a:pt x="524" y="157"/>
                  </a:lnTo>
                  <a:lnTo>
                    <a:pt x="268" y="235"/>
                  </a:lnTo>
                  <a:lnTo>
                    <a:pt x="190" y="268"/>
                  </a:lnTo>
                  <a:lnTo>
                    <a:pt x="112" y="312"/>
                  </a:lnTo>
                  <a:lnTo>
                    <a:pt x="45" y="368"/>
                  </a:lnTo>
                  <a:lnTo>
                    <a:pt x="23" y="402"/>
                  </a:lnTo>
                  <a:lnTo>
                    <a:pt x="12" y="435"/>
                  </a:lnTo>
                  <a:lnTo>
                    <a:pt x="0" y="479"/>
                  </a:lnTo>
                  <a:lnTo>
                    <a:pt x="0" y="513"/>
                  </a:lnTo>
                  <a:lnTo>
                    <a:pt x="12" y="580"/>
                  </a:lnTo>
                  <a:lnTo>
                    <a:pt x="45" y="646"/>
                  </a:lnTo>
                  <a:lnTo>
                    <a:pt x="101" y="702"/>
                  </a:lnTo>
                  <a:lnTo>
                    <a:pt x="179" y="747"/>
                  </a:lnTo>
                  <a:lnTo>
                    <a:pt x="245" y="791"/>
                  </a:lnTo>
                  <a:lnTo>
                    <a:pt x="334" y="825"/>
                  </a:lnTo>
                  <a:lnTo>
                    <a:pt x="412" y="847"/>
                  </a:lnTo>
                  <a:lnTo>
                    <a:pt x="780" y="947"/>
                  </a:lnTo>
                  <a:lnTo>
                    <a:pt x="1147" y="1058"/>
                  </a:lnTo>
                  <a:lnTo>
                    <a:pt x="1515" y="1170"/>
                  </a:lnTo>
                  <a:lnTo>
                    <a:pt x="1893" y="1281"/>
                  </a:lnTo>
                  <a:lnTo>
                    <a:pt x="1893" y="1404"/>
                  </a:lnTo>
                  <a:lnTo>
                    <a:pt x="1893" y="1515"/>
                  </a:lnTo>
                  <a:lnTo>
                    <a:pt x="1904" y="1637"/>
                  </a:lnTo>
                  <a:lnTo>
                    <a:pt x="1915" y="1749"/>
                  </a:lnTo>
                  <a:lnTo>
                    <a:pt x="1960" y="1971"/>
                  </a:lnTo>
                  <a:lnTo>
                    <a:pt x="2038" y="2194"/>
                  </a:lnTo>
                  <a:lnTo>
                    <a:pt x="2138" y="2417"/>
                  </a:lnTo>
                  <a:lnTo>
                    <a:pt x="2249" y="2617"/>
                  </a:lnTo>
                  <a:lnTo>
                    <a:pt x="2383" y="2806"/>
                  </a:lnTo>
                  <a:lnTo>
                    <a:pt x="2528" y="2996"/>
                  </a:lnTo>
                  <a:lnTo>
                    <a:pt x="2695" y="3163"/>
                  </a:lnTo>
                  <a:lnTo>
                    <a:pt x="2862" y="3307"/>
                  </a:lnTo>
                  <a:lnTo>
                    <a:pt x="3040" y="3452"/>
                  </a:lnTo>
                  <a:lnTo>
                    <a:pt x="3229" y="3586"/>
                  </a:lnTo>
                  <a:lnTo>
                    <a:pt x="3429" y="3708"/>
                  </a:lnTo>
                  <a:lnTo>
                    <a:pt x="3630" y="3831"/>
                  </a:lnTo>
                  <a:lnTo>
                    <a:pt x="3830" y="3942"/>
                  </a:lnTo>
                  <a:lnTo>
                    <a:pt x="4042" y="4042"/>
                  </a:lnTo>
                  <a:lnTo>
                    <a:pt x="4454" y="4220"/>
                  </a:lnTo>
                  <a:lnTo>
                    <a:pt x="4888" y="4387"/>
                  </a:lnTo>
                  <a:lnTo>
                    <a:pt x="5322" y="4532"/>
                  </a:lnTo>
                  <a:lnTo>
                    <a:pt x="5767" y="4654"/>
                  </a:lnTo>
                  <a:lnTo>
                    <a:pt x="6213" y="4766"/>
                  </a:lnTo>
                  <a:lnTo>
                    <a:pt x="6669" y="4844"/>
                  </a:lnTo>
                  <a:lnTo>
                    <a:pt x="7126" y="4899"/>
                  </a:lnTo>
                  <a:lnTo>
                    <a:pt x="7582" y="4933"/>
                  </a:lnTo>
                  <a:lnTo>
                    <a:pt x="7304" y="2962"/>
                  </a:lnTo>
                  <a:lnTo>
                    <a:pt x="7103" y="2907"/>
                  </a:lnTo>
                  <a:lnTo>
                    <a:pt x="6892" y="2829"/>
                  </a:lnTo>
                  <a:lnTo>
                    <a:pt x="6692" y="2740"/>
                  </a:lnTo>
                  <a:lnTo>
                    <a:pt x="6480" y="2639"/>
                  </a:lnTo>
                  <a:lnTo>
                    <a:pt x="6280" y="2517"/>
                  </a:lnTo>
                  <a:lnTo>
                    <a:pt x="6079" y="2394"/>
                  </a:lnTo>
                  <a:lnTo>
                    <a:pt x="5879" y="2250"/>
                  </a:lnTo>
                  <a:lnTo>
                    <a:pt x="5690" y="2116"/>
                  </a:lnTo>
                  <a:lnTo>
                    <a:pt x="5300" y="1804"/>
                  </a:lnTo>
                  <a:lnTo>
                    <a:pt x="4921" y="1493"/>
                  </a:lnTo>
                  <a:lnTo>
                    <a:pt x="4565" y="1192"/>
                  </a:lnTo>
                  <a:lnTo>
                    <a:pt x="4231" y="914"/>
                  </a:lnTo>
                  <a:lnTo>
                    <a:pt x="4020" y="758"/>
                  </a:lnTo>
                  <a:lnTo>
                    <a:pt x="3797" y="613"/>
                  </a:lnTo>
                  <a:lnTo>
                    <a:pt x="3563" y="479"/>
                  </a:lnTo>
                  <a:lnTo>
                    <a:pt x="3329" y="368"/>
                  </a:lnTo>
                  <a:lnTo>
                    <a:pt x="3095" y="268"/>
                  </a:lnTo>
                  <a:lnTo>
                    <a:pt x="2839" y="190"/>
                  </a:lnTo>
                  <a:lnTo>
                    <a:pt x="2594" y="123"/>
                  </a:lnTo>
                  <a:lnTo>
                    <a:pt x="2338" y="68"/>
                  </a:lnTo>
                  <a:lnTo>
                    <a:pt x="2071" y="34"/>
                  </a:lnTo>
                  <a:lnTo>
                    <a:pt x="1815" y="12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6883741" y="2360911"/>
              <a:ext cx="177954" cy="115765"/>
            </a:xfrm>
            <a:custGeom>
              <a:rect b="b" l="l" r="r" t="t"/>
              <a:pathLst>
                <a:path extrusionOk="0" fill="none" h="4933" w="7583">
                  <a:moveTo>
                    <a:pt x="7304" y="2962"/>
                  </a:moveTo>
                  <a:lnTo>
                    <a:pt x="7304" y="2962"/>
                  </a:lnTo>
                  <a:lnTo>
                    <a:pt x="7103" y="2907"/>
                  </a:lnTo>
                  <a:lnTo>
                    <a:pt x="6892" y="2829"/>
                  </a:lnTo>
                  <a:lnTo>
                    <a:pt x="6692" y="2740"/>
                  </a:lnTo>
                  <a:lnTo>
                    <a:pt x="6480" y="2639"/>
                  </a:lnTo>
                  <a:lnTo>
                    <a:pt x="6280" y="2517"/>
                  </a:lnTo>
                  <a:lnTo>
                    <a:pt x="6079" y="2394"/>
                  </a:lnTo>
                  <a:lnTo>
                    <a:pt x="5879" y="2250"/>
                  </a:lnTo>
                  <a:lnTo>
                    <a:pt x="5690" y="2116"/>
                  </a:lnTo>
                  <a:lnTo>
                    <a:pt x="5300" y="1804"/>
                  </a:lnTo>
                  <a:lnTo>
                    <a:pt x="4921" y="1493"/>
                  </a:lnTo>
                  <a:lnTo>
                    <a:pt x="4565" y="1192"/>
                  </a:lnTo>
                  <a:lnTo>
                    <a:pt x="4231" y="914"/>
                  </a:lnTo>
                  <a:lnTo>
                    <a:pt x="4231" y="914"/>
                  </a:lnTo>
                  <a:lnTo>
                    <a:pt x="4020" y="758"/>
                  </a:lnTo>
                  <a:lnTo>
                    <a:pt x="3797" y="613"/>
                  </a:lnTo>
                  <a:lnTo>
                    <a:pt x="3563" y="479"/>
                  </a:lnTo>
                  <a:lnTo>
                    <a:pt x="3329" y="368"/>
                  </a:lnTo>
                  <a:lnTo>
                    <a:pt x="3095" y="268"/>
                  </a:lnTo>
                  <a:lnTo>
                    <a:pt x="2839" y="190"/>
                  </a:lnTo>
                  <a:lnTo>
                    <a:pt x="2594" y="123"/>
                  </a:lnTo>
                  <a:lnTo>
                    <a:pt x="2338" y="68"/>
                  </a:lnTo>
                  <a:lnTo>
                    <a:pt x="2071" y="34"/>
                  </a:lnTo>
                  <a:lnTo>
                    <a:pt x="1815" y="12"/>
                  </a:lnTo>
                  <a:lnTo>
                    <a:pt x="1548" y="1"/>
                  </a:lnTo>
                  <a:lnTo>
                    <a:pt x="1292" y="23"/>
                  </a:lnTo>
                  <a:lnTo>
                    <a:pt x="1036" y="45"/>
                  </a:lnTo>
                  <a:lnTo>
                    <a:pt x="780" y="90"/>
                  </a:lnTo>
                  <a:lnTo>
                    <a:pt x="524" y="157"/>
                  </a:lnTo>
                  <a:lnTo>
                    <a:pt x="268" y="235"/>
                  </a:lnTo>
                  <a:lnTo>
                    <a:pt x="268" y="235"/>
                  </a:lnTo>
                  <a:lnTo>
                    <a:pt x="190" y="268"/>
                  </a:lnTo>
                  <a:lnTo>
                    <a:pt x="112" y="312"/>
                  </a:lnTo>
                  <a:lnTo>
                    <a:pt x="45" y="368"/>
                  </a:lnTo>
                  <a:lnTo>
                    <a:pt x="23" y="402"/>
                  </a:lnTo>
                  <a:lnTo>
                    <a:pt x="12" y="435"/>
                  </a:lnTo>
                  <a:lnTo>
                    <a:pt x="12" y="435"/>
                  </a:lnTo>
                  <a:lnTo>
                    <a:pt x="0" y="479"/>
                  </a:lnTo>
                  <a:lnTo>
                    <a:pt x="0" y="513"/>
                  </a:lnTo>
                  <a:lnTo>
                    <a:pt x="12" y="580"/>
                  </a:lnTo>
                  <a:lnTo>
                    <a:pt x="45" y="646"/>
                  </a:lnTo>
                  <a:lnTo>
                    <a:pt x="101" y="702"/>
                  </a:lnTo>
                  <a:lnTo>
                    <a:pt x="179" y="747"/>
                  </a:lnTo>
                  <a:lnTo>
                    <a:pt x="245" y="791"/>
                  </a:lnTo>
                  <a:lnTo>
                    <a:pt x="334" y="825"/>
                  </a:lnTo>
                  <a:lnTo>
                    <a:pt x="412" y="847"/>
                  </a:lnTo>
                  <a:lnTo>
                    <a:pt x="412" y="847"/>
                  </a:lnTo>
                  <a:lnTo>
                    <a:pt x="780" y="947"/>
                  </a:lnTo>
                  <a:lnTo>
                    <a:pt x="1147" y="1058"/>
                  </a:lnTo>
                  <a:lnTo>
                    <a:pt x="1515" y="1170"/>
                  </a:lnTo>
                  <a:lnTo>
                    <a:pt x="1893" y="1281"/>
                  </a:lnTo>
                  <a:lnTo>
                    <a:pt x="1893" y="1281"/>
                  </a:lnTo>
                  <a:lnTo>
                    <a:pt x="1893" y="1404"/>
                  </a:lnTo>
                  <a:lnTo>
                    <a:pt x="1893" y="1515"/>
                  </a:lnTo>
                  <a:lnTo>
                    <a:pt x="1904" y="1637"/>
                  </a:lnTo>
                  <a:lnTo>
                    <a:pt x="1915" y="1749"/>
                  </a:lnTo>
                  <a:lnTo>
                    <a:pt x="1960" y="1971"/>
                  </a:lnTo>
                  <a:lnTo>
                    <a:pt x="2038" y="2194"/>
                  </a:lnTo>
                  <a:lnTo>
                    <a:pt x="2138" y="2417"/>
                  </a:lnTo>
                  <a:lnTo>
                    <a:pt x="2249" y="2617"/>
                  </a:lnTo>
                  <a:lnTo>
                    <a:pt x="2383" y="2806"/>
                  </a:lnTo>
                  <a:lnTo>
                    <a:pt x="2528" y="2996"/>
                  </a:lnTo>
                  <a:lnTo>
                    <a:pt x="2528" y="2996"/>
                  </a:lnTo>
                  <a:lnTo>
                    <a:pt x="2695" y="3163"/>
                  </a:lnTo>
                  <a:lnTo>
                    <a:pt x="2862" y="3307"/>
                  </a:lnTo>
                  <a:lnTo>
                    <a:pt x="3040" y="3452"/>
                  </a:lnTo>
                  <a:lnTo>
                    <a:pt x="3229" y="3586"/>
                  </a:lnTo>
                  <a:lnTo>
                    <a:pt x="3429" y="3708"/>
                  </a:lnTo>
                  <a:lnTo>
                    <a:pt x="3630" y="3831"/>
                  </a:lnTo>
                  <a:lnTo>
                    <a:pt x="3830" y="3942"/>
                  </a:lnTo>
                  <a:lnTo>
                    <a:pt x="4042" y="4042"/>
                  </a:lnTo>
                  <a:lnTo>
                    <a:pt x="4042" y="4042"/>
                  </a:lnTo>
                  <a:lnTo>
                    <a:pt x="4454" y="4220"/>
                  </a:lnTo>
                  <a:lnTo>
                    <a:pt x="4888" y="4387"/>
                  </a:lnTo>
                  <a:lnTo>
                    <a:pt x="5322" y="4532"/>
                  </a:lnTo>
                  <a:lnTo>
                    <a:pt x="5767" y="4654"/>
                  </a:lnTo>
                  <a:lnTo>
                    <a:pt x="6213" y="4766"/>
                  </a:lnTo>
                  <a:lnTo>
                    <a:pt x="6669" y="4844"/>
                  </a:lnTo>
                  <a:lnTo>
                    <a:pt x="7126" y="4899"/>
                  </a:lnTo>
                  <a:lnTo>
                    <a:pt x="7582" y="4933"/>
                  </a:lnTo>
                  <a:lnTo>
                    <a:pt x="7304" y="29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7004974" y="2422044"/>
              <a:ext cx="361353" cy="240917"/>
            </a:xfrm>
            <a:custGeom>
              <a:rect b="b" l="l" r="r" t="t"/>
              <a:pathLst>
                <a:path extrusionOk="0" h="10266" w="15398">
                  <a:moveTo>
                    <a:pt x="1102" y="1"/>
                  </a:moveTo>
                  <a:lnTo>
                    <a:pt x="958" y="146"/>
                  </a:lnTo>
                  <a:lnTo>
                    <a:pt x="824" y="302"/>
                  </a:lnTo>
                  <a:lnTo>
                    <a:pt x="713" y="457"/>
                  </a:lnTo>
                  <a:lnTo>
                    <a:pt x="601" y="624"/>
                  </a:lnTo>
                  <a:lnTo>
                    <a:pt x="512" y="791"/>
                  </a:lnTo>
                  <a:lnTo>
                    <a:pt x="434" y="958"/>
                  </a:lnTo>
                  <a:lnTo>
                    <a:pt x="357" y="1137"/>
                  </a:lnTo>
                  <a:lnTo>
                    <a:pt x="301" y="1315"/>
                  </a:lnTo>
                  <a:lnTo>
                    <a:pt x="245" y="1493"/>
                  </a:lnTo>
                  <a:lnTo>
                    <a:pt x="190" y="1682"/>
                  </a:lnTo>
                  <a:lnTo>
                    <a:pt x="112" y="2061"/>
                  </a:lnTo>
                  <a:lnTo>
                    <a:pt x="56" y="2461"/>
                  </a:lnTo>
                  <a:lnTo>
                    <a:pt x="0" y="2862"/>
                  </a:lnTo>
                  <a:lnTo>
                    <a:pt x="1281" y="3664"/>
                  </a:lnTo>
                  <a:lnTo>
                    <a:pt x="2539" y="4432"/>
                  </a:lnTo>
                  <a:lnTo>
                    <a:pt x="3786" y="5167"/>
                  </a:lnTo>
                  <a:lnTo>
                    <a:pt x="4999" y="5868"/>
                  </a:lnTo>
                  <a:lnTo>
                    <a:pt x="6190" y="6525"/>
                  </a:lnTo>
                  <a:lnTo>
                    <a:pt x="7337" y="7149"/>
                  </a:lnTo>
                  <a:lnTo>
                    <a:pt x="8439" y="7716"/>
                  </a:lnTo>
                  <a:lnTo>
                    <a:pt x="9486" y="8240"/>
                  </a:lnTo>
                  <a:lnTo>
                    <a:pt x="10488" y="8718"/>
                  </a:lnTo>
                  <a:lnTo>
                    <a:pt x="11412" y="9130"/>
                  </a:lnTo>
                  <a:lnTo>
                    <a:pt x="11857" y="9320"/>
                  </a:lnTo>
                  <a:lnTo>
                    <a:pt x="12280" y="9487"/>
                  </a:lnTo>
                  <a:lnTo>
                    <a:pt x="12692" y="9642"/>
                  </a:lnTo>
                  <a:lnTo>
                    <a:pt x="13082" y="9776"/>
                  </a:lnTo>
                  <a:lnTo>
                    <a:pt x="13449" y="9898"/>
                  </a:lnTo>
                  <a:lnTo>
                    <a:pt x="13795" y="10010"/>
                  </a:lnTo>
                  <a:lnTo>
                    <a:pt x="14117" y="10099"/>
                  </a:lnTo>
                  <a:lnTo>
                    <a:pt x="14418" y="10166"/>
                  </a:lnTo>
                  <a:lnTo>
                    <a:pt x="14696" y="10221"/>
                  </a:lnTo>
                  <a:lnTo>
                    <a:pt x="14964" y="10255"/>
                  </a:lnTo>
                  <a:lnTo>
                    <a:pt x="15197" y="10266"/>
                  </a:lnTo>
                  <a:lnTo>
                    <a:pt x="15398" y="10266"/>
                  </a:lnTo>
                  <a:lnTo>
                    <a:pt x="15253" y="4354"/>
                  </a:lnTo>
                  <a:lnTo>
                    <a:pt x="14273" y="3976"/>
                  </a:lnTo>
                  <a:lnTo>
                    <a:pt x="13260" y="3586"/>
                  </a:lnTo>
                  <a:lnTo>
                    <a:pt x="12236" y="3207"/>
                  </a:lnTo>
                  <a:lnTo>
                    <a:pt x="11189" y="2829"/>
                  </a:lnTo>
                  <a:lnTo>
                    <a:pt x="10143" y="2461"/>
                  </a:lnTo>
                  <a:lnTo>
                    <a:pt x="9107" y="2105"/>
                  </a:lnTo>
                  <a:lnTo>
                    <a:pt x="8083" y="1771"/>
                  </a:lnTo>
                  <a:lnTo>
                    <a:pt x="7081" y="1448"/>
                  </a:lnTo>
                  <a:lnTo>
                    <a:pt x="6124" y="1159"/>
                  </a:lnTo>
                  <a:lnTo>
                    <a:pt x="5200" y="880"/>
                  </a:lnTo>
                  <a:lnTo>
                    <a:pt x="4331" y="647"/>
                  </a:lnTo>
                  <a:lnTo>
                    <a:pt x="3518" y="435"/>
                  </a:lnTo>
                  <a:lnTo>
                    <a:pt x="2784" y="257"/>
                  </a:lnTo>
                  <a:lnTo>
                    <a:pt x="2138" y="135"/>
                  </a:lnTo>
                  <a:lnTo>
                    <a:pt x="1837" y="79"/>
                  </a:lnTo>
                  <a:lnTo>
                    <a:pt x="1570" y="34"/>
                  </a:lnTo>
                  <a:lnTo>
                    <a:pt x="1325" y="12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7004974" y="2422044"/>
              <a:ext cx="361353" cy="240917"/>
            </a:xfrm>
            <a:custGeom>
              <a:rect b="b" l="l" r="r" t="t"/>
              <a:pathLst>
                <a:path extrusionOk="0" fill="none" h="10266" w="15398">
                  <a:moveTo>
                    <a:pt x="15253" y="4354"/>
                  </a:moveTo>
                  <a:lnTo>
                    <a:pt x="15253" y="4354"/>
                  </a:lnTo>
                  <a:lnTo>
                    <a:pt x="14273" y="3976"/>
                  </a:lnTo>
                  <a:lnTo>
                    <a:pt x="13260" y="3586"/>
                  </a:lnTo>
                  <a:lnTo>
                    <a:pt x="12236" y="3207"/>
                  </a:lnTo>
                  <a:lnTo>
                    <a:pt x="11189" y="2829"/>
                  </a:lnTo>
                  <a:lnTo>
                    <a:pt x="10143" y="2461"/>
                  </a:lnTo>
                  <a:lnTo>
                    <a:pt x="9107" y="2105"/>
                  </a:lnTo>
                  <a:lnTo>
                    <a:pt x="8083" y="1771"/>
                  </a:lnTo>
                  <a:lnTo>
                    <a:pt x="7081" y="1448"/>
                  </a:lnTo>
                  <a:lnTo>
                    <a:pt x="6124" y="1159"/>
                  </a:lnTo>
                  <a:lnTo>
                    <a:pt x="5200" y="880"/>
                  </a:lnTo>
                  <a:lnTo>
                    <a:pt x="4331" y="647"/>
                  </a:lnTo>
                  <a:lnTo>
                    <a:pt x="3518" y="435"/>
                  </a:lnTo>
                  <a:lnTo>
                    <a:pt x="2784" y="257"/>
                  </a:lnTo>
                  <a:lnTo>
                    <a:pt x="2138" y="135"/>
                  </a:lnTo>
                  <a:lnTo>
                    <a:pt x="1837" y="79"/>
                  </a:lnTo>
                  <a:lnTo>
                    <a:pt x="1570" y="34"/>
                  </a:lnTo>
                  <a:lnTo>
                    <a:pt x="1325" y="12"/>
                  </a:lnTo>
                  <a:lnTo>
                    <a:pt x="1102" y="1"/>
                  </a:lnTo>
                  <a:lnTo>
                    <a:pt x="1102" y="1"/>
                  </a:lnTo>
                  <a:lnTo>
                    <a:pt x="958" y="146"/>
                  </a:lnTo>
                  <a:lnTo>
                    <a:pt x="824" y="302"/>
                  </a:lnTo>
                  <a:lnTo>
                    <a:pt x="713" y="457"/>
                  </a:lnTo>
                  <a:lnTo>
                    <a:pt x="601" y="624"/>
                  </a:lnTo>
                  <a:lnTo>
                    <a:pt x="512" y="791"/>
                  </a:lnTo>
                  <a:lnTo>
                    <a:pt x="434" y="958"/>
                  </a:lnTo>
                  <a:lnTo>
                    <a:pt x="357" y="1137"/>
                  </a:lnTo>
                  <a:lnTo>
                    <a:pt x="301" y="1315"/>
                  </a:lnTo>
                  <a:lnTo>
                    <a:pt x="245" y="1493"/>
                  </a:lnTo>
                  <a:lnTo>
                    <a:pt x="190" y="1682"/>
                  </a:lnTo>
                  <a:lnTo>
                    <a:pt x="112" y="2061"/>
                  </a:lnTo>
                  <a:lnTo>
                    <a:pt x="56" y="2461"/>
                  </a:lnTo>
                  <a:lnTo>
                    <a:pt x="0" y="2862"/>
                  </a:lnTo>
                  <a:lnTo>
                    <a:pt x="0" y="2862"/>
                  </a:lnTo>
                  <a:lnTo>
                    <a:pt x="1281" y="3664"/>
                  </a:lnTo>
                  <a:lnTo>
                    <a:pt x="2539" y="4432"/>
                  </a:lnTo>
                  <a:lnTo>
                    <a:pt x="3786" y="5167"/>
                  </a:lnTo>
                  <a:lnTo>
                    <a:pt x="4999" y="5868"/>
                  </a:lnTo>
                  <a:lnTo>
                    <a:pt x="6190" y="6525"/>
                  </a:lnTo>
                  <a:lnTo>
                    <a:pt x="7337" y="7149"/>
                  </a:lnTo>
                  <a:lnTo>
                    <a:pt x="8439" y="7716"/>
                  </a:lnTo>
                  <a:lnTo>
                    <a:pt x="9486" y="8240"/>
                  </a:lnTo>
                  <a:lnTo>
                    <a:pt x="10488" y="8718"/>
                  </a:lnTo>
                  <a:lnTo>
                    <a:pt x="11412" y="9130"/>
                  </a:lnTo>
                  <a:lnTo>
                    <a:pt x="11857" y="9320"/>
                  </a:lnTo>
                  <a:lnTo>
                    <a:pt x="12280" y="9487"/>
                  </a:lnTo>
                  <a:lnTo>
                    <a:pt x="12692" y="9642"/>
                  </a:lnTo>
                  <a:lnTo>
                    <a:pt x="13082" y="9776"/>
                  </a:lnTo>
                  <a:lnTo>
                    <a:pt x="13449" y="9898"/>
                  </a:lnTo>
                  <a:lnTo>
                    <a:pt x="13795" y="10010"/>
                  </a:lnTo>
                  <a:lnTo>
                    <a:pt x="14117" y="10099"/>
                  </a:lnTo>
                  <a:lnTo>
                    <a:pt x="14418" y="10166"/>
                  </a:lnTo>
                  <a:lnTo>
                    <a:pt x="14696" y="10221"/>
                  </a:lnTo>
                  <a:lnTo>
                    <a:pt x="14964" y="10255"/>
                  </a:lnTo>
                  <a:lnTo>
                    <a:pt x="15197" y="10266"/>
                  </a:lnTo>
                  <a:lnTo>
                    <a:pt x="15398" y="10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6765653" y="2422044"/>
              <a:ext cx="63761" cy="45222"/>
            </a:xfrm>
            <a:custGeom>
              <a:rect b="b" l="l" r="r" t="t"/>
              <a:pathLst>
                <a:path extrusionOk="0" h="1927" w="2717">
                  <a:moveTo>
                    <a:pt x="2550" y="1"/>
                  </a:moveTo>
                  <a:lnTo>
                    <a:pt x="2483" y="12"/>
                  </a:lnTo>
                  <a:lnTo>
                    <a:pt x="2438" y="34"/>
                  </a:lnTo>
                  <a:lnTo>
                    <a:pt x="2383" y="68"/>
                  </a:lnTo>
                  <a:lnTo>
                    <a:pt x="2338" y="112"/>
                  </a:lnTo>
                  <a:lnTo>
                    <a:pt x="2260" y="212"/>
                  </a:lnTo>
                  <a:lnTo>
                    <a:pt x="2193" y="313"/>
                  </a:lnTo>
                  <a:lnTo>
                    <a:pt x="2082" y="513"/>
                  </a:lnTo>
                  <a:lnTo>
                    <a:pt x="1960" y="713"/>
                  </a:lnTo>
                  <a:lnTo>
                    <a:pt x="1848" y="880"/>
                  </a:lnTo>
                  <a:lnTo>
                    <a:pt x="1726" y="1047"/>
                  </a:lnTo>
                  <a:lnTo>
                    <a:pt x="1581" y="1192"/>
                  </a:lnTo>
                  <a:lnTo>
                    <a:pt x="1514" y="1259"/>
                  </a:lnTo>
                  <a:lnTo>
                    <a:pt x="1425" y="1326"/>
                  </a:lnTo>
                  <a:lnTo>
                    <a:pt x="1358" y="1381"/>
                  </a:lnTo>
                  <a:lnTo>
                    <a:pt x="1280" y="1426"/>
                  </a:lnTo>
                  <a:lnTo>
                    <a:pt x="1191" y="1459"/>
                  </a:lnTo>
                  <a:lnTo>
                    <a:pt x="1113" y="1493"/>
                  </a:lnTo>
                  <a:lnTo>
                    <a:pt x="1024" y="1515"/>
                  </a:lnTo>
                  <a:lnTo>
                    <a:pt x="935" y="1537"/>
                  </a:lnTo>
                  <a:lnTo>
                    <a:pt x="846" y="1548"/>
                  </a:lnTo>
                  <a:lnTo>
                    <a:pt x="757" y="1548"/>
                  </a:lnTo>
                  <a:lnTo>
                    <a:pt x="679" y="1537"/>
                  </a:lnTo>
                  <a:lnTo>
                    <a:pt x="590" y="1526"/>
                  </a:lnTo>
                  <a:lnTo>
                    <a:pt x="512" y="1504"/>
                  </a:lnTo>
                  <a:lnTo>
                    <a:pt x="434" y="1471"/>
                  </a:lnTo>
                  <a:lnTo>
                    <a:pt x="356" y="1426"/>
                  </a:lnTo>
                  <a:lnTo>
                    <a:pt x="290" y="1381"/>
                  </a:lnTo>
                  <a:lnTo>
                    <a:pt x="223" y="1326"/>
                  </a:lnTo>
                  <a:lnTo>
                    <a:pt x="178" y="1259"/>
                  </a:lnTo>
                  <a:lnTo>
                    <a:pt x="145" y="1237"/>
                  </a:lnTo>
                  <a:lnTo>
                    <a:pt x="123" y="1214"/>
                  </a:lnTo>
                  <a:lnTo>
                    <a:pt x="89" y="1214"/>
                  </a:lnTo>
                  <a:lnTo>
                    <a:pt x="56" y="1226"/>
                  </a:lnTo>
                  <a:lnTo>
                    <a:pt x="22" y="1237"/>
                  </a:lnTo>
                  <a:lnTo>
                    <a:pt x="0" y="1259"/>
                  </a:lnTo>
                  <a:lnTo>
                    <a:pt x="0" y="1292"/>
                  </a:lnTo>
                  <a:lnTo>
                    <a:pt x="0" y="1326"/>
                  </a:lnTo>
                  <a:lnTo>
                    <a:pt x="45" y="1426"/>
                  </a:lnTo>
                  <a:lnTo>
                    <a:pt x="100" y="1515"/>
                  </a:lnTo>
                  <a:lnTo>
                    <a:pt x="156" y="1604"/>
                  </a:lnTo>
                  <a:lnTo>
                    <a:pt x="234" y="1671"/>
                  </a:lnTo>
                  <a:lnTo>
                    <a:pt x="312" y="1738"/>
                  </a:lnTo>
                  <a:lnTo>
                    <a:pt x="390" y="1793"/>
                  </a:lnTo>
                  <a:lnTo>
                    <a:pt x="490" y="1849"/>
                  </a:lnTo>
                  <a:lnTo>
                    <a:pt x="590" y="1882"/>
                  </a:lnTo>
                  <a:lnTo>
                    <a:pt x="701" y="1916"/>
                  </a:lnTo>
                  <a:lnTo>
                    <a:pt x="824" y="1927"/>
                  </a:lnTo>
                  <a:lnTo>
                    <a:pt x="935" y="1927"/>
                  </a:lnTo>
                  <a:lnTo>
                    <a:pt x="1058" y="1916"/>
                  </a:lnTo>
                  <a:lnTo>
                    <a:pt x="1169" y="1894"/>
                  </a:lnTo>
                  <a:lnTo>
                    <a:pt x="1292" y="1860"/>
                  </a:lnTo>
                  <a:lnTo>
                    <a:pt x="1392" y="1816"/>
                  </a:lnTo>
                  <a:lnTo>
                    <a:pt x="1503" y="1760"/>
                  </a:lnTo>
                  <a:lnTo>
                    <a:pt x="1614" y="1693"/>
                  </a:lnTo>
                  <a:lnTo>
                    <a:pt x="1715" y="1626"/>
                  </a:lnTo>
                  <a:lnTo>
                    <a:pt x="1815" y="1548"/>
                  </a:lnTo>
                  <a:lnTo>
                    <a:pt x="1904" y="1459"/>
                  </a:lnTo>
                  <a:lnTo>
                    <a:pt x="2082" y="1281"/>
                  </a:lnTo>
                  <a:lnTo>
                    <a:pt x="2238" y="1081"/>
                  </a:lnTo>
                  <a:lnTo>
                    <a:pt x="2394" y="858"/>
                  </a:lnTo>
                  <a:lnTo>
                    <a:pt x="2527" y="624"/>
                  </a:lnTo>
                  <a:lnTo>
                    <a:pt x="2605" y="502"/>
                  </a:lnTo>
                  <a:lnTo>
                    <a:pt x="2683" y="368"/>
                  </a:lnTo>
                  <a:lnTo>
                    <a:pt x="2705" y="290"/>
                  </a:lnTo>
                  <a:lnTo>
                    <a:pt x="2717" y="224"/>
                  </a:lnTo>
                  <a:lnTo>
                    <a:pt x="2717" y="157"/>
                  </a:lnTo>
                  <a:lnTo>
                    <a:pt x="2694" y="90"/>
                  </a:lnTo>
                  <a:lnTo>
                    <a:pt x="2661" y="57"/>
                  </a:lnTo>
                  <a:lnTo>
                    <a:pt x="2628" y="23"/>
                  </a:lnTo>
                  <a:lnTo>
                    <a:pt x="2594" y="12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6904369" y="2384941"/>
              <a:ext cx="23820" cy="8918"/>
            </a:xfrm>
            <a:custGeom>
              <a:rect b="b" l="l" r="r" t="t"/>
              <a:pathLst>
                <a:path extrusionOk="0" h="380" w="1015">
                  <a:moveTo>
                    <a:pt x="34" y="1"/>
                  </a:moveTo>
                  <a:lnTo>
                    <a:pt x="12" y="12"/>
                  </a:lnTo>
                  <a:lnTo>
                    <a:pt x="1" y="34"/>
                  </a:lnTo>
                  <a:lnTo>
                    <a:pt x="12" y="57"/>
                  </a:lnTo>
                  <a:lnTo>
                    <a:pt x="23" y="68"/>
                  </a:lnTo>
                  <a:lnTo>
                    <a:pt x="335" y="168"/>
                  </a:lnTo>
                  <a:lnTo>
                    <a:pt x="636" y="268"/>
                  </a:lnTo>
                  <a:lnTo>
                    <a:pt x="825" y="324"/>
                  </a:lnTo>
                  <a:lnTo>
                    <a:pt x="1014" y="380"/>
                  </a:lnTo>
                  <a:lnTo>
                    <a:pt x="1014" y="257"/>
                  </a:lnTo>
                  <a:lnTo>
                    <a:pt x="680" y="157"/>
                  </a:lnTo>
                  <a:lnTo>
                    <a:pt x="346" y="57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6904369" y="2384941"/>
              <a:ext cx="23820" cy="8918"/>
            </a:xfrm>
            <a:custGeom>
              <a:rect b="b" l="l" r="r" t="t"/>
              <a:pathLst>
                <a:path extrusionOk="0" fill="none" h="380" w="1015">
                  <a:moveTo>
                    <a:pt x="34" y="1"/>
                  </a:moveTo>
                  <a:lnTo>
                    <a:pt x="34" y="1"/>
                  </a:lnTo>
                  <a:lnTo>
                    <a:pt x="12" y="12"/>
                  </a:lnTo>
                  <a:lnTo>
                    <a:pt x="1" y="34"/>
                  </a:lnTo>
                  <a:lnTo>
                    <a:pt x="12" y="57"/>
                  </a:lnTo>
                  <a:lnTo>
                    <a:pt x="23" y="68"/>
                  </a:lnTo>
                  <a:lnTo>
                    <a:pt x="23" y="68"/>
                  </a:lnTo>
                  <a:lnTo>
                    <a:pt x="335" y="168"/>
                  </a:lnTo>
                  <a:lnTo>
                    <a:pt x="636" y="268"/>
                  </a:lnTo>
                  <a:lnTo>
                    <a:pt x="636" y="268"/>
                  </a:lnTo>
                  <a:lnTo>
                    <a:pt x="825" y="324"/>
                  </a:lnTo>
                  <a:lnTo>
                    <a:pt x="1014" y="380"/>
                  </a:lnTo>
                  <a:lnTo>
                    <a:pt x="1014" y="380"/>
                  </a:lnTo>
                  <a:lnTo>
                    <a:pt x="1014" y="257"/>
                  </a:lnTo>
                  <a:lnTo>
                    <a:pt x="1014" y="257"/>
                  </a:lnTo>
                  <a:lnTo>
                    <a:pt x="680" y="157"/>
                  </a:lnTo>
                  <a:lnTo>
                    <a:pt x="346" y="57"/>
                  </a:lnTo>
                  <a:lnTo>
                    <a:pt x="346" y="57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3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6912489" y="2386256"/>
              <a:ext cx="68736" cy="66648"/>
            </a:xfrm>
            <a:custGeom>
              <a:rect b="b" l="l" r="r" t="t"/>
              <a:pathLst>
                <a:path extrusionOk="0" h="2840" w="2929">
                  <a:moveTo>
                    <a:pt x="0" y="1"/>
                  </a:moveTo>
                  <a:lnTo>
                    <a:pt x="334" y="101"/>
                  </a:lnTo>
                  <a:lnTo>
                    <a:pt x="668" y="201"/>
                  </a:lnTo>
                  <a:lnTo>
                    <a:pt x="668" y="324"/>
                  </a:lnTo>
                  <a:lnTo>
                    <a:pt x="757" y="357"/>
                  </a:lnTo>
                  <a:lnTo>
                    <a:pt x="846" y="413"/>
                  </a:lnTo>
                  <a:lnTo>
                    <a:pt x="891" y="457"/>
                  </a:lnTo>
                  <a:lnTo>
                    <a:pt x="946" y="502"/>
                  </a:lnTo>
                  <a:lnTo>
                    <a:pt x="1024" y="613"/>
                  </a:lnTo>
                  <a:lnTo>
                    <a:pt x="1102" y="724"/>
                  </a:lnTo>
                  <a:lnTo>
                    <a:pt x="1169" y="836"/>
                  </a:lnTo>
                  <a:lnTo>
                    <a:pt x="1425" y="1348"/>
                  </a:lnTo>
                  <a:lnTo>
                    <a:pt x="1559" y="1593"/>
                  </a:lnTo>
                  <a:lnTo>
                    <a:pt x="1703" y="1838"/>
                  </a:lnTo>
                  <a:lnTo>
                    <a:pt x="1859" y="2071"/>
                  </a:lnTo>
                  <a:lnTo>
                    <a:pt x="1948" y="2183"/>
                  </a:lnTo>
                  <a:lnTo>
                    <a:pt x="2037" y="2294"/>
                  </a:lnTo>
                  <a:lnTo>
                    <a:pt x="2204" y="2472"/>
                  </a:lnTo>
                  <a:lnTo>
                    <a:pt x="2305" y="2561"/>
                  </a:lnTo>
                  <a:lnTo>
                    <a:pt x="2405" y="2639"/>
                  </a:lnTo>
                  <a:lnTo>
                    <a:pt x="2516" y="2706"/>
                  </a:lnTo>
                  <a:lnTo>
                    <a:pt x="2628" y="2773"/>
                  </a:lnTo>
                  <a:lnTo>
                    <a:pt x="2739" y="2817"/>
                  </a:lnTo>
                  <a:lnTo>
                    <a:pt x="2861" y="2840"/>
                  </a:lnTo>
                  <a:lnTo>
                    <a:pt x="2872" y="2840"/>
                  </a:lnTo>
                  <a:lnTo>
                    <a:pt x="2895" y="2829"/>
                  </a:lnTo>
                  <a:lnTo>
                    <a:pt x="2906" y="2817"/>
                  </a:lnTo>
                  <a:lnTo>
                    <a:pt x="2928" y="2784"/>
                  </a:lnTo>
                  <a:lnTo>
                    <a:pt x="2917" y="2751"/>
                  </a:lnTo>
                  <a:lnTo>
                    <a:pt x="2895" y="2717"/>
                  </a:lnTo>
                  <a:lnTo>
                    <a:pt x="2672" y="2572"/>
                  </a:lnTo>
                  <a:lnTo>
                    <a:pt x="2561" y="2506"/>
                  </a:lnTo>
                  <a:lnTo>
                    <a:pt x="2449" y="2428"/>
                  </a:lnTo>
                  <a:lnTo>
                    <a:pt x="2349" y="2339"/>
                  </a:lnTo>
                  <a:lnTo>
                    <a:pt x="2249" y="2250"/>
                  </a:lnTo>
                  <a:lnTo>
                    <a:pt x="2160" y="2149"/>
                  </a:lnTo>
                  <a:lnTo>
                    <a:pt x="2082" y="2049"/>
                  </a:lnTo>
                  <a:lnTo>
                    <a:pt x="1993" y="1927"/>
                  </a:lnTo>
                  <a:lnTo>
                    <a:pt x="1904" y="1815"/>
                  </a:lnTo>
                  <a:lnTo>
                    <a:pt x="1748" y="1559"/>
                  </a:lnTo>
                  <a:lnTo>
                    <a:pt x="1614" y="1303"/>
                  </a:lnTo>
                  <a:lnTo>
                    <a:pt x="1470" y="1036"/>
                  </a:lnTo>
                  <a:lnTo>
                    <a:pt x="1358" y="813"/>
                  </a:lnTo>
                  <a:lnTo>
                    <a:pt x="1292" y="702"/>
                  </a:lnTo>
                  <a:lnTo>
                    <a:pt x="1225" y="591"/>
                  </a:lnTo>
                  <a:lnTo>
                    <a:pt x="1147" y="479"/>
                  </a:lnTo>
                  <a:lnTo>
                    <a:pt x="1069" y="390"/>
                  </a:lnTo>
                  <a:lnTo>
                    <a:pt x="969" y="301"/>
                  </a:lnTo>
                  <a:lnTo>
                    <a:pt x="868" y="234"/>
                  </a:lnTo>
                  <a:lnTo>
                    <a:pt x="735" y="179"/>
                  </a:lnTo>
                  <a:lnTo>
                    <a:pt x="601" y="134"/>
                  </a:lnTo>
                  <a:lnTo>
                    <a:pt x="334" y="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6912489" y="2386256"/>
              <a:ext cx="68736" cy="66648"/>
            </a:xfrm>
            <a:custGeom>
              <a:rect b="b" l="l" r="r" t="t"/>
              <a:pathLst>
                <a:path extrusionOk="0" fill="none" h="2840" w="2929">
                  <a:moveTo>
                    <a:pt x="0" y="1"/>
                  </a:moveTo>
                  <a:lnTo>
                    <a:pt x="0" y="1"/>
                  </a:lnTo>
                  <a:lnTo>
                    <a:pt x="334" y="101"/>
                  </a:lnTo>
                  <a:lnTo>
                    <a:pt x="668" y="201"/>
                  </a:lnTo>
                  <a:lnTo>
                    <a:pt x="668" y="201"/>
                  </a:lnTo>
                  <a:lnTo>
                    <a:pt x="668" y="324"/>
                  </a:lnTo>
                  <a:lnTo>
                    <a:pt x="668" y="324"/>
                  </a:lnTo>
                  <a:lnTo>
                    <a:pt x="757" y="357"/>
                  </a:lnTo>
                  <a:lnTo>
                    <a:pt x="846" y="413"/>
                  </a:lnTo>
                  <a:lnTo>
                    <a:pt x="846" y="413"/>
                  </a:lnTo>
                  <a:lnTo>
                    <a:pt x="891" y="457"/>
                  </a:lnTo>
                  <a:lnTo>
                    <a:pt x="946" y="502"/>
                  </a:lnTo>
                  <a:lnTo>
                    <a:pt x="1024" y="613"/>
                  </a:lnTo>
                  <a:lnTo>
                    <a:pt x="1102" y="724"/>
                  </a:lnTo>
                  <a:lnTo>
                    <a:pt x="1169" y="836"/>
                  </a:lnTo>
                  <a:lnTo>
                    <a:pt x="1169" y="836"/>
                  </a:lnTo>
                  <a:lnTo>
                    <a:pt x="1425" y="1348"/>
                  </a:lnTo>
                  <a:lnTo>
                    <a:pt x="1425" y="1348"/>
                  </a:lnTo>
                  <a:lnTo>
                    <a:pt x="1559" y="1593"/>
                  </a:lnTo>
                  <a:lnTo>
                    <a:pt x="1703" y="1838"/>
                  </a:lnTo>
                  <a:lnTo>
                    <a:pt x="1859" y="2071"/>
                  </a:lnTo>
                  <a:lnTo>
                    <a:pt x="1948" y="2183"/>
                  </a:lnTo>
                  <a:lnTo>
                    <a:pt x="2037" y="2294"/>
                  </a:lnTo>
                  <a:lnTo>
                    <a:pt x="2037" y="2294"/>
                  </a:lnTo>
                  <a:lnTo>
                    <a:pt x="2204" y="2472"/>
                  </a:lnTo>
                  <a:lnTo>
                    <a:pt x="2305" y="2561"/>
                  </a:lnTo>
                  <a:lnTo>
                    <a:pt x="2405" y="2639"/>
                  </a:lnTo>
                  <a:lnTo>
                    <a:pt x="2516" y="2706"/>
                  </a:lnTo>
                  <a:lnTo>
                    <a:pt x="2628" y="2773"/>
                  </a:lnTo>
                  <a:lnTo>
                    <a:pt x="2739" y="2817"/>
                  </a:lnTo>
                  <a:lnTo>
                    <a:pt x="2861" y="2840"/>
                  </a:lnTo>
                  <a:lnTo>
                    <a:pt x="2861" y="2840"/>
                  </a:lnTo>
                  <a:lnTo>
                    <a:pt x="2872" y="2840"/>
                  </a:lnTo>
                  <a:lnTo>
                    <a:pt x="2872" y="2840"/>
                  </a:lnTo>
                  <a:lnTo>
                    <a:pt x="2895" y="2829"/>
                  </a:lnTo>
                  <a:lnTo>
                    <a:pt x="2906" y="2817"/>
                  </a:lnTo>
                  <a:lnTo>
                    <a:pt x="2928" y="2784"/>
                  </a:lnTo>
                  <a:lnTo>
                    <a:pt x="2917" y="2751"/>
                  </a:lnTo>
                  <a:lnTo>
                    <a:pt x="2895" y="2717"/>
                  </a:lnTo>
                  <a:lnTo>
                    <a:pt x="2895" y="2717"/>
                  </a:lnTo>
                  <a:lnTo>
                    <a:pt x="2672" y="2572"/>
                  </a:lnTo>
                  <a:lnTo>
                    <a:pt x="2561" y="2506"/>
                  </a:lnTo>
                  <a:lnTo>
                    <a:pt x="2449" y="2428"/>
                  </a:lnTo>
                  <a:lnTo>
                    <a:pt x="2449" y="2428"/>
                  </a:lnTo>
                  <a:lnTo>
                    <a:pt x="2349" y="2339"/>
                  </a:lnTo>
                  <a:lnTo>
                    <a:pt x="2249" y="2250"/>
                  </a:lnTo>
                  <a:lnTo>
                    <a:pt x="2160" y="2149"/>
                  </a:lnTo>
                  <a:lnTo>
                    <a:pt x="2082" y="2049"/>
                  </a:lnTo>
                  <a:lnTo>
                    <a:pt x="2082" y="2049"/>
                  </a:lnTo>
                  <a:lnTo>
                    <a:pt x="1993" y="1927"/>
                  </a:lnTo>
                  <a:lnTo>
                    <a:pt x="1904" y="1815"/>
                  </a:lnTo>
                  <a:lnTo>
                    <a:pt x="1748" y="1559"/>
                  </a:lnTo>
                  <a:lnTo>
                    <a:pt x="1614" y="1303"/>
                  </a:lnTo>
                  <a:lnTo>
                    <a:pt x="1470" y="1036"/>
                  </a:lnTo>
                  <a:lnTo>
                    <a:pt x="1470" y="1036"/>
                  </a:lnTo>
                  <a:lnTo>
                    <a:pt x="1358" y="813"/>
                  </a:lnTo>
                  <a:lnTo>
                    <a:pt x="1292" y="702"/>
                  </a:lnTo>
                  <a:lnTo>
                    <a:pt x="1225" y="591"/>
                  </a:lnTo>
                  <a:lnTo>
                    <a:pt x="1147" y="479"/>
                  </a:lnTo>
                  <a:lnTo>
                    <a:pt x="1069" y="390"/>
                  </a:lnTo>
                  <a:lnTo>
                    <a:pt x="969" y="301"/>
                  </a:lnTo>
                  <a:lnTo>
                    <a:pt x="868" y="234"/>
                  </a:lnTo>
                  <a:lnTo>
                    <a:pt x="868" y="234"/>
                  </a:lnTo>
                  <a:lnTo>
                    <a:pt x="735" y="179"/>
                  </a:lnTo>
                  <a:lnTo>
                    <a:pt x="601" y="134"/>
                  </a:lnTo>
                  <a:lnTo>
                    <a:pt x="334" y="67"/>
                  </a:lnTo>
                  <a:lnTo>
                    <a:pt x="334" y="6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6936778" y="2362483"/>
              <a:ext cx="16732" cy="7345"/>
            </a:xfrm>
            <a:custGeom>
              <a:rect b="b" l="l" r="r" t="t"/>
              <a:pathLst>
                <a:path extrusionOk="0" h="313" w="713">
                  <a:moveTo>
                    <a:pt x="23" y="1"/>
                  </a:moveTo>
                  <a:lnTo>
                    <a:pt x="12" y="12"/>
                  </a:lnTo>
                  <a:lnTo>
                    <a:pt x="0" y="23"/>
                  </a:lnTo>
                  <a:lnTo>
                    <a:pt x="0" y="34"/>
                  </a:lnTo>
                  <a:lnTo>
                    <a:pt x="12" y="45"/>
                  </a:lnTo>
                  <a:lnTo>
                    <a:pt x="179" y="101"/>
                  </a:lnTo>
                  <a:lnTo>
                    <a:pt x="346" y="156"/>
                  </a:lnTo>
                  <a:lnTo>
                    <a:pt x="501" y="234"/>
                  </a:lnTo>
                  <a:lnTo>
                    <a:pt x="579" y="268"/>
                  </a:lnTo>
                  <a:lnTo>
                    <a:pt x="657" y="312"/>
                  </a:lnTo>
                  <a:lnTo>
                    <a:pt x="668" y="312"/>
                  </a:lnTo>
                  <a:lnTo>
                    <a:pt x="691" y="301"/>
                  </a:lnTo>
                  <a:lnTo>
                    <a:pt x="713" y="279"/>
                  </a:lnTo>
                  <a:lnTo>
                    <a:pt x="713" y="257"/>
                  </a:lnTo>
                  <a:lnTo>
                    <a:pt x="702" y="234"/>
                  </a:lnTo>
                  <a:lnTo>
                    <a:pt x="635" y="190"/>
                  </a:lnTo>
                  <a:lnTo>
                    <a:pt x="557" y="145"/>
                  </a:lnTo>
                  <a:lnTo>
                    <a:pt x="468" y="101"/>
                  </a:lnTo>
                  <a:lnTo>
                    <a:pt x="379" y="67"/>
                  </a:lnTo>
                  <a:lnTo>
                    <a:pt x="201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6936778" y="2362483"/>
              <a:ext cx="16732" cy="7345"/>
            </a:xfrm>
            <a:custGeom>
              <a:rect b="b" l="l" r="r" t="t"/>
              <a:pathLst>
                <a:path extrusionOk="0" fill="none" h="313" w="713">
                  <a:moveTo>
                    <a:pt x="23" y="1"/>
                  </a:moveTo>
                  <a:lnTo>
                    <a:pt x="23" y="1"/>
                  </a:lnTo>
                  <a:lnTo>
                    <a:pt x="12" y="12"/>
                  </a:lnTo>
                  <a:lnTo>
                    <a:pt x="0" y="23"/>
                  </a:lnTo>
                  <a:lnTo>
                    <a:pt x="0" y="34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79" y="101"/>
                  </a:lnTo>
                  <a:lnTo>
                    <a:pt x="346" y="156"/>
                  </a:lnTo>
                  <a:lnTo>
                    <a:pt x="346" y="156"/>
                  </a:lnTo>
                  <a:lnTo>
                    <a:pt x="501" y="234"/>
                  </a:lnTo>
                  <a:lnTo>
                    <a:pt x="579" y="268"/>
                  </a:lnTo>
                  <a:lnTo>
                    <a:pt x="657" y="312"/>
                  </a:lnTo>
                  <a:lnTo>
                    <a:pt x="657" y="312"/>
                  </a:lnTo>
                  <a:lnTo>
                    <a:pt x="668" y="312"/>
                  </a:lnTo>
                  <a:lnTo>
                    <a:pt x="668" y="312"/>
                  </a:lnTo>
                  <a:lnTo>
                    <a:pt x="691" y="301"/>
                  </a:lnTo>
                  <a:lnTo>
                    <a:pt x="713" y="279"/>
                  </a:lnTo>
                  <a:lnTo>
                    <a:pt x="713" y="257"/>
                  </a:lnTo>
                  <a:lnTo>
                    <a:pt x="702" y="234"/>
                  </a:lnTo>
                  <a:lnTo>
                    <a:pt x="702" y="234"/>
                  </a:lnTo>
                  <a:lnTo>
                    <a:pt x="635" y="190"/>
                  </a:lnTo>
                  <a:lnTo>
                    <a:pt x="557" y="145"/>
                  </a:lnTo>
                  <a:lnTo>
                    <a:pt x="468" y="101"/>
                  </a:lnTo>
                  <a:lnTo>
                    <a:pt x="379" y="67"/>
                  </a:lnTo>
                  <a:lnTo>
                    <a:pt x="201" y="23"/>
                  </a:lnTo>
                  <a:lnTo>
                    <a:pt x="23" y="1"/>
                  </a:lnTo>
                  <a:lnTo>
                    <a:pt x="23" y="1"/>
                  </a:lnTo>
                  <a:lnTo>
                    <a:pt x="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6895756" y="2419955"/>
              <a:ext cx="44964" cy="10232"/>
            </a:xfrm>
            <a:custGeom>
              <a:rect b="b" l="l" r="r" t="t"/>
              <a:pathLst>
                <a:path extrusionOk="0" h="436" w="1916">
                  <a:moveTo>
                    <a:pt x="23" y="1"/>
                  </a:moveTo>
                  <a:lnTo>
                    <a:pt x="12" y="12"/>
                  </a:lnTo>
                  <a:lnTo>
                    <a:pt x="1" y="34"/>
                  </a:lnTo>
                  <a:lnTo>
                    <a:pt x="1" y="57"/>
                  </a:lnTo>
                  <a:lnTo>
                    <a:pt x="12" y="68"/>
                  </a:lnTo>
                  <a:lnTo>
                    <a:pt x="168" y="134"/>
                  </a:lnTo>
                  <a:lnTo>
                    <a:pt x="335" y="190"/>
                  </a:lnTo>
                  <a:lnTo>
                    <a:pt x="669" y="290"/>
                  </a:lnTo>
                  <a:lnTo>
                    <a:pt x="1003" y="368"/>
                  </a:lnTo>
                  <a:lnTo>
                    <a:pt x="1348" y="413"/>
                  </a:lnTo>
                  <a:lnTo>
                    <a:pt x="1459" y="424"/>
                  </a:lnTo>
                  <a:lnTo>
                    <a:pt x="1570" y="435"/>
                  </a:lnTo>
                  <a:lnTo>
                    <a:pt x="1659" y="424"/>
                  </a:lnTo>
                  <a:lnTo>
                    <a:pt x="1748" y="413"/>
                  </a:lnTo>
                  <a:lnTo>
                    <a:pt x="1838" y="391"/>
                  </a:lnTo>
                  <a:lnTo>
                    <a:pt x="1915" y="357"/>
                  </a:lnTo>
                  <a:lnTo>
                    <a:pt x="1849" y="257"/>
                  </a:lnTo>
                  <a:lnTo>
                    <a:pt x="1771" y="279"/>
                  </a:lnTo>
                  <a:lnTo>
                    <a:pt x="1704" y="301"/>
                  </a:lnTo>
                  <a:lnTo>
                    <a:pt x="1537" y="313"/>
                  </a:lnTo>
                  <a:lnTo>
                    <a:pt x="1337" y="301"/>
                  </a:lnTo>
                  <a:lnTo>
                    <a:pt x="1158" y="279"/>
                  </a:lnTo>
                  <a:lnTo>
                    <a:pt x="869" y="235"/>
                  </a:lnTo>
                  <a:lnTo>
                    <a:pt x="591" y="179"/>
                  </a:lnTo>
                  <a:lnTo>
                    <a:pt x="312" y="101"/>
                  </a:lnTo>
                  <a:lnTo>
                    <a:pt x="34" y="12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6895756" y="2419955"/>
              <a:ext cx="44964" cy="10232"/>
            </a:xfrm>
            <a:custGeom>
              <a:rect b="b" l="l" r="r" t="t"/>
              <a:pathLst>
                <a:path extrusionOk="0" fill="none" h="436" w="1916">
                  <a:moveTo>
                    <a:pt x="23" y="1"/>
                  </a:moveTo>
                  <a:lnTo>
                    <a:pt x="23" y="1"/>
                  </a:lnTo>
                  <a:lnTo>
                    <a:pt x="12" y="12"/>
                  </a:lnTo>
                  <a:lnTo>
                    <a:pt x="1" y="34"/>
                  </a:lnTo>
                  <a:lnTo>
                    <a:pt x="1" y="57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8" y="134"/>
                  </a:lnTo>
                  <a:lnTo>
                    <a:pt x="335" y="190"/>
                  </a:lnTo>
                  <a:lnTo>
                    <a:pt x="669" y="290"/>
                  </a:lnTo>
                  <a:lnTo>
                    <a:pt x="1003" y="368"/>
                  </a:lnTo>
                  <a:lnTo>
                    <a:pt x="1348" y="413"/>
                  </a:lnTo>
                  <a:lnTo>
                    <a:pt x="1348" y="413"/>
                  </a:lnTo>
                  <a:lnTo>
                    <a:pt x="1459" y="424"/>
                  </a:lnTo>
                  <a:lnTo>
                    <a:pt x="1570" y="435"/>
                  </a:lnTo>
                  <a:lnTo>
                    <a:pt x="1570" y="435"/>
                  </a:lnTo>
                  <a:lnTo>
                    <a:pt x="1659" y="424"/>
                  </a:lnTo>
                  <a:lnTo>
                    <a:pt x="1748" y="413"/>
                  </a:lnTo>
                  <a:lnTo>
                    <a:pt x="1838" y="391"/>
                  </a:lnTo>
                  <a:lnTo>
                    <a:pt x="1915" y="357"/>
                  </a:lnTo>
                  <a:lnTo>
                    <a:pt x="1915" y="357"/>
                  </a:lnTo>
                  <a:lnTo>
                    <a:pt x="1849" y="257"/>
                  </a:lnTo>
                  <a:lnTo>
                    <a:pt x="1849" y="257"/>
                  </a:lnTo>
                  <a:lnTo>
                    <a:pt x="1771" y="279"/>
                  </a:lnTo>
                  <a:lnTo>
                    <a:pt x="1704" y="301"/>
                  </a:lnTo>
                  <a:lnTo>
                    <a:pt x="1537" y="313"/>
                  </a:lnTo>
                  <a:lnTo>
                    <a:pt x="1537" y="313"/>
                  </a:lnTo>
                  <a:lnTo>
                    <a:pt x="1337" y="301"/>
                  </a:lnTo>
                  <a:lnTo>
                    <a:pt x="1158" y="279"/>
                  </a:lnTo>
                  <a:lnTo>
                    <a:pt x="1158" y="279"/>
                  </a:lnTo>
                  <a:lnTo>
                    <a:pt x="869" y="235"/>
                  </a:lnTo>
                  <a:lnTo>
                    <a:pt x="591" y="179"/>
                  </a:lnTo>
                  <a:lnTo>
                    <a:pt x="312" y="101"/>
                  </a:lnTo>
                  <a:lnTo>
                    <a:pt x="34" y="12"/>
                  </a:lnTo>
                  <a:lnTo>
                    <a:pt x="34" y="12"/>
                  </a:lnTo>
                  <a:lnTo>
                    <a:pt x="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6939124" y="2418406"/>
              <a:ext cx="6829" cy="9950"/>
            </a:xfrm>
            <a:custGeom>
              <a:rect b="b" l="l" r="r" t="t"/>
              <a:pathLst>
                <a:path extrusionOk="0" h="424" w="291">
                  <a:moveTo>
                    <a:pt x="234" y="0"/>
                  </a:moveTo>
                  <a:lnTo>
                    <a:pt x="223" y="22"/>
                  </a:lnTo>
                  <a:lnTo>
                    <a:pt x="212" y="78"/>
                  </a:lnTo>
                  <a:lnTo>
                    <a:pt x="190" y="123"/>
                  </a:lnTo>
                  <a:lnTo>
                    <a:pt x="168" y="178"/>
                  </a:lnTo>
                  <a:lnTo>
                    <a:pt x="145" y="212"/>
                  </a:lnTo>
                  <a:lnTo>
                    <a:pt x="79" y="278"/>
                  </a:lnTo>
                  <a:lnTo>
                    <a:pt x="1" y="323"/>
                  </a:lnTo>
                  <a:lnTo>
                    <a:pt x="67" y="423"/>
                  </a:lnTo>
                  <a:lnTo>
                    <a:pt x="90" y="412"/>
                  </a:lnTo>
                  <a:lnTo>
                    <a:pt x="134" y="379"/>
                  </a:lnTo>
                  <a:lnTo>
                    <a:pt x="179" y="334"/>
                  </a:lnTo>
                  <a:lnTo>
                    <a:pt x="212" y="290"/>
                  </a:lnTo>
                  <a:lnTo>
                    <a:pt x="246" y="245"/>
                  </a:lnTo>
                  <a:lnTo>
                    <a:pt x="268" y="189"/>
                  </a:lnTo>
                  <a:lnTo>
                    <a:pt x="279" y="134"/>
                  </a:lnTo>
                  <a:lnTo>
                    <a:pt x="290" y="78"/>
                  </a:lnTo>
                  <a:lnTo>
                    <a:pt x="279" y="2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6939124" y="2418406"/>
              <a:ext cx="6829" cy="9950"/>
            </a:xfrm>
            <a:custGeom>
              <a:rect b="b" l="l" r="r" t="t"/>
              <a:pathLst>
                <a:path extrusionOk="0" fill="none" h="424" w="291">
                  <a:moveTo>
                    <a:pt x="257" y="0"/>
                  </a:moveTo>
                  <a:lnTo>
                    <a:pt x="257" y="0"/>
                  </a:lnTo>
                  <a:lnTo>
                    <a:pt x="234" y="0"/>
                  </a:lnTo>
                  <a:lnTo>
                    <a:pt x="223" y="22"/>
                  </a:lnTo>
                  <a:lnTo>
                    <a:pt x="223" y="22"/>
                  </a:lnTo>
                  <a:lnTo>
                    <a:pt x="212" y="78"/>
                  </a:lnTo>
                  <a:lnTo>
                    <a:pt x="190" y="123"/>
                  </a:lnTo>
                  <a:lnTo>
                    <a:pt x="168" y="178"/>
                  </a:lnTo>
                  <a:lnTo>
                    <a:pt x="145" y="212"/>
                  </a:lnTo>
                  <a:lnTo>
                    <a:pt x="79" y="278"/>
                  </a:lnTo>
                  <a:lnTo>
                    <a:pt x="1" y="323"/>
                  </a:lnTo>
                  <a:lnTo>
                    <a:pt x="1" y="323"/>
                  </a:lnTo>
                  <a:lnTo>
                    <a:pt x="67" y="423"/>
                  </a:lnTo>
                  <a:lnTo>
                    <a:pt x="67" y="423"/>
                  </a:lnTo>
                  <a:lnTo>
                    <a:pt x="90" y="412"/>
                  </a:lnTo>
                  <a:lnTo>
                    <a:pt x="90" y="412"/>
                  </a:lnTo>
                  <a:lnTo>
                    <a:pt x="134" y="379"/>
                  </a:lnTo>
                  <a:lnTo>
                    <a:pt x="179" y="334"/>
                  </a:lnTo>
                  <a:lnTo>
                    <a:pt x="212" y="290"/>
                  </a:lnTo>
                  <a:lnTo>
                    <a:pt x="246" y="245"/>
                  </a:lnTo>
                  <a:lnTo>
                    <a:pt x="268" y="189"/>
                  </a:lnTo>
                  <a:lnTo>
                    <a:pt x="279" y="134"/>
                  </a:lnTo>
                  <a:lnTo>
                    <a:pt x="290" y="78"/>
                  </a:lnTo>
                  <a:lnTo>
                    <a:pt x="279" y="22"/>
                  </a:lnTo>
                  <a:lnTo>
                    <a:pt x="279" y="22"/>
                  </a:lnTo>
                  <a:lnTo>
                    <a:pt x="268" y="0"/>
                  </a:lnTo>
                  <a:lnTo>
                    <a:pt x="25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6899159" y="2434082"/>
              <a:ext cx="51230" cy="24829"/>
            </a:xfrm>
            <a:custGeom>
              <a:rect b="b" l="l" r="r" t="t"/>
              <a:pathLst>
                <a:path extrusionOk="0" h="1058" w="2183">
                  <a:moveTo>
                    <a:pt x="1993" y="0"/>
                  </a:moveTo>
                  <a:lnTo>
                    <a:pt x="1982" y="22"/>
                  </a:lnTo>
                  <a:lnTo>
                    <a:pt x="1982" y="33"/>
                  </a:lnTo>
                  <a:lnTo>
                    <a:pt x="1982" y="45"/>
                  </a:lnTo>
                  <a:lnTo>
                    <a:pt x="2027" y="111"/>
                  </a:lnTo>
                  <a:lnTo>
                    <a:pt x="2060" y="178"/>
                  </a:lnTo>
                  <a:lnTo>
                    <a:pt x="2071" y="245"/>
                  </a:lnTo>
                  <a:lnTo>
                    <a:pt x="2071" y="323"/>
                  </a:lnTo>
                  <a:lnTo>
                    <a:pt x="2071" y="390"/>
                  </a:lnTo>
                  <a:lnTo>
                    <a:pt x="2049" y="468"/>
                  </a:lnTo>
                  <a:lnTo>
                    <a:pt x="2027" y="534"/>
                  </a:lnTo>
                  <a:lnTo>
                    <a:pt x="1993" y="601"/>
                  </a:lnTo>
                  <a:lnTo>
                    <a:pt x="1937" y="657"/>
                  </a:lnTo>
                  <a:lnTo>
                    <a:pt x="1882" y="713"/>
                  </a:lnTo>
                  <a:lnTo>
                    <a:pt x="1826" y="768"/>
                  </a:lnTo>
                  <a:lnTo>
                    <a:pt x="1748" y="802"/>
                  </a:lnTo>
                  <a:lnTo>
                    <a:pt x="1681" y="835"/>
                  </a:lnTo>
                  <a:lnTo>
                    <a:pt x="1603" y="857"/>
                  </a:lnTo>
                  <a:lnTo>
                    <a:pt x="1448" y="902"/>
                  </a:lnTo>
                  <a:lnTo>
                    <a:pt x="1236" y="935"/>
                  </a:lnTo>
                  <a:lnTo>
                    <a:pt x="1025" y="946"/>
                  </a:lnTo>
                  <a:lnTo>
                    <a:pt x="902" y="935"/>
                  </a:lnTo>
                  <a:lnTo>
                    <a:pt x="780" y="924"/>
                  </a:lnTo>
                  <a:lnTo>
                    <a:pt x="657" y="913"/>
                  </a:lnTo>
                  <a:lnTo>
                    <a:pt x="535" y="891"/>
                  </a:lnTo>
                  <a:lnTo>
                    <a:pt x="412" y="857"/>
                  </a:lnTo>
                  <a:lnTo>
                    <a:pt x="290" y="813"/>
                  </a:lnTo>
                  <a:lnTo>
                    <a:pt x="167" y="768"/>
                  </a:lnTo>
                  <a:lnTo>
                    <a:pt x="56" y="724"/>
                  </a:lnTo>
                  <a:lnTo>
                    <a:pt x="34" y="713"/>
                  </a:lnTo>
                  <a:lnTo>
                    <a:pt x="11" y="724"/>
                  </a:lnTo>
                  <a:lnTo>
                    <a:pt x="0" y="746"/>
                  </a:lnTo>
                  <a:lnTo>
                    <a:pt x="0" y="768"/>
                  </a:lnTo>
                  <a:lnTo>
                    <a:pt x="23" y="791"/>
                  </a:lnTo>
                  <a:lnTo>
                    <a:pt x="145" y="846"/>
                  </a:lnTo>
                  <a:lnTo>
                    <a:pt x="267" y="902"/>
                  </a:lnTo>
                  <a:lnTo>
                    <a:pt x="401" y="946"/>
                  </a:lnTo>
                  <a:lnTo>
                    <a:pt x="535" y="991"/>
                  </a:lnTo>
                  <a:lnTo>
                    <a:pt x="679" y="1013"/>
                  </a:lnTo>
                  <a:lnTo>
                    <a:pt x="813" y="1035"/>
                  </a:lnTo>
                  <a:lnTo>
                    <a:pt x="958" y="1058"/>
                  </a:lnTo>
                  <a:lnTo>
                    <a:pt x="1236" y="1058"/>
                  </a:lnTo>
                  <a:lnTo>
                    <a:pt x="1381" y="1035"/>
                  </a:lnTo>
                  <a:lnTo>
                    <a:pt x="1514" y="1013"/>
                  </a:lnTo>
                  <a:lnTo>
                    <a:pt x="1648" y="969"/>
                  </a:lnTo>
                  <a:lnTo>
                    <a:pt x="1726" y="946"/>
                  </a:lnTo>
                  <a:lnTo>
                    <a:pt x="1804" y="902"/>
                  </a:lnTo>
                  <a:lnTo>
                    <a:pt x="1871" y="868"/>
                  </a:lnTo>
                  <a:lnTo>
                    <a:pt x="1937" y="813"/>
                  </a:lnTo>
                  <a:lnTo>
                    <a:pt x="2004" y="757"/>
                  </a:lnTo>
                  <a:lnTo>
                    <a:pt x="2060" y="690"/>
                  </a:lnTo>
                  <a:lnTo>
                    <a:pt x="2104" y="624"/>
                  </a:lnTo>
                  <a:lnTo>
                    <a:pt x="2138" y="546"/>
                  </a:lnTo>
                  <a:lnTo>
                    <a:pt x="2171" y="445"/>
                  </a:lnTo>
                  <a:lnTo>
                    <a:pt x="2182" y="334"/>
                  </a:lnTo>
                  <a:lnTo>
                    <a:pt x="2171" y="234"/>
                  </a:lnTo>
                  <a:lnTo>
                    <a:pt x="2138" y="134"/>
                  </a:lnTo>
                  <a:lnTo>
                    <a:pt x="1993" y="0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6899159" y="2434082"/>
              <a:ext cx="51230" cy="24829"/>
            </a:xfrm>
            <a:custGeom>
              <a:rect b="b" l="l" r="r" t="t"/>
              <a:pathLst>
                <a:path extrusionOk="0" fill="none" h="1058" w="2183">
                  <a:moveTo>
                    <a:pt x="1993" y="0"/>
                  </a:moveTo>
                  <a:lnTo>
                    <a:pt x="1993" y="0"/>
                  </a:lnTo>
                  <a:lnTo>
                    <a:pt x="1982" y="22"/>
                  </a:lnTo>
                  <a:lnTo>
                    <a:pt x="1982" y="33"/>
                  </a:lnTo>
                  <a:lnTo>
                    <a:pt x="1982" y="45"/>
                  </a:lnTo>
                  <a:lnTo>
                    <a:pt x="1982" y="45"/>
                  </a:lnTo>
                  <a:lnTo>
                    <a:pt x="2027" y="111"/>
                  </a:lnTo>
                  <a:lnTo>
                    <a:pt x="2060" y="178"/>
                  </a:lnTo>
                  <a:lnTo>
                    <a:pt x="2071" y="245"/>
                  </a:lnTo>
                  <a:lnTo>
                    <a:pt x="2071" y="323"/>
                  </a:lnTo>
                  <a:lnTo>
                    <a:pt x="2071" y="390"/>
                  </a:lnTo>
                  <a:lnTo>
                    <a:pt x="2049" y="468"/>
                  </a:lnTo>
                  <a:lnTo>
                    <a:pt x="2027" y="534"/>
                  </a:lnTo>
                  <a:lnTo>
                    <a:pt x="1993" y="601"/>
                  </a:lnTo>
                  <a:lnTo>
                    <a:pt x="1993" y="601"/>
                  </a:lnTo>
                  <a:lnTo>
                    <a:pt x="1937" y="657"/>
                  </a:lnTo>
                  <a:lnTo>
                    <a:pt x="1882" y="713"/>
                  </a:lnTo>
                  <a:lnTo>
                    <a:pt x="1826" y="768"/>
                  </a:lnTo>
                  <a:lnTo>
                    <a:pt x="1748" y="802"/>
                  </a:lnTo>
                  <a:lnTo>
                    <a:pt x="1681" y="835"/>
                  </a:lnTo>
                  <a:lnTo>
                    <a:pt x="1603" y="857"/>
                  </a:lnTo>
                  <a:lnTo>
                    <a:pt x="1448" y="902"/>
                  </a:lnTo>
                  <a:lnTo>
                    <a:pt x="1448" y="902"/>
                  </a:lnTo>
                  <a:lnTo>
                    <a:pt x="1236" y="935"/>
                  </a:lnTo>
                  <a:lnTo>
                    <a:pt x="1025" y="946"/>
                  </a:lnTo>
                  <a:lnTo>
                    <a:pt x="1025" y="946"/>
                  </a:lnTo>
                  <a:lnTo>
                    <a:pt x="902" y="935"/>
                  </a:lnTo>
                  <a:lnTo>
                    <a:pt x="780" y="924"/>
                  </a:lnTo>
                  <a:lnTo>
                    <a:pt x="657" y="913"/>
                  </a:lnTo>
                  <a:lnTo>
                    <a:pt x="535" y="891"/>
                  </a:lnTo>
                  <a:lnTo>
                    <a:pt x="412" y="857"/>
                  </a:lnTo>
                  <a:lnTo>
                    <a:pt x="290" y="813"/>
                  </a:lnTo>
                  <a:lnTo>
                    <a:pt x="167" y="768"/>
                  </a:lnTo>
                  <a:lnTo>
                    <a:pt x="56" y="724"/>
                  </a:lnTo>
                  <a:lnTo>
                    <a:pt x="56" y="724"/>
                  </a:lnTo>
                  <a:lnTo>
                    <a:pt x="34" y="713"/>
                  </a:lnTo>
                  <a:lnTo>
                    <a:pt x="34" y="713"/>
                  </a:lnTo>
                  <a:lnTo>
                    <a:pt x="11" y="724"/>
                  </a:lnTo>
                  <a:lnTo>
                    <a:pt x="0" y="746"/>
                  </a:lnTo>
                  <a:lnTo>
                    <a:pt x="0" y="768"/>
                  </a:lnTo>
                  <a:lnTo>
                    <a:pt x="23" y="791"/>
                  </a:lnTo>
                  <a:lnTo>
                    <a:pt x="23" y="791"/>
                  </a:lnTo>
                  <a:lnTo>
                    <a:pt x="145" y="846"/>
                  </a:lnTo>
                  <a:lnTo>
                    <a:pt x="267" y="902"/>
                  </a:lnTo>
                  <a:lnTo>
                    <a:pt x="401" y="946"/>
                  </a:lnTo>
                  <a:lnTo>
                    <a:pt x="535" y="991"/>
                  </a:lnTo>
                  <a:lnTo>
                    <a:pt x="679" y="1013"/>
                  </a:lnTo>
                  <a:lnTo>
                    <a:pt x="813" y="1035"/>
                  </a:lnTo>
                  <a:lnTo>
                    <a:pt x="958" y="1058"/>
                  </a:lnTo>
                  <a:lnTo>
                    <a:pt x="1102" y="1058"/>
                  </a:lnTo>
                  <a:lnTo>
                    <a:pt x="1102" y="1058"/>
                  </a:lnTo>
                  <a:lnTo>
                    <a:pt x="1236" y="1058"/>
                  </a:lnTo>
                  <a:lnTo>
                    <a:pt x="1381" y="1035"/>
                  </a:lnTo>
                  <a:lnTo>
                    <a:pt x="1514" y="1013"/>
                  </a:lnTo>
                  <a:lnTo>
                    <a:pt x="1648" y="969"/>
                  </a:lnTo>
                  <a:lnTo>
                    <a:pt x="1648" y="969"/>
                  </a:lnTo>
                  <a:lnTo>
                    <a:pt x="1726" y="946"/>
                  </a:lnTo>
                  <a:lnTo>
                    <a:pt x="1804" y="902"/>
                  </a:lnTo>
                  <a:lnTo>
                    <a:pt x="1871" y="868"/>
                  </a:lnTo>
                  <a:lnTo>
                    <a:pt x="1937" y="813"/>
                  </a:lnTo>
                  <a:lnTo>
                    <a:pt x="2004" y="757"/>
                  </a:lnTo>
                  <a:lnTo>
                    <a:pt x="2060" y="690"/>
                  </a:lnTo>
                  <a:lnTo>
                    <a:pt x="2104" y="624"/>
                  </a:lnTo>
                  <a:lnTo>
                    <a:pt x="2138" y="546"/>
                  </a:lnTo>
                  <a:lnTo>
                    <a:pt x="2138" y="546"/>
                  </a:lnTo>
                  <a:lnTo>
                    <a:pt x="2171" y="445"/>
                  </a:lnTo>
                  <a:lnTo>
                    <a:pt x="2182" y="334"/>
                  </a:lnTo>
                  <a:lnTo>
                    <a:pt x="2171" y="234"/>
                  </a:lnTo>
                  <a:lnTo>
                    <a:pt x="2138" y="134"/>
                  </a:lnTo>
                  <a:lnTo>
                    <a:pt x="2138" y="134"/>
                  </a:lnTo>
                  <a:lnTo>
                    <a:pt x="19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6945930" y="2433801"/>
              <a:ext cx="3403" cy="3426"/>
            </a:xfrm>
            <a:custGeom>
              <a:rect b="b" l="l" r="r" t="t"/>
              <a:pathLst>
                <a:path extrusionOk="0" h="146" w="145">
                  <a:moveTo>
                    <a:pt x="11" y="1"/>
                  </a:moveTo>
                  <a:lnTo>
                    <a:pt x="0" y="12"/>
                  </a:lnTo>
                  <a:lnTo>
                    <a:pt x="145" y="146"/>
                  </a:lnTo>
                  <a:lnTo>
                    <a:pt x="100" y="79"/>
                  </a:lnTo>
                  <a:lnTo>
                    <a:pt x="34" y="1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6945930" y="2433801"/>
              <a:ext cx="3403" cy="3426"/>
            </a:xfrm>
            <a:custGeom>
              <a:rect b="b" l="l" r="r" t="t"/>
              <a:pathLst>
                <a:path extrusionOk="0" fill="none" h="146" w="145">
                  <a:moveTo>
                    <a:pt x="11" y="1"/>
                  </a:moveTo>
                  <a:lnTo>
                    <a:pt x="11" y="1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45" y="146"/>
                  </a:lnTo>
                  <a:lnTo>
                    <a:pt x="145" y="146"/>
                  </a:lnTo>
                  <a:lnTo>
                    <a:pt x="100" y="79"/>
                  </a:lnTo>
                  <a:lnTo>
                    <a:pt x="34" y="12"/>
                  </a:lnTo>
                  <a:lnTo>
                    <a:pt x="34" y="12"/>
                  </a:lnTo>
                  <a:lnTo>
                    <a:pt x="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6959236" y="2471161"/>
              <a:ext cx="821" cy="1854"/>
            </a:xfrm>
            <a:custGeom>
              <a:rect b="b" l="l" r="r" t="t"/>
              <a:pathLst>
                <a:path extrusionOk="0" h="79" w="35">
                  <a:moveTo>
                    <a:pt x="1" y="1"/>
                  </a:moveTo>
                  <a:lnTo>
                    <a:pt x="1" y="79"/>
                  </a:lnTo>
                  <a:lnTo>
                    <a:pt x="34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BD0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6959236" y="2471161"/>
              <a:ext cx="821" cy="1854"/>
            </a:xfrm>
            <a:custGeom>
              <a:rect b="b" l="l" r="r" t="t"/>
              <a:pathLst>
                <a:path extrusionOk="0" fill="none" h="79" w="35">
                  <a:moveTo>
                    <a:pt x="1" y="1"/>
                  </a:moveTo>
                  <a:lnTo>
                    <a:pt x="1" y="1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34" y="68"/>
                  </a:lnTo>
                  <a:lnTo>
                    <a:pt x="34" y="6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6946704" y="2453678"/>
              <a:ext cx="14644" cy="19337"/>
            </a:xfrm>
            <a:custGeom>
              <a:rect b="b" l="l" r="r" t="t"/>
              <a:pathLst>
                <a:path extrusionOk="0" h="824" w="624">
                  <a:moveTo>
                    <a:pt x="34" y="0"/>
                  </a:moveTo>
                  <a:lnTo>
                    <a:pt x="23" y="11"/>
                  </a:lnTo>
                  <a:lnTo>
                    <a:pt x="1" y="45"/>
                  </a:lnTo>
                  <a:lnTo>
                    <a:pt x="1" y="78"/>
                  </a:lnTo>
                  <a:lnTo>
                    <a:pt x="12" y="100"/>
                  </a:lnTo>
                  <a:lnTo>
                    <a:pt x="23" y="111"/>
                  </a:lnTo>
                  <a:lnTo>
                    <a:pt x="123" y="167"/>
                  </a:lnTo>
                  <a:lnTo>
                    <a:pt x="201" y="234"/>
                  </a:lnTo>
                  <a:lnTo>
                    <a:pt x="279" y="312"/>
                  </a:lnTo>
                  <a:lnTo>
                    <a:pt x="335" y="401"/>
                  </a:lnTo>
                  <a:lnTo>
                    <a:pt x="379" y="490"/>
                  </a:lnTo>
                  <a:lnTo>
                    <a:pt x="412" y="590"/>
                  </a:lnTo>
                  <a:lnTo>
                    <a:pt x="435" y="690"/>
                  </a:lnTo>
                  <a:lnTo>
                    <a:pt x="446" y="735"/>
                  </a:lnTo>
                  <a:lnTo>
                    <a:pt x="468" y="791"/>
                  </a:lnTo>
                  <a:lnTo>
                    <a:pt x="502" y="813"/>
                  </a:lnTo>
                  <a:lnTo>
                    <a:pt x="535" y="824"/>
                  </a:lnTo>
                  <a:lnTo>
                    <a:pt x="535" y="746"/>
                  </a:lnTo>
                  <a:lnTo>
                    <a:pt x="568" y="813"/>
                  </a:lnTo>
                  <a:lnTo>
                    <a:pt x="591" y="791"/>
                  </a:lnTo>
                  <a:lnTo>
                    <a:pt x="613" y="735"/>
                  </a:lnTo>
                  <a:lnTo>
                    <a:pt x="624" y="668"/>
                  </a:lnTo>
                  <a:lnTo>
                    <a:pt x="613" y="601"/>
                  </a:lnTo>
                  <a:lnTo>
                    <a:pt x="602" y="534"/>
                  </a:lnTo>
                  <a:lnTo>
                    <a:pt x="546" y="401"/>
                  </a:lnTo>
                  <a:lnTo>
                    <a:pt x="479" y="301"/>
                  </a:lnTo>
                  <a:lnTo>
                    <a:pt x="401" y="200"/>
                  </a:lnTo>
                  <a:lnTo>
                    <a:pt x="301" y="111"/>
                  </a:lnTo>
                  <a:lnTo>
                    <a:pt x="190" y="4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DB9F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6946704" y="2453678"/>
              <a:ext cx="14644" cy="19337"/>
            </a:xfrm>
            <a:custGeom>
              <a:rect b="b" l="l" r="r" t="t"/>
              <a:pathLst>
                <a:path extrusionOk="0" fill="none" h="824" w="624">
                  <a:moveTo>
                    <a:pt x="56" y="0"/>
                  </a:moveTo>
                  <a:lnTo>
                    <a:pt x="56" y="0"/>
                  </a:lnTo>
                  <a:lnTo>
                    <a:pt x="34" y="0"/>
                  </a:lnTo>
                  <a:lnTo>
                    <a:pt x="23" y="11"/>
                  </a:lnTo>
                  <a:lnTo>
                    <a:pt x="1" y="45"/>
                  </a:lnTo>
                  <a:lnTo>
                    <a:pt x="1" y="78"/>
                  </a:lnTo>
                  <a:lnTo>
                    <a:pt x="12" y="100"/>
                  </a:lnTo>
                  <a:lnTo>
                    <a:pt x="23" y="111"/>
                  </a:lnTo>
                  <a:lnTo>
                    <a:pt x="23" y="111"/>
                  </a:lnTo>
                  <a:lnTo>
                    <a:pt x="123" y="167"/>
                  </a:lnTo>
                  <a:lnTo>
                    <a:pt x="201" y="234"/>
                  </a:lnTo>
                  <a:lnTo>
                    <a:pt x="279" y="312"/>
                  </a:lnTo>
                  <a:lnTo>
                    <a:pt x="335" y="401"/>
                  </a:lnTo>
                  <a:lnTo>
                    <a:pt x="335" y="401"/>
                  </a:lnTo>
                  <a:lnTo>
                    <a:pt x="379" y="490"/>
                  </a:lnTo>
                  <a:lnTo>
                    <a:pt x="412" y="590"/>
                  </a:lnTo>
                  <a:lnTo>
                    <a:pt x="412" y="590"/>
                  </a:lnTo>
                  <a:lnTo>
                    <a:pt x="435" y="690"/>
                  </a:lnTo>
                  <a:lnTo>
                    <a:pt x="446" y="735"/>
                  </a:lnTo>
                  <a:lnTo>
                    <a:pt x="468" y="791"/>
                  </a:lnTo>
                  <a:lnTo>
                    <a:pt x="468" y="791"/>
                  </a:lnTo>
                  <a:lnTo>
                    <a:pt x="502" y="813"/>
                  </a:lnTo>
                  <a:lnTo>
                    <a:pt x="535" y="824"/>
                  </a:lnTo>
                  <a:lnTo>
                    <a:pt x="535" y="824"/>
                  </a:lnTo>
                  <a:lnTo>
                    <a:pt x="535" y="824"/>
                  </a:lnTo>
                  <a:lnTo>
                    <a:pt x="535" y="824"/>
                  </a:lnTo>
                  <a:lnTo>
                    <a:pt x="535" y="746"/>
                  </a:lnTo>
                  <a:lnTo>
                    <a:pt x="535" y="746"/>
                  </a:lnTo>
                  <a:lnTo>
                    <a:pt x="568" y="813"/>
                  </a:lnTo>
                  <a:lnTo>
                    <a:pt x="568" y="813"/>
                  </a:lnTo>
                  <a:lnTo>
                    <a:pt x="591" y="791"/>
                  </a:lnTo>
                  <a:lnTo>
                    <a:pt x="591" y="791"/>
                  </a:lnTo>
                  <a:lnTo>
                    <a:pt x="613" y="735"/>
                  </a:lnTo>
                  <a:lnTo>
                    <a:pt x="624" y="668"/>
                  </a:lnTo>
                  <a:lnTo>
                    <a:pt x="613" y="601"/>
                  </a:lnTo>
                  <a:lnTo>
                    <a:pt x="602" y="534"/>
                  </a:lnTo>
                  <a:lnTo>
                    <a:pt x="546" y="401"/>
                  </a:lnTo>
                  <a:lnTo>
                    <a:pt x="479" y="301"/>
                  </a:lnTo>
                  <a:lnTo>
                    <a:pt x="479" y="301"/>
                  </a:lnTo>
                  <a:lnTo>
                    <a:pt x="401" y="200"/>
                  </a:lnTo>
                  <a:lnTo>
                    <a:pt x="301" y="111"/>
                  </a:lnTo>
                  <a:lnTo>
                    <a:pt x="190" y="45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5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7067163" y="4009550"/>
              <a:ext cx="149723" cy="162794"/>
            </a:xfrm>
            <a:custGeom>
              <a:rect b="b" l="l" r="r" t="t"/>
              <a:pathLst>
                <a:path extrusionOk="0" h="6937" w="6380">
                  <a:moveTo>
                    <a:pt x="6302" y="0"/>
                  </a:moveTo>
                  <a:lnTo>
                    <a:pt x="0" y="2438"/>
                  </a:lnTo>
                  <a:lnTo>
                    <a:pt x="456" y="6346"/>
                  </a:lnTo>
                  <a:lnTo>
                    <a:pt x="646" y="6402"/>
                  </a:lnTo>
                  <a:lnTo>
                    <a:pt x="1147" y="6535"/>
                  </a:lnTo>
                  <a:lnTo>
                    <a:pt x="1503" y="6625"/>
                  </a:lnTo>
                  <a:lnTo>
                    <a:pt x="1893" y="6714"/>
                  </a:lnTo>
                  <a:lnTo>
                    <a:pt x="2338" y="6792"/>
                  </a:lnTo>
                  <a:lnTo>
                    <a:pt x="2795" y="6858"/>
                  </a:lnTo>
                  <a:lnTo>
                    <a:pt x="3284" y="6914"/>
                  </a:lnTo>
                  <a:lnTo>
                    <a:pt x="3529" y="6925"/>
                  </a:lnTo>
                  <a:lnTo>
                    <a:pt x="3774" y="6936"/>
                  </a:lnTo>
                  <a:lnTo>
                    <a:pt x="4275" y="6936"/>
                  </a:lnTo>
                  <a:lnTo>
                    <a:pt x="4520" y="6914"/>
                  </a:lnTo>
                  <a:lnTo>
                    <a:pt x="4754" y="6892"/>
                  </a:lnTo>
                  <a:lnTo>
                    <a:pt x="4988" y="6858"/>
                  </a:lnTo>
                  <a:lnTo>
                    <a:pt x="5222" y="6814"/>
                  </a:lnTo>
                  <a:lnTo>
                    <a:pt x="5433" y="6747"/>
                  </a:lnTo>
                  <a:lnTo>
                    <a:pt x="5645" y="6680"/>
                  </a:lnTo>
                  <a:lnTo>
                    <a:pt x="5845" y="6591"/>
                  </a:lnTo>
                  <a:lnTo>
                    <a:pt x="6034" y="6491"/>
                  </a:lnTo>
                  <a:lnTo>
                    <a:pt x="6212" y="6368"/>
                  </a:lnTo>
                  <a:lnTo>
                    <a:pt x="6379" y="6235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8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7067163" y="4009550"/>
              <a:ext cx="149723" cy="162794"/>
            </a:xfrm>
            <a:custGeom>
              <a:rect b="b" l="l" r="r" t="t"/>
              <a:pathLst>
                <a:path extrusionOk="0" fill="none" h="6937" w="6380">
                  <a:moveTo>
                    <a:pt x="0" y="2438"/>
                  </a:moveTo>
                  <a:lnTo>
                    <a:pt x="456" y="6346"/>
                  </a:lnTo>
                  <a:lnTo>
                    <a:pt x="456" y="6346"/>
                  </a:lnTo>
                  <a:lnTo>
                    <a:pt x="646" y="6402"/>
                  </a:lnTo>
                  <a:lnTo>
                    <a:pt x="1147" y="6535"/>
                  </a:lnTo>
                  <a:lnTo>
                    <a:pt x="1503" y="6625"/>
                  </a:lnTo>
                  <a:lnTo>
                    <a:pt x="1893" y="6714"/>
                  </a:lnTo>
                  <a:lnTo>
                    <a:pt x="2338" y="6792"/>
                  </a:lnTo>
                  <a:lnTo>
                    <a:pt x="2795" y="6858"/>
                  </a:lnTo>
                  <a:lnTo>
                    <a:pt x="3284" y="6914"/>
                  </a:lnTo>
                  <a:lnTo>
                    <a:pt x="3529" y="6925"/>
                  </a:lnTo>
                  <a:lnTo>
                    <a:pt x="3774" y="6936"/>
                  </a:lnTo>
                  <a:lnTo>
                    <a:pt x="4030" y="6936"/>
                  </a:lnTo>
                  <a:lnTo>
                    <a:pt x="4275" y="6936"/>
                  </a:lnTo>
                  <a:lnTo>
                    <a:pt x="4520" y="6914"/>
                  </a:lnTo>
                  <a:lnTo>
                    <a:pt x="4754" y="6892"/>
                  </a:lnTo>
                  <a:lnTo>
                    <a:pt x="4988" y="6858"/>
                  </a:lnTo>
                  <a:lnTo>
                    <a:pt x="5222" y="6814"/>
                  </a:lnTo>
                  <a:lnTo>
                    <a:pt x="5433" y="6747"/>
                  </a:lnTo>
                  <a:lnTo>
                    <a:pt x="5645" y="6680"/>
                  </a:lnTo>
                  <a:lnTo>
                    <a:pt x="5845" y="6591"/>
                  </a:lnTo>
                  <a:lnTo>
                    <a:pt x="6034" y="6491"/>
                  </a:lnTo>
                  <a:lnTo>
                    <a:pt x="6212" y="6368"/>
                  </a:lnTo>
                  <a:lnTo>
                    <a:pt x="6379" y="6235"/>
                  </a:lnTo>
                  <a:lnTo>
                    <a:pt x="63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6885572" y="2844271"/>
              <a:ext cx="1020813" cy="1237934"/>
            </a:xfrm>
            <a:custGeom>
              <a:rect b="b" l="l" r="r" t="t"/>
              <a:pathLst>
                <a:path extrusionOk="0" h="52751" w="43499">
                  <a:moveTo>
                    <a:pt x="36863" y="0"/>
                  </a:moveTo>
                  <a:lnTo>
                    <a:pt x="36818" y="12"/>
                  </a:lnTo>
                  <a:lnTo>
                    <a:pt x="36796" y="12"/>
                  </a:lnTo>
                  <a:lnTo>
                    <a:pt x="36774" y="23"/>
                  </a:lnTo>
                  <a:lnTo>
                    <a:pt x="35382" y="279"/>
                  </a:lnTo>
                  <a:lnTo>
                    <a:pt x="33790" y="579"/>
                  </a:lnTo>
                  <a:lnTo>
                    <a:pt x="31742" y="969"/>
                  </a:lnTo>
                  <a:lnTo>
                    <a:pt x="29326" y="1448"/>
                  </a:lnTo>
                  <a:lnTo>
                    <a:pt x="26654" y="1993"/>
                  </a:lnTo>
                  <a:lnTo>
                    <a:pt x="23826" y="2583"/>
                  </a:lnTo>
                  <a:lnTo>
                    <a:pt x="22390" y="2906"/>
                  </a:lnTo>
                  <a:lnTo>
                    <a:pt x="20942" y="3229"/>
                  </a:lnTo>
                  <a:lnTo>
                    <a:pt x="20107" y="3418"/>
                  </a:lnTo>
                  <a:lnTo>
                    <a:pt x="19161" y="3652"/>
                  </a:lnTo>
                  <a:lnTo>
                    <a:pt x="17925" y="3964"/>
                  </a:lnTo>
                  <a:lnTo>
                    <a:pt x="16467" y="4354"/>
                  </a:lnTo>
                  <a:lnTo>
                    <a:pt x="15665" y="4576"/>
                  </a:lnTo>
                  <a:lnTo>
                    <a:pt x="14819" y="4821"/>
                  </a:lnTo>
                  <a:lnTo>
                    <a:pt x="13950" y="5077"/>
                  </a:lnTo>
                  <a:lnTo>
                    <a:pt x="13060" y="5356"/>
                  </a:lnTo>
                  <a:lnTo>
                    <a:pt x="12147" y="5645"/>
                  </a:lnTo>
                  <a:lnTo>
                    <a:pt x="11223" y="5946"/>
                  </a:lnTo>
                  <a:lnTo>
                    <a:pt x="10299" y="6257"/>
                  </a:lnTo>
                  <a:lnTo>
                    <a:pt x="9375" y="6591"/>
                  </a:lnTo>
                  <a:lnTo>
                    <a:pt x="8462" y="6937"/>
                  </a:lnTo>
                  <a:lnTo>
                    <a:pt x="7560" y="7293"/>
                  </a:lnTo>
                  <a:lnTo>
                    <a:pt x="6680" y="7660"/>
                  </a:lnTo>
                  <a:lnTo>
                    <a:pt x="5823" y="8028"/>
                  </a:lnTo>
                  <a:lnTo>
                    <a:pt x="5010" y="8417"/>
                  </a:lnTo>
                  <a:lnTo>
                    <a:pt x="4621" y="8618"/>
                  </a:lnTo>
                  <a:lnTo>
                    <a:pt x="4242" y="8818"/>
                  </a:lnTo>
                  <a:lnTo>
                    <a:pt x="3875" y="9018"/>
                  </a:lnTo>
                  <a:lnTo>
                    <a:pt x="3518" y="9219"/>
                  </a:lnTo>
                  <a:lnTo>
                    <a:pt x="3173" y="9419"/>
                  </a:lnTo>
                  <a:lnTo>
                    <a:pt x="2839" y="9631"/>
                  </a:lnTo>
                  <a:lnTo>
                    <a:pt x="2528" y="9842"/>
                  </a:lnTo>
                  <a:lnTo>
                    <a:pt x="2238" y="10054"/>
                  </a:lnTo>
                  <a:lnTo>
                    <a:pt x="1960" y="10265"/>
                  </a:lnTo>
                  <a:lnTo>
                    <a:pt x="1693" y="10477"/>
                  </a:lnTo>
                  <a:lnTo>
                    <a:pt x="1459" y="10688"/>
                  </a:lnTo>
                  <a:lnTo>
                    <a:pt x="1236" y="10911"/>
                  </a:lnTo>
                  <a:lnTo>
                    <a:pt x="1036" y="11123"/>
                  </a:lnTo>
                  <a:lnTo>
                    <a:pt x="846" y="11345"/>
                  </a:lnTo>
                  <a:lnTo>
                    <a:pt x="691" y="11568"/>
                  </a:lnTo>
                  <a:lnTo>
                    <a:pt x="557" y="11791"/>
                  </a:lnTo>
                  <a:lnTo>
                    <a:pt x="446" y="12013"/>
                  </a:lnTo>
                  <a:lnTo>
                    <a:pt x="357" y="12236"/>
                  </a:lnTo>
                  <a:lnTo>
                    <a:pt x="268" y="12537"/>
                  </a:lnTo>
                  <a:lnTo>
                    <a:pt x="190" y="12882"/>
                  </a:lnTo>
                  <a:lnTo>
                    <a:pt x="134" y="13271"/>
                  </a:lnTo>
                  <a:lnTo>
                    <a:pt x="78" y="13694"/>
                  </a:lnTo>
                  <a:lnTo>
                    <a:pt x="45" y="14151"/>
                  </a:lnTo>
                  <a:lnTo>
                    <a:pt x="11" y="14641"/>
                  </a:lnTo>
                  <a:lnTo>
                    <a:pt x="0" y="15153"/>
                  </a:lnTo>
                  <a:lnTo>
                    <a:pt x="0" y="15710"/>
                  </a:lnTo>
                  <a:lnTo>
                    <a:pt x="11" y="16289"/>
                  </a:lnTo>
                  <a:lnTo>
                    <a:pt x="23" y="16901"/>
                  </a:lnTo>
                  <a:lnTo>
                    <a:pt x="56" y="17535"/>
                  </a:lnTo>
                  <a:lnTo>
                    <a:pt x="89" y="18192"/>
                  </a:lnTo>
                  <a:lnTo>
                    <a:pt x="145" y="18871"/>
                  </a:lnTo>
                  <a:lnTo>
                    <a:pt x="201" y="19584"/>
                  </a:lnTo>
                  <a:lnTo>
                    <a:pt x="334" y="21054"/>
                  </a:lnTo>
                  <a:lnTo>
                    <a:pt x="501" y="22601"/>
                  </a:lnTo>
                  <a:lnTo>
                    <a:pt x="702" y="24204"/>
                  </a:lnTo>
                  <a:lnTo>
                    <a:pt x="924" y="25863"/>
                  </a:lnTo>
                  <a:lnTo>
                    <a:pt x="1158" y="27567"/>
                  </a:lnTo>
                  <a:lnTo>
                    <a:pt x="1425" y="29292"/>
                  </a:lnTo>
                  <a:lnTo>
                    <a:pt x="1704" y="31040"/>
                  </a:lnTo>
                  <a:lnTo>
                    <a:pt x="1993" y="32788"/>
                  </a:lnTo>
                  <a:lnTo>
                    <a:pt x="2283" y="34525"/>
                  </a:lnTo>
                  <a:lnTo>
                    <a:pt x="2594" y="36262"/>
                  </a:lnTo>
                  <a:lnTo>
                    <a:pt x="2895" y="37965"/>
                  </a:lnTo>
                  <a:lnTo>
                    <a:pt x="3507" y="41238"/>
                  </a:lnTo>
                  <a:lnTo>
                    <a:pt x="4097" y="44278"/>
                  </a:lnTo>
                  <a:lnTo>
                    <a:pt x="4632" y="46983"/>
                  </a:lnTo>
                  <a:lnTo>
                    <a:pt x="5456" y="51047"/>
                  </a:lnTo>
                  <a:lnTo>
                    <a:pt x="5701" y="52238"/>
                  </a:lnTo>
                  <a:lnTo>
                    <a:pt x="5767" y="52572"/>
                  </a:lnTo>
                  <a:lnTo>
                    <a:pt x="5790" y="52739"/>
                  </a:lnTo>
                  <a:lnTo>
                    <a:pt x="6324" y="52750"/>
                  </a:lnTo>
                  <a:lnTo>
                    <a:pt x="6870" y="52750"/>
                  </a:lnTo>
                  <a:lnTo>
                    <a:pt x="7404" y="52739"/>
                  </a:lnTo>
                  <a:lnTo>
                    <a:pt x="7938" y="52717"/>
                  </a:lnTo>
                  <a:lnTo>
                    <a:pt x="8462" y="52695"/>
                  </a:lnTo>
                  <a:lnTo>
                    <a:pt x="8974" y="52661"/>
                  </a:lnTo>
                  <a:lnTo>
                    <a:pt x="9965" y="52583"/>
                  </a:lnTo>
                  <a:lnTo>
                    <a:pt x="10900" y="52483"/>
                  </a:lnTo>
                  <a:lnTo>
                    <a:pt x="11746" y="52383"/>
                  </a:lnTo>
                  <a:lnTo>
                    <a:pt x="12514" y="52272"/>
                  </a:lnTo>
                  <a:lnTo>
                    <a:pt x="13160" y="52171"/>
                  </a:lnTo>
                  <a:lnTo>
                    <a:pt x="13661" y="52082"/>
                  </a:lnTo>
                  <a:lnTo>
                    <a:pt x="14040" y="52015"/>
                  </a:lnTo>
                  <a:lnTo>
                    <a:pt x="14362" y="51960"/>
                  </a:lnTo>
                  <a:lnTo>
                    <a:pt x="14396" y="51180"/>
                  </a:lnTo>
                  <a:lnTo>
                    <a:pt x="14474" y="48998"/>
                  </a:lnTo>
                  <a:lnTo>
                    <a:pt x="14518" y="47473"/>
                  </a:lnTo>
                  <a:lnTo>
                    <a:pt x="14552" y="45681"/>
                  </a:lnTo>
                  <a:lnTo>
                    <a:pt x="14585" y="43665"/>
                  </a:lnTo>
                  <a:lnTo>
                    <a:pt x="14607" y="41461"/>
                  </a:lnTo>
                  <a:lnTo>
                    <a:pt x="14618" y="39090"/>
                  </a:lnTo>
                  <a:lnTo>
                    <a:pt x="14596" y="36574"/>
                  </a:lnTo>
                  <a:lnTo>
                    <a:pt x="14574" y="35282"/>
                  </a:lnTo>
                  <a:lnTo>
                    <a:pt x="14552" y="33968"/>
                  </a:lnTo>
                  <a:lnTo>
                    <a:pt x="14518" y="32632"/>
                  </a:lnTo>
                  <a:lnTo>
                    <a:pt x="14474" y="31285"/>
                  </a:lnTo>
                  <a:lnTo>
                    <a:pt x="14429" y="29938"/>
                  </a:lnTo>
                  <a:lnTo>
                    <a:pt x="14374" y="28569"/>
                  </a:lnTo>
                  <a:lnTo>
                    <a:pt x="14296" y="27199"/>
                  </a:lnTo>
                  <a:lnTo>
                    <a:pt x="14218" y="25841"/>
                  </a:lnTo>
                  <a:lnTo>
                    <a:pt x="14129" y="24483"/>
                  </a:lnTo>
                  <a:lnTo>
                    <a:pt x="14028" y="23124"/>
                  </a:lnTo>
                  <a:lnTo>
                    <a:pt x="13906" y="21788"/>
                  </a:lnTo>
                  <a:lnTo>
                    <a:pt x="13783" y="20464"/>
                  </a:lnTo>
                  <a:lnTo>
                    <a:pt x="13783" y="20464"/>
                  </a:lnTo>
                  <a:lnTo>
                    <a:pt x="14875" y="20497"/>
                  </a:lnTo>
                  <a:lnTo>
                    <a:pt x="16166" y="20530"/>
                  </a:lnTo>
                  <a:lnTo>
                    <a:pt x="17647" y="20564"/>
                  </a:lnTo>
                  <a:lnTo>
                    <a:pt x="19317" y="20586"/>
                  </a:lnTo>
                  <a:lnTo>
                    <a:pt x="20219" y="20597"/>
                  </a:lnTo>
                  <a:lnTo>
                    <a:pt x="21154" y="20586"/>
                  </a:lnTo>
                  <a:lnTo>
                    <a:pt x="22145" y="20575"/>
                  </a:lnTo>
                  <a:lnTo>
                    <a:pt x="23180" y="20553"/>
                  </a:lnTo>
                  <a:lnTo>
                    <a:pt x="24249" y="20519"/>
                  </a:lnTo>
                  <a:lnTo>
                    <a:pt x="25351" y="20475"/>
                  </a:lnTo>
                  <a:lnTo>
                    <a:pt x="26498" y="20408"/>
                  </a:lnTo>
                  <a:lnTo>
                    <a:pt x="27689" y="20330"/>
                  </a:lnTo>
                  <a:lnTo>
                    <a:pt x="28557" y="20263"/>
                  </a:lnTo>
                  <a:lnTo>
                    <a:pt x="29437" y="20196"/>
                  </a:lnTo>
                  <a:lnTo>
                    <a:pt x="30328" y="20107"/>
                  </a:lnTo>
                  <a:lnTo>
                    <a:pt x="31252" y="20018"/>
                  </a:lnTo>
                  <a:lnTo>
                    <a:pt x="32176" y="19918"/>
                  </a:lnTo>
                  <a:lnTo>
                    <a:pt x="33133" y="19807"/>
                  </a:lnTo>
                  <a:lnTo>
                    <a:pt x="34102" y="19684"/>
                  </a:lnTo>
                  <a:lnTo>
                    <a:pt x="35082" y="19539"/>
                  </a:lnTo>
                  <a:lnTo>
                    <a:pt x="36084" y="19395"/>
                  </a:lnTo>
                  <a:lnTo>
                    <a:pt x="37097" y="19228"/>
                  </a:lnTo>
                  <a:lnTo>
                    <a:pt x="38121" y="19061"/>
                  </a:lnTo>
                  <a:lnTo>
                    <a:pt x="39168" y="18871"/>
                  </a:lnTo>
                  <a:lnTo>
                    <a:pt x="40236" y="18671"/>
                  </a:lnTo>
                  <a:lnTo>
                    <a:pt x="41305" y="18448"/>
                  </a:lnTo>
                  <a:lnTo>
                    <a:pt x="42396" y="18215"/>
                  </a:lnTo>
                  <a:lnTo>
                    <a:pt x="43499" y="17970"/>
                  </a:lnTo>
                  <a:lnTo>
                    <a:pt x="43042" y="16222"/>
                  </a:lnTo>
                  <a:lnTo>
                    <a:pt x="42619" y="14585"/>
                  </a:lnTo>
                  <a:lnTo>
                    <a:pt x="42207" y="13071"/>
                  </a:lnTo>
                  <a:lnTo>
                    <a:pt x="41806" y="11657"/>
                  </a:lnTo>
                  <a:lnTo>
                    <a:pt x="41428" y="10354"/>
                  </a:lnTo>
                  <a:lnTo>
                    <a:pt x="41060" y="9152"/>
                  </a:lnTo>
                  <a:lnTo>
                    <a:pt x="40715" y="8039"/>
                  </a:lnTo>
                  <a:lnTo>
                    <a:pt x="40392" y="7026"/>
                  </a:lnTo>
                  <a:lnTo>
                    <a:pt x="40069" y="6102"/>
                  </a:lnTo>
                  <a:lnTo>
                    <a:pt x="39769" y="5255"/>
                  </a:lnTo>
                  <a:lnTo>
                    <a:pt x="39490" y="4498"/>
                  </a:lnTo>
                  <a:lnTo>
                    <a:pt x="39223" y="3808"/>
                  </a:lnTo>
                  <a:lnTo>
                    <a:pt x="38967" y="3196"/>
                  </a:lnTo>
                  <a:lnTo>
                    <a:pt x="38733" y="2661"/>
                  </a:lnTo>
                  <a:lnTo>
                    <a:pt x="38511" y="2183"/>
                  </a:lnTo>
                  <a:lnTo>
                    <a:pt x="38299" y="1759"/>
                  </a:lnTo>
                  <a:lnTo>
                    <a:pt x="38110" y="1403"/>
                  </a:lnTo>
                  <a:lnTo>
                    <a:pt x="37932" y="1091"/>
                  </a:lnTo>
                  <a:lnTo>
                    <a:pt x="37765" y="835"/>
                  </a:lnTo>
                  <a:lnTo>
                    <a:pt x="37609" y="613"/>
                  </a:lnTo>
                  <a:lnTo>
                    <a:pt x="37475" y="435"/>
                  </a:lnTo>
                  <a:lnTo>
                    <a:pt x="37353" y="301"/>
                  </a:lnTo>
                  <a:lnTo>
                    <a:pt x="37242" y="190"/>
                  </a:lnTo>
                  <a:lnTo>
                    <a:pt x="37141" y="112"/>
                  </a:lnTo>
                  <a:lnTo>
                    <a:pt x="37052" y="56"/>
                  </a:lnTo>
                  <a:lnTo>
                    <a:pt x="36974" y="23"/>
                  </a:lnTo>
                  <a:lnTo>
                    <a:pt x="36908" y="12"/>
                  </a:lnTo>
                  <a:lnTo>
                    <a:pt x="36863" y="0"/>
                  </a:lnTo>
                  <a:close/>
                </a:path>
              </a:pathLst>
            </a:custGeom>
            <a:solidFill>
              <a:srgbClr val="312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6819464" y="4134162"/>
              <a:ext cx="429549" cy="222378"/>
            </a:xfrm>
            <a:custGeom>
              <a:rect b="b" l="l" r="r" t="t"/>
              <a:pathLst>
                <a:path extrusionOk="0" h="9476" w="18304">
                  <a:moveTo>
                    <a:pt x="11089" y="1"/>
                  </a:moveTo>
                  <a:lnTo>
                    <a:pt x="10989" y="34"/>
                  </a:lnTo>
                  <a:lnTo>
                    <a:pt x="10945" y="56"/>
                  </a:lnTo>
                  <a:lnTo>
                    <a:pt x="10900" y="90"/>
                  </a:lnTo>
                  <a:lnTo>
                    <a:pt x="10577" y="413"/>
                  </a:lnTo>
                  <a:lnTo>
                    <a:pt x="9909" y="1047"/>
                  </a:lnTo>
                  <a:lnTo>
                    <a:pt x="9475" y="1459"/>
                  </a:lnTo>
                  <a:lnTo>
                    <a:pt x="8985" y="1905"/>
                  </a:lnTo>
                  <a:lnTo>
                    <a:pt x="8451" y="2383"/>
                  </a:lnTo>
                  <a:lnTo>
                    <a:pt x="7872" y="2884"/>
                  </a:lnTo>
                  <a:lnTo>
                    <a:pt x="7271" y="3385"/>
                  </a:lnTo>
                  <a:lnTo>
                    <a:pt x="6636" y="3875"/>
                  </a:lnTo>
                  <a:lnTo>
                    <a:pt x="6313" y="4120"/>
                  </a:lnTo>
                  <a:lnTo>
                    <a:pt x="5990" y="4354"/>
                  </a:lnTo>
                  <a:lnTo>
                    <a:pt x="5656" y="4577"/>
                  </a:lnTo>
                  <a:lnTo>
                    <a:pt x="5333" y="4799"/>
                  </a:lnTo>
                  <a:lnTo>
                    <a:pt x="5011" y="5000"/>
                  </a:lnTo>
                  <a:lnTo>
                    <a:pt x="4677" y="5200"/>
                  </a:lnTo>
                  <a:lnTo>
                    <a:pt x="4354" y="5378"/>
                  </a:lnTo>
                  <a:lnTo>
                    <a:pt x="4042" y="5545"/>
                  </a:lnTo>
                  <a:lnTo>
                    <a:pt x="3730" y="5690"/>
                  </a:lnTo>
                  <a:lnTo>
                    <a:pt x="3419" y="5812"/>
                  </a:lnTo>
                  <a:lnTo>
                    <a:pt x="3118" y="5924"/>
                  </a:lnTo>
                  <a:lnTo>
                    <a:pt x="2828" y="6013"/>
                  </a:lnTo>
                  <a:lnTo>
                    <a:pt x="2428" y="6124"/>
                  </a:lnTo>
                  <a:lnTo>
                    <a:pt x="2060" y="6236"/>
                  </a:lnTo>
                  <a:lnTo>
                    <a:pt x="1737" y="6358"/>
                  </a:lnTo>
                  <a:lnTo>
                    <a:pt x="1448" y="6492"/>
                  </a:lnTo>
                  <a:lnTo>
                    <a:pt x="1192" y="6625"/>
                  </a:lnTo>
                  <a:lnTo>
                    <a:pt x="958" y="6759"/>
                  </a:lnTo>
                  <a:lnTo>
                    <a:pt x="758" y="6892"/>
                  </a:lnTo>
                  <a:lnTo>
                    <a:pt x="591" y="7037"/>
                  </a:lnTo>
                  <a:lnTo>
                    <a:pt x="435" y="7182"/>
                  </a:lnTo>
                  <a:lnTo>
                    <a:pt x="312" y="7327"/>
                  </a:lnTo>
                  <a:lnTo>
                    <a:pt x="212" y="7471"/>
                  </a:lnTo>
                  <a:lnTo>
                    <a:pt x="134" y="7616"/>
                  </a:lnTo>
                  <a:lnTo>
                    <a:pt x="78" y="7750"/>
                  </a:lnTo>
                  <a:lnTo>
                    <a:pt x="34" y="7894"/>
                  </a:lnTo>
                  <a:lnTo>
                    <a:pt x="12" y="8039"/>
                  </a:lnTo>
                  <a:lnTo>
                    <a:pt x="1" y="8173"/>
                  </a:lnTo>
                  <a:lnTo>
                    <a:pt x="1" y="8273"/>
                  </a:lnTo>
                  <a:lnTo>
                    <a:pt x="12" y="8373"/>
                  </a:lnTo>
                  <a:lnTo>
                    <a:pt x="45" y="8562"/>
                  </a:lnTo>
                  <a:lnTo>
                    <a:pt x="90" y="8741"/>
                  </a:lnTo>
                  <a:lnTo>
                    <a:pt x="156" y="8908"/>
                  </a:lnTo>
                  <a:lnTo>
                    <a:pt x="190" y="8952"/>
                  </a:lnTo>
                  <a:lnTo>
                    <a:pt x="223" y="8997"/>
                  </a:lnTo>
                  <a:lnTo>
                    <a:pt x="279" y="9041"/>
                  </a:lnTo>
                  <a:lnTo>
                    <a:pt x="335" y="9086"/>
                  </a:lnTo>
                  <a:lnTo>
                    <a:pt x="479" y="9164"/>
                  </a:lnTo>
                  <a:lnTo>
                    <a:pt x="657" y="9230"/>
                  </a:lnTo>
                  <a:lnTo>
                    <a:pt x="869" y="9286"/>
                  </a:lnTo>
                  <a:lnTo>
                    <a:pt x="1114" y="9342"/>
                  </a:lnTo>
                  <a:lnTo>
                    <a:pt x="1381" y="9375"/>
                  </a:lnTo>
                  <a:lnTo>
                    <a:pt x="1682" y="9409"/>
                  </a:lnTo>
                  <a:lnTo>
                    <a:pt x="1993" y="9442"/>
                  </a:lnTo>
                  <a:lnTo>
                    <a:pt x="2327" y="9464"/>
                  </a:lnTo>
                  <a:lnTo>
                    <a:pt x="2684" y="9475"/>
                  </a:lnTo>
                  <a:lnTo>
                    <a:pt x="3819" y="9475"/>
                  </a:lnTo>
                  <a:lnTo>
                    <a:pt x="4621" y="9453"/>
                  </a:lnTo>
                  <a:lnTo>
                    <a:pt x="5423" y="9409"/>
                  </a:lnTo>
                  <a:lnTo>
                    <a:pt x="6224" y="9342"/>
                  </a:lnTo>
                  <a:lnTo>
                    <a:pt x="6981" y="9264"/>
                  </a:lnTo>
                  <a:lnTo>
                    <a:pt x="7683" y="9186"/>
                  </a:lnTo>
                  <a:lnTo>
                    <a:pt x="8317" y="9086"/>
                  </a:lnTo>
                  <a:lnTo>
                    <a:pt x="8852" y="8985"/>
                  </a:lnTo>
                  <a:lnTo>
                    <a:pt x="9085" y="8941"/>
                  </a:lnTo>
                  <a:lnTo>
                    <a:pt x="9275" y="8885"/>
                  </a:lnTo>
                  <a:lnTo>
                    <a:pt x="9442" y="8841"/>
                  </a:lnTo>
                  <a:lnTo>
                    <a:pt x="9564" y="8785"/>
                  </a:lnTo>
                  <a:lnTo>
                    <a:pt x="9976" y="8596"/>
                  </a:lnTo>
                  <a:lnTo>
                    <a:pt x="10366" y="8418"/>
                  </a:lnTo>
                  <a:lnTo>
                    <a:pt x="10722" y="8273"/>
                  </a:lnTo>
                  <a:lnTo>
                    <a:pt x="11023" y="8150"/>
                  </a:lnTo>
                  <a:lnTo>
                    <a:pt x="11479" y="7983"/>
                  </a:lnTo>
                  <a:lnTo>
                    <a:pt x="11646" y="7928"/>
                  </a:lnTo>
                  <a:lnTo>
                    <a:pt x="12002" y="8607"/>
                  </a:lnTo>
                  <a:lnTo>
                    <a:pt x="12336" y="8618"/>
                  </a:lnTo>
                  <a:lnTo>
                    <a:pt x="12737" y="8618"/>
                  </a:lnTo>
                  <a:lnTo>
                    <a:pt x="13183" y="8607"/>
                  </a:lnTo>
                  <a:lnTo>
                    <a:pt x="13661" y="8574"/>
                  </a:lnTo>
                  <a:lnTo>
                    <a:pt x="14162" y="8540"/>
                  </a:lnTo>
                  <a:lnTo>
                    <a:pt x="14674" y="8484"/>
                  </a:lnTo>
                  <a:lnTo>
                    <a:pt x="15699" y="8362"/>
                  </a:lnTo>
                  <a:lnTo>
                    <a:pt x="16645" y="8240"/>
                  </a:lnTo>
                  <a:lnTo>
                    <a:pt x="17435" y="8128"/>
                  </a:lnTo>
                  <a:lnTo>
                    <a:pt x="18170" y="8017"/>
                  </a:lnTo>
                  <a:lnTo>
                    <a:pt x="18204" y="7828"/>
                  </a:lnTo>
                  <a:lnTo>
                    <a:pt x="18226" y="7572"/>
                  </a:lnTo>
                  <a:lnTo>
                    <a:pt x="18259" y="7204"/>
                  </a:lnTo>
                  <a:lnTo>
                    <a:pt x="18293" y="6714"/>
                  </a:lnTo>
                  <a:lnTo>
                    <a:pt x="18304" y="6102"/>
                  </a:lnTo>
                  <a:lnTo>
                    <a:pt x="18304" y="5345"/>
                  </a:lnTo>
                  <a:lnTo>
                    <a:pt x="18282" y="4432"/>
                  </a:lnTo>
                  <a:lnTo>
                    <a:pt x="18259" y="4053"/>
                  </a:lnTo>
                  <a:lnTo>
                    <a:pt x="18215" y="3697"/>
                  </a:lnTo>
                  <a:lnTo>
                    <a:pt x="18170" y="3352"/>
                  </a:lnTo>
                  <a:lnTo>
                    <a:pt x="18103" y="3029"/>
                  </a:lnTo>
                  <a:lnTo>
                    <a:pt x="18026" y="2728"/>
                  </a:lnTo>
                  <a:lnTo>
                    <a:pt x="17948" y="2439"/>
                  </a:lnTo>
                  <a:lnTo>
                    <a:pt x="17859" y="2172"/>
                  </a:lnTo>
                  <a:lnTo>
                    <a:pt x="17758" y="1927"/>
                  </a:lnTo>
                  <a:lnTo>
                    <a:pt x="17658" y="1693"/>
                  </a:lnTo>
                  <a:lnTo>
                    <a:pt x="17569" y="1482"/>
                  </a:lnTo>
                  <a:lnTo>
                    <a:pt x="17469" y="1292"/>
                  </a:lnTo>
                  <a:lnTo>
                    <a:pt x="17369" y="1125"/>
                  </a:lnTo>
                  <a:lnTo>
                    <a:pt x="17202" y="847"/>
                  </a:lnTo>
                  <a:lnTo>
                    <a:pt x="17057" y="647"/>
                  </a:lnTo>
                  <a:lnTo>
                    <a:pt x="16957" y="524"/>
                  </a:lnTo>
                  <a:lnTo>
                    <a:pt x="16923" y="480"/>
                  </a:lnTo>
                  <a:lnTo>
                    <a:pt x="16790" y="602"/>
                  </a:lnTo>
                  <a:lnTo>
                    <a:pt x="16656" y="713"/>
                  </a:lnTo>
                  <a:lnTo>
                    <a:pt x="16511" y="814"/>
                  </a:lnTo>
                  <a:lnTo>
                    <a:pt x="16367" y="903"/>
                  </a:lnTo>
                  <a:lnTo>
                    <a:pt x="16211" y="981"/>
                  </a:lnTo>
                  <a:lnTo>
                    <a:pt x="16055" y="1047"/>
                  </a:lnTo>
                  <a:lnTo>
                    <a:pt x="15888" y="1114"/>
                  </a:lnTo>
                  <a:lnTo>
                    <a:pt x="15721" y="1159"/>
                  </a:lnTo>
                  <a:lnTo>
                    <a:pt x="15554" y="1203"/>
                  </a:lnTo>
                  <a:lnTo>
                    <a:pt x="15387" y="1237"/>
                  </a:lnTo>
                  <a:lnTo>
                    <a:pt x="15220" y="1259"/>
                  </a:lnTo>
                  <a:lnTo>
                    <a:pt x="15042" y="1281"/>
                  </a:lnTo>
                  <a:lnTo>
                    <a:pt x="14708" y="1303"/>
                  </a:lnTo>
                  <a:lnTo>
                    <a:pt x="14374" y="1292"/>
                  </a:lnTo>
                  <a:lnTo>
                    <a:pt x="14062" y="1270"/>
                  </a:lnTo>
                  <a:lnTo>
                    <a:pt x="13761" y="1237"/>
                  </a:lnTo>
                  <a:lnTo>
                    <a:pt x="13494" y="1181"/>
                  </a:lnTo>
                  <a:lnTo>
                    <a:pt x="13249" y="1114"/>
                  </a:lnTo>
                  <a:lnTo>
                    <a:pt x="13038" y="1047"/>
                  </a:lnTo>
                  <a:lnTo>
                    <a:pt x="12882" y="969"/>
                  </a:lnTo>
                  <a:lnTo>
                    <a:pt x="12759" y="891"/>
                  </a:lnTo>
                  <a:lnTo>
                    <a:pt x="12726" y="858"/>
                  </a:lnTo>
                  <a:lnTo>
                    <a:pt x="12704" y="825"/>
                  </a:lnTo>
                  <a:lnTo>
                    <a:pt x="12659" y="758"/>
                  </a:lnTo>
                  <a:lnTo>
                    <a:pt x="12581" y="680"/>
                  </a:lnTo>
                  <a:lnTo>
                    <a:pt x="12503" y="602"/>
                  </a:lnTo>
                  <a:lnTo>
                    <a:pt x="12392" y="513"/>
                  </a:lnTo>
                  <a:lnTo>
                    <a:pt x="12281" y="435"/>
                  </a:lnTo>
                  <a:lnTo>
                    <a:pt x="12147" y="346"/>
                  </a:lnTo>
                  <a:lnTo>
                    <a:pt x="12013" y="268"/>
                  </a:lnTo>
                  <a:lnTo>
                    <a:pt x="11880" y="190"/>
                  </a:lnTo>
                  <a:lnTo>
                    <a:pt x="11735" y="134"/>
                  </a:lnTo>
                  <a:lnTo>
                    <a:pt x="11590" y="79"/>
                  </a:lnTo>
                  <a:lnTo>
                    <a:pt x="11457" y="34"/>
                  </a:lnTo>
                  <a:lnTo>
                    <a:pt x="11323" y="1"/>
                  </a:lnTo>
                  <a:close/>
                </a:path>
              </a:pathLst>
            </a:custGeom>
            <a:solidFill>
              <a:srgbClr val="FFF6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6819464" y="4205245"/>
              <a:ext cx="429549" cy="151295"/>
            </a:xfrm>
            <a:custGeom>
              <a:rect b="b" l="l" r="r" t="t"/>
              <a:pathLst>
                <a:path extrusionOk="0" h="6447" w="18304">
                  <a:moveTo>
                    <a:pt x="18103" y="0"/>
                  </a:moveTo>
                  <a:lnTo>
                    <a:pt x="17948" y="312"/>
                  </a:lnTo>
                  <a:lnTo>
                    <a:pt x="17781" y="601"/>
                  </a:lnTo>
                  <a:lnTo>
                    <a:pt x="17602" y="880"/>
                  </a:lnTo>
                  <a:lnTo>
                    <a:pt x="17413" y="1136"/>
                  </a:lnTo>
                  <a:lnTo>
                    <a:pt x="17213" y="1381"/>
                  </a:lnTo>
                  <a:lnTo>
                    <a:pt x="17012" y="1603"/>
                  </a:lnTo>
                  <a:lnTo>
                    <a:pt x="16801" y="1815"/>
                  </a:lnTo>
                  <a:lnTo>
                    <a:pt x="16578" y="2004"/>
                  </a:lnTo>
                  <a:lnTo>
                    <a:pt x="16356" y="2193"/>
                  </a:lnTo>
                  <a:lnTo>
                    <a:pt x="16122" y="2360"/>
                  </a:lnTo>
                  <a:lnTo>
                    <a:pt x="15888" y="2505"/>
                  </a:lnTo>
                  <a:lnTo>
                    <a:pt x="15643" y="2650"/>
                  </a:lnTo>
                  <a:lnTo>
                    <a:pt x="15398" y="2772"/>
                  </a:lnTo>
                  <a:lnTo>
                    <a:pt x="15153" y="2895"/>
                  </a:lnTo>
                  <a:lnTo>
                    <a:pt x="14908" y="2995"/>
                  </a:lnTo>
                  <a:lnTo>
                    <a:pt x="14663" y="3084"/>
                  </a:lnTo>
                  <a:lnTo>
                    <a:pt x="14407" y="3173"/>
                  </a:lnTo>
                  <a:lnTo>
                    <a:pt x="14162" y="3240"/>
                  </a:lnTo>
                  <a:lnTo>
                    <a:pt x="13917" y="3307"/>
                  </a:lnTo>
                  <a:lnTo>
                    <a:pt x="13661" y="3362"/>
                  </a:lnTo>
                  <a:lnTo>
                    <a:pt x="13427" y="3407"/>
                  </a:lnTo>
                  <a:lnTo>
                    <a:pt x="13183" y="3440"/>
                  </a:lnTo>
                  <a:lnTo>
                    <a:pt x="12949" y="3474"/>
                  </a:lnTo>
                  <a:lnTo>
                    <a:pt x="12715" y="3496"/>
                  </a:lnTo>
                  <a:lnTo>
                    <a:pt x="12270" y="3518"/>
                  </a:lnTo>
                  <a:lnTo>
                    <a:pt x="11858" y="3518"/>
                  </a:lnTo>
                  <a:lnTo>
                    <a:pt x="11468" y="3496"/>
                  </a:lnTo>
                  <a:lnTo>
                    <a:pt x="11123" y="3463"/>
                  </a:lnTo>
                  <a:lnTo>
                    <a:pt x="10755" y="3663"/>
                  </a:lnTo>
                  <a:lnTo>
                    <a:pt x="10388" y="3852"/>
                  </a:lnTo>
                  <a:lnTo>
                    <a:pt x="10009" y="4019"/>
                  </a:lnTo>
                  <a:lnTo>
                    <a:pt x="9631" y="4186"/>
                  </a:lnTo>
                  <a:lnTo>
                    <a:pt x="9252" y="4331"/>
                  </a:lnTo>
                  <a:lnTo>
                    <a:pt x="8863" y="4465"/>
                  </a:lnTo>
                  <a:lnTo>
                    <a:pt x="8484" y="4598"/>
                  </a:lnTo>
                  <a:lnTo>
                    <a:pt x="8095" y="4710"/>
                  </a:lnTo>
                  <a:lnTo>
                    <a:pt x="7716" y="4810"/>
                  </a:lnTo>
                  <a:lnTo>
                    <a:pt x="7326" y="4899"/>
                  </a:lnTo>
                  <a:lnTo>
                    <a:pt x="6948" y="4988"/>
                  </a:lnTo>
                  <a:lnTo>
                    <a:pt x="6558" y="5055"/>
                  </a:lnTo>
                  <a:lnTo>
                    <a:pt x="6180" y="5121"/>
                  </a:lnTo>
                  <a:lnTo>
                    <a:pt x="5801" y="5177"/>
                  </a:lnTo>
                  <a:lnTo>
                    <a:pt x="5423" y="5222"/>
                  </a:lnTo>
                  <a:lnTo>
                    <a:pt x="5055" y="5255"/>
                  </a:lnTo>
                  <a:lnTo>
                    <a:pt x="4688" y="5288"/>
                  </a:lnTo>
                  <a:lnTo>
                    <a:pt x="4320" y="5311"/>
                  </a:lnTo>
                  <a:lnTo>
                    <a:pt x="3608" y="5344"/>
                  </a:lnTo>
                  <a:lnTo>
                    <a:pt x="2918" y="5344"/>
                  </a:lnTo>
                  <a:lnTo>
                    <a:pt x="2261" y="5333"/>
                  </a:lnTo>
                  <a:lnTo>
                    <a:pt x="1637" y="5300"/>
                  </a:lnTo>
                  <a:lnTo>
                    <a:pt x="1047" y="5255"/>
                  </a:lnTo>
                  <a:lnTo>
                    <a:pt x="502" y="5199"/>
                  </a:lnTo>
                  <a:lnTo>
                    <a:pt x="1" y="5144"/>
                  </a:lnTo>
                  <a:lnTo>
                    <a:pt x="1" y="5244"/>
                  </a:lnTo>
                  <a:lnTo>
                    <a:pt x="12" y="5344"/>
                  </a:lnTo>
                  <a:lnTo>
                    <a:pt x="45" y="5533"/>
                  </a:lnTo>
                  <a:lnTo>
                    <a:pt x="90" y="5712"/>
                  </a:lnTo>
                  <a:lnTo>
                    <a:pt x="156" y="5879"/>
                  </a:lnTo>
                  <a:lnTo>
                    <a:pt x="190" y="5923"/>
                  </a:lnTo>
                  <a:lnTo>
                    <a:pt x="223" y="5968"/>
                  </a:lnTo>
                  <a:lnTo>
                    <a:pt x="279" y="6012"/>
                  </a:lnTo>
                  <a:lnTo>
                    <a:pt x="335" y="6057"/>
                  </a:lnTo>
                  <a:lnTo>
                    <a:pt x="479" y="6135"/>
                  </a:lnTo>
                  <a:lnTo>
                    <a:pt x="657" y="6201"/>
                  </a:lnTo>
                  <a:lnTo>
                    <a:pt x="869" y="6257"/>
                  </a:lnTo>
                  <a:lnTo>
                    <a:pt x="1114" y="6313"/>
                  </a:lnTo>
                  <a:lnTo>
                    <a:pt x="1381" y="6346"/>
                  </a:lnTo>
                  <a:lnTo>
                    <a:pt x="1682" y="6380"/>
                  </a:lnTo>
                  <a:lnTo>
                    <a:pt x="1993" y="6413"/>
                  </a:lnTo>
                  <a:lnTo>
                    <a:pt x="2327" y="6435"/>
                  </a:lnTo>
                  <a:lnTo>
                    <a:pt x="2684" y="6446"/>
                  </a:lnTo>
                  <a:lnTo>
                    <a:pt x="3819" y="6446"/>
                  </a:lnTo>
                  <a:lnTo>
                    <a:pt x="4621" y="6424"/>
                  </a:lnTo>
                  <a:lnTo>
                    <a:pt x="5423" y="6380"/>
                  </a:lnTo>
                  <a:lnTo>
                    <a:pt x="6224" y="6313"/>
                  </a:lnTo>
                  <a:lnTo>
                    <a:pt x="6981" y="6235"/>
                  </a:lnTo>
                  <a:lnTo>
                    <a:pt x="7683" y="6157"/>
                  </a:lnTo>
                  <a:lnTo>
                    <a:pt x="8317" y="6057"/>
                  </a:lnTo>
                  <a:lnTo>
                    <a:pt x="8852" y="5956"/>
                  </a:lnTo>
                  <a:lnTo>
                    <a:pt x="9085" y="5912"/>
                  </a:lnTo>
                  <a:lnTo>
                    <a:pt x="9275" y="5856"/>
                  </a:lnTo>
                  <a:lnTo>
                    <a:pt x="9442" y="5812"/>
                  </a:lnTo>
                  <a:lnTo>
                    <a:pt x="9564" y="5756"/>
                  </a:lnTo>
                  <a:lnTo>
                    <a:pt x="9976" y="5567"/>
                  </a:lnTo>
                  <a:lnTo>
                    <a:pt x="10366" y="5389"/>
                  </a:lnTo>
                  <a:lnTo>
                    <a:pt x="10722" y="5244"/>
                  </a:lnTo>
                  <a:lnTo>
                    <a:pt x="11023" y="5121"/>
                  </a:lnTo>
                  <a:lnTo>
                    <a:pt x="11479" y="4954"/>
                  </a:lnTo>
                  <a:lnTo>
                    <a:pt x="11646" y="4899"/>
                  </a:lnTo>
                  <a:lnTo>
                    <a:pt x="12002" y="5578"/>
                  </a:lnTo>
                  <a:lnTo>
                    <a:pt x="12336" y="5589"/>
                  </a:lnTo>
                  <a:lnTo>
                    <a:pt x="12737" y="5589"/>
                  </a:lnTo>
                  <a:lnTo>
                    <a:pt x="13183" y="5578"/>
                  </a:lnTo>
                  <a:lnTo>
                    <a:pt x="13661" y="5545"/>
                  </a:lnTo>
                  <a:lnTo>
                    <a:pt x="14162" y="5511"/>
                  </a:lnTo>
                  <a:lnTo>
                    <a:pt x="14674" y="5455"/>
                  </a:lnTo>
                  <a:lnTo>
                    <a:pt x="15699" y="5333"/>
                  </a:lnTo>
                  <a:lnTo>
                    <a:pt x="16645" y="5211"/>
                  </a:lnTo>
                  <a:lnTo>
                    <a:pt x="17435" y="5099"/>
                  </a:lnTo>
                  <a:lnTo>
                    <a:pt x="18170" y="4988"/>
                  </a:lnTo>
                  <a:lnTo>
                    <a:pt x="18204" y="4799"/>
                  </a:lnTo>
                  <a:lnTo>
                    <a:pt x="18226" y="4543"/>
                  </a:lnTo>
                  <a:lnTo>
                    <a:pt x="18259" y="4175"/>
                  </a:lnTo>
                  <a:lnTo>
                    <a:pt x="18293" y="3685"/>
                  </a:lnTo>
                  <a:lnTo>
                    <a:pt x="18304" y="3073"/>
                  </a:lnTo>
                  <a:lnTo>
                    <a:pt x="18304" y="2316"/>
                  </a:lnTo>
                  <a:lnTo>
                    <a:pt x="18282" y="1403"/>
                  </a:lnTo>
                  <a:lnTo>
                    <a:pt x="18259" y="1024"/>
                  </a:lnTo>
                  <a:lnTo>
                    <a:pt x="18215" y="668"/>
                  </a:lnTo>
                  <a:lnTo>
                    <a:pt x="18170" y="323"/>
                  </a:lnTo>
                  <a:lnTo>
                    <a:pt x="18103" y="0"/>
                  </a:lnTo>
                  <a:close/>
                </a:path>
              </a:pathLst>
            </a:custGeom>
            <a:solidFill>
              <a:srgbClr val="EFE5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7134304" y="3248193"/>
              <a:ext cx="441048" cy="820424"/>
            </a:xfrm>
            <a:custGeom>
              <a:rect b="b" l="l" r="r" t="t"/>
              <a:pathLst>
                <a:path extrusionOk="0" h="34960" w="18794">
                  <a:moveTo>
                    <a:pt x="18793" y="1"/>
                  </a:moveTo>
                  <a:lnTo>
                    <a:pt x="18226" y="34"/>
                  </a:lnTo>
                  <a:lnTo>
                    <a:pt x="16678" y="145"/>
                  </a:lnTo>
                  <a:lnTo>
                    <a:pt x="14407" y="279"/>
                  </a:lnTo>
                  <a:lnTo>
                    <a:pt x="13071" y="357"/>
                  </a:lnTo>
                  <a:lnTo>
                    <a:pt x="11635" y="435"/>
                  </a:lnTo>
                  <a:lnTo>
                    <a:pt x="10143" y="502"/>
                  </a:lnTo>
                  <a:lnTo>
                    <a:pt x="8618" y="568"/>
                  </a:lnTo>
                  <a:lnTo>
                    <a:pt x="7092" y="613"/>
                  </a:lnTo>
                  <a:lnTo>
                    <a:pt x="5589" y="646"/>
                  </a:lnTo>
                  <a:lnTo>
                    <a:pt x="4153" y="669"/>
                  </a:lnTo>
                  <a:lnTo>
                    <a:pt x="2806" y="669"/>
                  </a:lnTo>
                  <a:lnTo>
                    <a:pt x="2171" y="657"/>
                  </a:lnTo>
                  <a:lnTo>
                    <a:pt x="1570" y="635"/>
                  </a:lnTo>
                  <a:lnTo>
                    <a:pt x="1002" y="613"/>
                  </a:lnTo>
                  <a:lnTo>
                    <a:pt x="479" y="580"/>
                  </a:lnTo>
                  <a:lnTo>
                    <a:pt x="379" y="580"/>
                  </a:lnTo>
                  <a:lnTo>
                    <a:pt x="290" y="613"/>
                  </a:lnTo>
                  <a:lnTo>
                    <a:pt x="201" y="657"/>
                  </a:lnTo>
                  <a:lnTo>
                    <a:pt x="123" y="724"/>
                  </a:lnTo>
                  <a:lnTo>
                    <a:pt x="67" y="813"/>
                  </a:lnTo>
                  <a:lnTo>
                    <a:pt x="23" y="902"/>
                  </a:lnTo>
                  <a:lnTo>
                    <a:pt x="0" y="1003"/>
                  </a:lnTo>
                  <a:lnTo>
                    <a:pt x="0" y="1114"/>
                  </a:lnTo>
                  <a:lnTo>
                    <a:pt x="268" y="3541"/>
                  </a:lnTo>
                  <a:lnTo>
                    <a:pt x="657" y="7404"/>
                  </a:lnTo>
                  <a:lnTo>
                    <a:pt x="1136" y="12247"/>
                  </a:lnTo>
                  <a:lnTo>
                    <a:pt x="1381" y="14897"/>
                  </a:lnTo>
                  <a:lnTo>
                    <a:pt x="1637" y="17602"/>
                  </a:lnTo>
                  <a:lnTo>
                    <a:pt x="1871" y="20330"/>
                  </a:lnTo>
                  <a:lnTo>
                    <a:pt x="2082" y="23002"/>
                  </a:lnTo>
                  <a:lnTo>
                    <a:pt x="2283" y="25563"/>
                  </a:lnTo>
                  <a:lnTo>
                    <a:pt x="2439" y="27968"/>
                  </a:lnTo>
                  <a:lnTo>
                    <a:pt x="2494" y="29081"/>
                  </a:lnTo>
                  <a:lnTo>
                    <a:pt x="2550" y="30139"/>
                  </a:lnTo>
                  <a:lnTo>
                    <a:pt x="2594" y="31129"/>
                  </a:lnTo>
                  <a:lnTo>
                    <a:pt x="2617" y="32031"/>
                  </a:lnTo>
                  <a:lnTo>
                    <a:pt x="2628" y="32855"/>
                  </a:lnTo>
                  <a:lnTo>
                    <a:pt x="2628" y="33579"/>
                  </a:lnTo>
                  <a:lnTo>
                    <a:pt x="2617" y="34213"/>
                  </a:lnTo>
                  <a:lnTo>
                    <a:pt x="2583" y="34737"/>
                  </a:lnTo>
                  <a:lnTo>
                    <a:pt x="2561" y="34959"/>
                  </a:lnTo>
                  <a:lnTo>
                    <a:pt x="3062" y="34870"/>
                  </a:lnTo>
                  <a:lnTo>
                    <a:pt x="3441" y="34803"/>
                  </a:lnTo>
                  <a:lnTo>
                    <a:pt x="3763" y="34748"/>
                  </a:lnTo>
                  <a:lnTo>
                    <a:pt x="3797" y="33980"/>
                  </a:lnTo>
                  <a:lnTo>
                    <a:pt x="3875" y="31853"/>
                  </a:lnTo>
                  <a:lnTo>
                    <a:pt x="3919" y="30350"/>
                  </a:lnTo>
                  <a:lnTo>
                    <a:pt x="3953" y="28602"/>
                  </a:lnTo>
                  <a:lnTo>
                    <a:pt x="3986" y="26632"/>
                  </a:lnTo>
                  <a:lnTo>
                    <a:pt x="4008" y="24461"/>
                  </a:lnTo>
                  <a:lnTo>
                    <a:pt x="4019" y="22123"/>
                  </a:lnTo>
                  <a:lnTo>
                    <a:pt x="3997" y="19662"/>
                  </a:lnTo>
                  <a:lnTo>
                    <a:pt x="3964" y="17090"/>
                  </a:lnTo>
                  <a:lnTo>
                    <a:pt x="3930" y="15788"/>
                  </a:lnTo>
                  <a:lnTo>
                    <a:pt x="3897" y="14452"/>
                  </a:lnTo>
                  <a:lnTo>
                    <a:pt x="3841" y="13116"/>
                  </a:lnTo>
                  <a:lnTo>
                    <a:pt x="3786" y="11769"/>
                  </a:lnTo>
                  <a:lnTo>
                    <a:pt x="3719" y="10421"/>
                  </a:lnTo>
                  <a:lnTo>
                    <a:pt x="3652" y="9063"/>
                  </a:lnTo>
                  <a:lnTo>
                    <a:pt x="3563" y="7727"/>
                  </a:lnTo>
                  <a:lnTo>
                    <a:pt x="3463" y="6380"/>
                  </a:lnTo>
                  <a:lnTo>
                    <a:pt x="3351" y="5055"/>
                  </a:lnTo>
                  <a:lnTo>
                    <a:pt x="3229" y="3741"/>
                  </a:lnTo>
                  <a:lnTo>
                    <a:pt x="3229" y="3652"/>
                  </a:lnTo>
                  <a:lnTo>
                    <a:pt x="3251" y="3552"/>
                  </a:lnTo>
                  <a:lnTo>
                    <a:pt x="3285" y="3474"/>
                  </a:lnTo>
                  <a:lnTo>
                    <a:pt x="3329" y="3407"/>
                  </a:lnTo>
                  <a:lnTo>
                    <a:pt x="3396" y="3341"/>
                  </a:lnTo>
                  <a:lnTo>
                    <a:pt x="3474" y="3296"/>
                  </a:lnTo>
                  <a:lnTo>
                    <a:pt x="3552" y="3274"/>
                  </a:lnTo>
                  <a:lnTo>
                    <a:pt x="3641" y="3263"/>
                  </a:lnTo>
                  <a:lnTo>
                    <a:pt x="6035" y="3329"/>
                  </a:lnTo>
                  <a:lnTo>
                    <a:pt x="7493" y="3363"/>
                  </a:lnTo>
                  <a:lnTo>
                    <a:pt x="9107" y="3385"/>
                  </a:lnTo>
                  <a:lnTo>
                    <a:pt x="9976" y="3385"/>
                  </a:lnTo>
                  <a:lnTo>
                    <a:pt x="10889" y="3374"/>
                  </a:lnTo>
                  <a:lnTo>
                    <a:pt x="11824" y="3363"/>
                  </a:lnTo>
                  <a:lnTo>
                    <a:pt x="12815" y="3329"/>
                  </a:lnTo>
                  <a:lnTo>
                    <a:pt x="13828" y="3296"/>
                  </a:lnTo>
                  <a:lnTo>
                    <a:pt x="14886" y="3252"/>
                  </a:lnTo>
                  <a:lnTo>
                    <a:pt x="15966" y="3196"/>
                  </a:lnTo>
                  <a:lnTo>
                    <a:pt x="17090" y="3118"/>
                  </a:lnTo>
                  <a:lnTo>
                    <a:pt x="18793" y="1"/>
                  </a:lnTo>
                  <a:close/>
                </a:path>
              </a:pathLst>
            </a:custGeom>
            <a:solidFill>
              <a:srgbClr val="2B1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7797683" y="3968528"/>
              <a:ext cx="170632" cy="183422"/>
            </a:xfrm>
            <a:custGeom>
              <a:rect b="b" l="l" r="r" t="t"/>
              <a:pathLst>
                <a:path extrusionOk="0" h="7816" w="7271">
                  <a:moveTo>
                    <a:pt x="4765" y="0"/>
                  </a:moveTo>
                  <a:lnTo>
                    <a:pt x="0" y="4710"/>
                  </a:lnTo>
                  <a:lnTo>
                    <a:pt x="1948" y="7816"/>
                  </a:lnTo>
                  <a:lnTo>
                    <a:pt x="2138" y="7782"/>
                  </a:lnTo>
                  <a:lnTo>
                    <a:pt x="2650" y="7693"/>
                  </a:lnTo>
                  <a:lnTo>
                    <a:pt x="2995" y="7615"/>
                  </a:lnTo>
                  <a:lnTo>
                    <a:pt x="3396" y="7526"/>
                  </a:lnTo>
                  <a:lnTo>
                    <a:pt x="3819" y="7404"/>
                  </a:lnTo>
                  <a:lnTo>
                    <a:pt x="4264" y="7270"/>
                  </a:lnTo>
                  <a:lnTo>
                    <a:pt x="4732" y="7103"/>
                  </a:lnTo>
                  <a:lnTo>
                    <a:pt x="5188" y="6925"/>
                  </a:lnTo>
                  <a:lnTo>
                    <a:pt x="5411" y="6825"/>
                  </a:lnTo>
                  <a:lnTo>
                    <a:pt x="5634" y="6714"/>
                  </a:lnTo>
                  <a:lnTo>
                    <a:pt x="5845" y="6602"/>
                  </a:lnTo>
                  <a:lnTo>
                    <a:pt x="6057" y="6480"/>
                  </a:lnTo>
                  <a:lnTo>
                    <a:pt x="6257" y="6346"/>
                  </a:lnTo>
                  <a:lnTo>
                    <a:pt x="6446" y="6213"/>
                  </a:lnTo>
                  <a:lnTo>
                    <a:pt x="6624" y="6068"/>
                  </a:lnTo>
                  <a:lnTo>
                    <a:pt x="6780" y="5923"/>
                  </a:lnTo>
                  <a:lnTo>
                    <a:pt x="6925" y="5767"/>
                  </a:lnTo>
                  <a:lnTo>
                    <a:pt x="7059" y="5600"/>
                  </a:lnTo>
                  <a:lnTo>
                    <a:pt x="7170" y="5422"/>
                  </a:lnTo>
                  <a:lnTo>
                    <a:pt x="7270" y="5244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FB8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7797683" y="3968528"/>
              <a:ext cx="170632" cy="183422"/>
            </a:xfrm>
            <a:custGeom>
              <a:rect b="b" l="l" r="r" t="t"/>
              <a:pathLst>
                <a:path extrusionOk="0" fill="none" h="7816" w="7271">
                  <a:moveTo>
                    <a:pt x="0" y="4710"/>
                  </a:moveTo>
                  <a:lnTo>
                    <a:pt x="1948" y="7816"/>
                  </a:lnTo>
                  <a:lnTo>
                    <a:pt x="1948" y="7816"/>
                  </a:lnTo>
                  <a:lnTo>
                    <a:pt x="2138" y="7782"/>
                  </a:lnTo>
                  <a:lnTo>
                    <a:pt x="2650" y="7693"/>
                  </a:lnTo>
                  <a:lnTo>
                    <a:pt x="2995" y="7615"/>
                  </a:lnTo>
                  <a:lnTo>
                    <a:pt x="3396" y="7526"/>
                  </a:lnTo>
                  <a:lnTo>
                    <a:pt x="3819" y="7404"/>
                  </a:lnTo>
                  <a:lnTo>
                    <a:pt x="4264" y="7270"/>
                  </a:lnTo>
                  <a:lnTo>
                    <a:pt x="4732" y="7103"/>
                  </a:lnTo>
                  <a:lnTo>
                    <a:pt x="5188" y="6925"/>
                  </a:lnTo>
                  <a:lnTo>
                    <a:pt x="5411" y="6825"/>
                  </a:lnTo>
                  <a:lnTo>
                    <a:pt x="5634" y="6714"/>
                  </a:lnTo>
                  <a:lnTo>
                    <a:pt x="5845" y="6602"/>
                  </a:lnTo>
                  <a:lnTo>
                    <a:pt x="6057" y="6480"/>
                  </a:lnTo>
                  <a:lnTo>
                    <a:pt x="6257" y="6346"/>
                  </a:lnTo>
                  <a:lnTo>
                    <a:pt x="6446" y="6213"/>
                  </a:lnTo>
                  <a:lnTo>
                    <a:pt x="6624" y="6068"/>
                  </a:lnTo>
                  <a:lnTo>
                    <a:pt x="6780" y="5923"/>
                  </a:lnTo>
                  <a:lnTo>
                    <a:pt x="6925" y="5767"/>
                  </a:lnTo>
                  <a:lnTo>
                    <a:pt x="7059" y="5600"/>
                  </a:lnTo>
                  <a:lnTo>
                    <a:pt x="7170" y="5422"/>
                  </a:lnTo>
                  <a:lnTo>
                    <a:pt x="7270" y="5244"/>
                  </a:lnTo>
                  <a:lnTo>
                    <a:pt x="47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7273818" y="2756995"/>
              <a:ext cx="822254" cy="1353934"/>
            </a:xfrm>
            <a:custGeom>
              <a:rect b="b" l="l" r="r" t="t"/>
              <a:pathLst>
                <a:path extrusionOk="0" h="57694" w="35038">
                  <a:moveTo>
                    <a:pt x="28502" y="1"/>
                  </a:moveTo>
                  <a:lnTo>
                    <a:pt x="28424" y="12"/>
                  </a:lnTo>
                  <a:lnTo>
                    <a:pt x="28368" y="23"/>
                  </a:lnTo>
                  <a:lnTo>
                    <a:pt x="28335" y="34"/>
                  </a:lnTo>
                  <a:lnTo>
                    <a:pt x="28279" y="68"/>
                  </a:lnTo>
                  <a:lnTo>
                    <a:pt x="28268" y="90"/>
                  </a:lnTo>
                  <a:lnTo>
                    <a:pt x="27099" y="892"/>
                  </a:lnTo>
                  <a:lnTo>
                    <a:pt x="25774" y="1804"/>
                  </a:lnTo>
                  <a:lnTo>
                    <a:pt x="24071" y="3007"/>
                  </a:lnTo>
                  <a:lnTo>
                    <a:pt x="22067" y="4421"/>
                  </a:lnTo>
                  <a:lnTo>
                    <a:pt x="19851" y="6002"/>
                  </a:lnTo>
                  <a:lnTo>
                    <a:pt x="17525" y="7694"/>
                  </a:lnTo>
                  <a:lnTo>
                    <a:pt x="16344" y="8574"/>
                  </a:lnTo>
                  <a:lnTo>
                    <a:pt x="15153" y="9453"/>
                  </a:lnTo>
                  <a:lnTo>
                    <a:pt x="14474" y="9965"/>
                  </a:lnTo>
                  <a:lnTo>
                    <a:pt x="13706" y="10555"/>
                  </a:lnTo>
                  <a:lnTo>
                    <a:pt x="12715" y="11346"/>
                  </a:lnTo>
                  <a:lnTo>
                    <a:pt x="11535" y="12292"/>
                  </a:lnTo>
                  <a:lnTo>
                    <a:pt x="10232" y="13372"/>
                  </a:lnTo>
                  <a:lnTo>
                    <a:pt x="9542" y="13951"/>
                  </a:lnTo>
                  <a:lnTo>
                    <a:pt x="8840" y="14563"/>
                  </a:lnTo>
                  <a:lnTo>
                    <a:pt x="8128" y="15187"/>
                  </a:lnTo>
                  <a:lnTo>
                    <a:pt x="7404" y="15833"/>
                  </a:lnTo>
                  <a:lnTo>
                    <a:pt x="6692" y="16489"/>
                  </a:lnTo>
                  <a:lnTo>
                    <a:pt x="5979" y="17157"/>
                  </a:lnTo>
                  <a:lnTo>
                    <a:pt x="5278" y="17837"/>
                  </a:lnTo>
                  <a:lnTo>
                    <a:pt x="4599" y="18516"/>
                  </a:lnTo>
                  <a:lnTo>
                    <a:pt x="3942" y="19195"/>
                  </a:lnTo>
                  <a:lnTo>
                    <a:pt x="3318" y="19863"/>
                  </a:lnTo>
                  <a:lnTo>
                    <a:pt x="2739" y="20542"/>
                  </a:lnTo>
                  <a:lnTo>
                    <a:pt x="2461" y="20865"/>
                  </a:lnTo>
                  <a:lnTo>
                    <a:pt x="2183" y="21199"/>
                  </a:lnTo>
                  <a:lnTo>
                    <a:pt x="1938" y="21522"/>
                  </a:lnTo>
                  <a:lnTo>
                    <a:pt x="1693" y="21845"/>
                  </a:lnTo>
                  <a:lnTo>
                    <a:pt x="1459" y="22156"/>
                  </a:lnTo>
                  <a:lnTo>
                    <a:pt x="1247" y="22479"/>
                  </a:lnTo>
                  <a:lnTo>
                    <a:pt x="1047" y="22780"/>
                  </a:lnTo>
                  <a:lnTo>
                    <a:pt x="858" y="23080"/>
                  </a:lnTo>
                  <a:lnTo>
                    <a:pt x="691" y="23381"/>
                  </a:lnTo>
                  <a:lnTo>
                    <a:pt x="535" y="23670"/>
                  </a:lnTo>
                  <a:lnTo>
                    <a:pt x="401" y="23960"/>
                  </a:lnTo>
                  <a:lnTo>
                    <a:pt x="279" y="24227"/>
                  </a:lnTo>
                  <a:lnTo>
                    <a:pt x="190" y="24505"/>
                  </a:lnTo>
                  <a:lnTo>
                    <a:pt x="112" y="24761"/>
                  </a:lnTo>
                  <a:lnTo>
                    <a:pt x="45" y="25018"/>
                  </a:lnTo>
                  <a:lnTo>
                    <a:pt x="12" y="25262"/>
                  </a:lnTo>
                  <a:lnTo>
                    <a:pt x="1" y="25496"/>
                  </a:lnTo>
                  <a:lnTo>
                    <a:pt x="12" y="25719"/>
                  </a:lnTo>
                  <a:lnTo>
                    <a:pt x="45" y="26020"/>
                  </a:lnTo>
                  <a:lnTo>
                    <a:pt x="112" y="26342"/>
                  </a:lnTo>
                  <a:lnTo>
                    <a:pt x="212" y="26699"/>
                  </a:lnTo>
                  <a:lnTo>
                    <a:pt x="323" y="27066"/>
                  </a:lnTo>
                  <a:lnTo>
                    <a:pt x="468" y="27467"/>
                  </a:lnTo>
                  <a:lnTo>
                    <a:pt x="635" y="27901"/>
                  </a:lnTo>
                  <a:lnTo>
                    <a:pt x="824" y="28346"/>
                  </a:lnTo>
                  <a:lnTo>
                    <a:pt x="1047" y="28814"/>
                  </a:lnTo>
                  <a:lnTo>
                    <a:pt x="1281" y="29293"/>
                  </a:lnTo>
                  <a:lnTo>
                    <a:pt x="1537" y="29805"/>
                  </a:lnTo>
                  <a:lnTo>
                    <a:pt x="1804" y="30328"/>
                  </a:lnTo>
                  <a:lnTo>
                    <a:pt x="2105" y="30874"/>
                  </a:lnTo>
                  <a:lnTo>
                    <a:pt x="2416" y="31430"/>
                  </a:lnTo>
                  <a:lnTo>
                    <a:pt x="2739" y="31998"/>
                  </a:lnTo>
                  <a:lnTo>
                    <a:pt x="3441" y="33189"/>
                  </a:lnTo>
                  <a:lnTo>
                    <a:pt x="4198" y="34425"/>
                  </a:lnTo>
                  <a:lnTo>
                    <a:pt x="5011" y="35706"/>
                  </a:lnTo>
                  <a:lnTo>
                    <a:pt x="5857" y="37019"/>
                  </a:lnTo>
                  <a:lnTo>
                    <a:pt x="6747" y="38355"/>
                  </a:lnTo>
                  <a:lnTo>
                    <a:pt x="7660" y="39702"/>
                  </a:lnTo>
                  <a:lnTo>
                    <a:pt x="8596" y="41061"/>
                  </a:lnTo>
                  <a:lnTo>
                    <a:pt x="9542" y="42419"/>
                  </a:lnTo>
                  <a:lnTo>
                    <a:pt x="10499" y="43766"/>
                  </a:lnTo>
                  <a:lnTo>
                    <a:pt x="11446" y="45102"/>
                  </a:lnTo>
                  <a:lnTo>
                    <a:pt x="12392" y="46416"/>
                  </a:lnTo>
                  <a:lnTo>
                    <a:pt x="14229" y="48932"/>
                  </a:lnTo>
                  <a:lnTo>
                    <a:pt x="15955" y="51248"/>
                  </a:lnTo>
                  <a:lnTo>
                    <a:pt x="17502" y="53307"/>
                  </a:lnTo>
                  <a:lnTo>
                    <a:pt x="19840" y="56414"/>
                  </a:lnTo>
                  <a:lnTo>
                    <a:pt x="20531" y="57315"/>
                  </a:lnTo>
                  <a:lnTo>
                    <a:pt x="20720" y="57571"/>
                  </a:lnTo>
                  <a:lnTo>
                    <a:pt x="20809" y="57694"/>
                  </a:lnTo>
                  <a:lnTo>
                    <a:pt x="21299" y="57482"/>
                  </a:lnTo>
                  <a:lnTo>
                    <a:pt x="21789" y="57249"/>
                  </a:lnTo>
                  <a:lnTo>
                    <a:pt x="22267" y="57015"/>
                  </a:lnTo>
                  <a:lnTo>
                    <a:pt x="22746" y="56781"/>
                  </a:lnTo>
                  <a:lnTo>
                    <a:pt x="23203" y="56536"/>
                  </a:lnTo>
                  <a:lnTo>
                    <a:pt x="23659" y="56291"/>
                  </a:lnTo>
                  <a:lnTo>
                    <a:pt x="24527" y="55812"/>
                  </a:lnTo>
                  <a:lnTo>
                    <a:pt x="25340" y="55334"/>
                  </a:lnTo>
                  <a:lnTo>
                    <a:pt x="26075" y="54888"/>
                  </a:lnTo>
                  <a:lnTo>
                    <a:pt x="26721" y="54476"/>
                  </a:lnTo>
                  <a:lnTo>
                    <a:pt x="27277" y="54120"/>
                  </a:lnTo>
                  <a:lnTo>
                    <a:pt x="27700" y="53842"/>
                  </a:lnTo>
                  <a:lnTo>
                    <a:pt x="28012" y="53619"/>
                  </a:lnTo>
                  <a:lnTo>
                    <a:pt x="28279" y="53430"/>
                  </a:lnTo>
                  <a:lnTo>
                    <a:pt x="27890" y="52495"/>
                  </a:lnTo>
                  <a:lnTo>
                    <a:pt x="27433" y="51392"/>
                  </a:lnTo>
                  <a:lnTo>
                    <a:pt x="26810" y="49923"/>
                  </a:lnTo>
                  <a:lnTo>
                    <a:pt x="26654" y="49578"/>
                  </a:lnTo>
                  <a:lnTo>
                    <a:pt x="26376" y="48932"/>
                  </a:lnTo>
                  <a:lnTo>
                    <a:pt x="26220" y="48553"/>
                  </a:lnTo>
                  <a:lnTo>
                    <a:pt x="25351" y="46583"/>
                  </a:lnTo>
                  <a:lnTo>
                    <a:pt x="24360" y="44390"/>
                  </a:lnTo>
                  <a:lnTo>
                    <a:pt x="23826" y="43221"/>
                  </a:lnTo>
                  <a:lnTo>
                    <a:pt x="23258" y="42018"/>
                  </a:lnTo>
                  <a:lnTo>
                    <a:pt x="22679" y="40771"/>
                  </a:lnTo>
                  <a:lnTo>
                    <a:pt x="22067" y="39513"/>
                  </a:lnTo>
                  <a:lnTo>
                    <a:pt x="21544" y="38422"/>
                  </a:lnTo>
                  <a:lnTo>
                    <a:pt x="20720" y="36774"/>
                  </a:lnTo>
                  <a:lnTo>
                    <a:pt x="19874" y="35104"/>
                  </a:lnTo>
                  <a:lnTo>
                    <a:pt x="19328" y="34047"/>
                  </a:lnTo>
                  <a:lnTo>
                    <a:pt x="18771" y="32989"/>
                  </a:lnTo>
                  <a:lnTo>
                    <a:pt x="18115" y="31764"/>
                  </a:lnTo>
                  <a:lnTo>
                    <a:pt x="17502" y="30662"/>
                  </a:lnTo>
                  <a:lnTo>
                    <a:pt x="17202" y="30117"/>
                  </a:lnTo>
                  <a:lnTo>
                    <a:pt x="16890" y="29571"/>
                  </a:lnTo>
                  <a:lnTo>
                    <a:pt x="16278" y="28502"/>
                  </a:lnTo>
                  <a:lnTo>
                    <a:pt x="15643" y="27433"/>
                  </a:lnTo>
                  <a:lnTo>
                    <a:pt x="15409" y="27044"/>
                  </a:lnTo>
                  <a:lnTo>
                    <a:pt x="15821" y="26866"/>
                  </a:lnTo>
                  <a:lnTo>
                    <a:pt x="15832" y="26855"/>
                  </a:lnTo>
                  <a:lnTo>
                    <a:pt x="15955" y="26810"/>
                  </a:lnTo>
                  <a:lnTo>
                    <a:pt x="18159" y="25853"/>
                  </a:lnTo>
                  <a:lnTo>
                    <a:pt x="19484" y="25274"/>
                  </a:lnTo>
                  <a:lnTo>
                    <a:pt x="20942" y="24606"/>
                  </a:lnTo>
                  <a:lnTo>
                    <a:pt x="22535" y="23860"/>
                  </a:lnTo>
                  <a:lnTo>
                    <a:pt x="23370" y="23459"/>
                  </a:lnTo>
                  <a:lnTo>
                    <a:pt x="24238" y="23036"/>
                  </a:lnTo>
                  <a:lnTo>
                    <a:pt x="25140" y="22579"/>
                  </a:lnTo>
                  <a:lnTo>
                    <a:pt x="26064" y="22101"/>
                  </a:lnTo>
                  <a:lnTo>
                    <a:pt x="27010" y="21600"/>
                  </a:lnTo>
                  <a:lnTo>
                    <a:pt x="27979" y="21076"/>
                  </a:lnTo>
                  <a:lnTo>
                    <a:pt x="28502" y="20798"/>
                  </a:lnTo>
                  <a:lnTo>
                    <a:pt x="29025" y="20497"/>
                  </a:lnTo>
                  <a:lnTo>
                    <a:pt x="29437" y="20264"/>
                  </a:lnTo>
                  <a:lnTo>
                    <a:pt x="29838" y="20008"/>
                  </a:lnTo>
                  <a:lnTo>
                    <a:pt x="30228" y="19740"/>
                  </a:lnTo>
                  <a:lnTo>
                    <a:pt x="30595" y="19462"/>
                  </a:lnTo>
                  <a:lnTo>
                    <a:pt x="30951" y="19161"/>
                  </a:lnTo>
                  <a:lnTo>
                    <a:pt x="31285" y="18861"/>
                  </a:lnTo>
                  <a:lnTo>
                    <a:pt x="31619" y="18549"/>
                  </a:lnTo>
                  <a:lnTo>
                    <a:pt x="31931" y="18226"/>
                  </a:lnTo>
                  <a:lnTo>
                    <a:pt x="32221" y="17892"/>
                  </a:lnTo>
                  <a:lnTo>
                    <a:pt x="32510" y="17547"/>
                  </a:lnTo>
                  <a:lnTo>
                    <a:pt x="32777" y="17202"/>
                  </a:lnTo>
                  <a:lnTo>
                    <a:pt x="33033" y="16835"/>
                  </a:lnTo>
                  <a:lnTo>
                    <a:pt x="33267" y="16467"/>
                  </a:lnTo>
                  <a:lnTo>
                    <a:pt x="33490" y="16089"/>
                  </a:lnTo>
                  <a:lnTo>
                    <a:pt x="33701" y="15710"/>
                  </a:lnTo>
                  <a:lnTo>
                    <a:pt x="33891" y="15320"/>
                  </a:lnTo>
                  <a:lnTo>
                    <a:pt x="34069" y="14931"/>
                  </a:lnTo>
                  <a:lnTo>
                    <a:pt x="34236" y="14530"/>
                  </a:lnTo>
                  <a:lnTo>
                    <a:pt x="34381" y="14118"/>
                  </a:lnTo>
                  <a:lnTo>
                    <a:pt x="34514" y="13717"/>
                  </a:lnTo>
                  <a:lnTo>
                    <a:pt x="34637" y="13294"/>
                  </a:lnTo>
                  <a:lnTo>
                    <a:pt x="34737" y="12882"/>
                  </a:lnTo>
                  <a:lnTo>
                    <a:pt x="34826" y="12459"/>
                  </a:lnTo>
                  <a:lnTo>
                    <a:pt x="34893" y="12036"/>
                  </a:lnTo>
                  <a:lnTo>
                    <a:pt x="34948" y="11613"/>
                  </a:lnTo>
                  <a:lnTo>
                    <a:pt x="34993" y="11190"/>
                  </a:lnTo>
                  <a:lnTo>
                    <a:pt x="35026" y="10767"/>
                  </a:lnTo>
                  <a:lnTo>
                    <a:pt x="35037" y="10333"/>
                  </a:lnTo>
                  <a:lnTo>
                    <a:pt x="35026" y="9910"/>
                  </a:lnTo>
                  <a:lnTo>
                    <a:pt x="35015" y="9475"/>
                  </a:lnTo>
                  <a:lnTo>
                    <a:pt x="34982" y="9052"/>
                  </a:lnTo>
                  <a:lnTo>
                    <a:pt x="34926" y="8629"/>
                  </a:lnTo>
                  <a:lnTo>
                    <a:pt x="34882" y="8340"/>
                  </a:lnTo>
                  <a:lnTo>
                    <a:pt x="34837" y="8061"/>
                  </a:lnTo>
                  <a:lnTo>
                    <a:pt x="34781" y="7772"/>
                  </a:lnTo>
                  <a:lnTo>
                    <a:pt x="34715" y="7494"/>
                  </a:lnTo>
                  <a:lnTo>
                    <a:pt x="34648" y="7215"/>
                  </a:lnTo>
                  <a:lnTo>
                    <a:pt x="34570" y="6937"/>
                  </a:lnTo>
                  <a:lnTo>
                    <a:pt x="34492" y="6659"/>
                  </a:lnTo>
                  <a:lnTo>
                    <a:pt x="34392" y="6391"/>
                  </a:lnTo>
                  <a:lnTo>
                    <a:pt x="34303" y="6113"/>
                  </a:lnTo>
                  <a:lnTo>
                    <a:pt x="34191" y="5846"/>
                  </a:lnTo>
                  <a:lnTo>
                    <a:pt x="34080" y="5579"/>
                  </a:lnTo>
                  <a:lnTo>
                    <a:pt x="33957" y="5311"/>
                  </a:lnTo>
                  <a:lnTo>
                    <a:pt x="33835" y="5044"/>
                  </a:lnTo>
                  <a:lnTo>
                    <a:pt x="33701" y="4788"/>
                  </a:lnTo>
                  <a:lnTo>
                    <a:pt x="33557" y="4532"/>
                  </a:lnTo>
                  <a:lnTo>
                    <a:pt x="33412" y="4276"/>
                  </a:lnTo>
                  <a:lnTo>
                    <a:pt x="33256" y="4020"/>
                  </a:lnTo>
                  <a:lnTo>
                    <a:pt x="33100" y="3775"/>
                  </a:lnTo>
                  <a:lnTo>
                    <a:pt x="32933" y="3530"/>
                  </a:lnTo>
                  <a:lnTo>
                    <a:pt x="32755" y="3285"/>
                  </a:lnTo>
                  <a:lnTo>
                    <a:pt x="32566" y="3051"/>
                  </a:lnTo>
                  <a:lnTo>
                    <a:pt x="32377" y="2818"/>
                  </a:lnTo>
                  <a:lnTo>
                    <a:pt x="32187" y="2595"/>
                  </a:lnTo>
                  <a:lnTo>
                    <a:pt x="31976" y="2361"/>
                  </a:lnTo>
                  <a:lnTo>
                    <a:pt x="31764" y="2150"/>
                  </a:lnTo>
                  <a:lnTo>
                    <a:pt x="31541" y="1927"/>
                  </a:lnTo>
                  <a:lnTo>
                    <a:pt x="31319" y="1715"/>
                  </a:lnTo>
                  <a:lnTo>
                    <a:pt x="31085" y="1504"/>
                  </a:lnTo>
                  <a:lnTo>
                    <a:pt x="30840" y="1303"/>
                  </a:lnTo>
                  <a:lnTo>
                    <a:pt x="30595" y="1114"/>
                  </a:lnTo>
                  <a:lnTo>
                    <a:pt x="30339" y="914"/>
                  </a:lnTo>
                  <a:lnTo>
                    <a:pt x="30083" y="736"/>
                  </a:lnTo>
                  <a:lnTo>
                    <a:pt x="29805" y="546"/>
                  </a:lnTo>
                  <a:lnTo>
                    <a:pt x="29560" y="391"/>
                  </a:lnTo>
                  <a:lnTo>
                    <a:pt x="29337" y="268"/>
                  </a:lnTo>
                  <a:lnTo>
                    <a:pt x="29137" y="179"/>
                  </a:lnTo>
                  <a:lnTo>
                    <a:pt x="28970" y="101"/>
                  </a:lnTo>
                  <a:lnTo>
                    <a:pt x="28825" y="57"/>
                  </a:lnTo>
                  <a:lnTo>
                    <a:pt x="28691" y="23"/>
                  </a:lnTo>
                  <a:lnTo>
                    <a:pt x="28591" y="1"/>
                  </a:lnTo>
                  <a:close/>
                </a:path>
              </a:pathLst>
            </a:custGeom>
            <a:solidFill>
              <a:srgbClr val="312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7674361" y="4088964"/>
              <a:ext cx="412042" cy="332370"/>
            </a:xfrm>
            <a:custGeom>
              <a:rect b="b" l="l" r="r" t="t"/>
              <a:pathLst>
                <a:path extrusionOk="0" h="14163" w="17558">
                  <a:moveTo>
                    <a:pt x="12469" y="1"/>
                  </a:moveTo>
                  <a:lnTo>
                    <a:pt x="12403" y="168"/>
                  </a:lnTo>
                  <a:lnTo>
                    <a:pt x="12336" y="312"/>
                  </a:lnTo>
                  <a:lnTo>
                    <a:pt x="12247" y="457"/>
                  </a:lnTo>
                  <a:lnTo>
                    <a:pt x="12147" y="602"/>
                  </a:lnTo>
                  <a:lnTo>
                    <a:pt x="12046" y="724"/>
                  </a:lnTo>
                  <a:lnTo>
                    <a:pt x="11924" y="847"/>
                  </a:lnTo>
                  <a:lnTo>
                    <a:pt x="11813" y="969"/>
                  </a:lnTo>
                  <a:lnTo>
                    <a:pt x="11679" y="1081"/>
                  </a:lnTo>
                  <a:lnTo>
                    <a:pt x="11545" y="1181"/>
                  </a:lnTo>
                  <a:lnTo>
                    <a:pt x="11412" y="1270"/>
                  </a:lnTo>
                  <a:lnTo>
                    <a:pt x="11267" y="1359"/>
                  </a:lnTo>
                  <a:lnTo>
                    <a:pt x="11122" y="1448"/>
                  </a:lnTo>
                  <a:lnTo>
                    <a:pt x="10833" y="1593"/>
                  </a:lnTo>
                  <a:lnTo>
                    <a:pt x="10532" y="1715"/>
                  </a:lnTo>
                  <a:lnTo>
                    <a:pt x="10243" y="1815"/>
                  </a:lnTo>
                  <a:lnTo>
                    <a:pt x="9964" y="1882"/>
                  </a:lnTo>
                  <a:lnTo>
                    <a:pt x="9697" y="1938"/>
                  </a:lnTo>
                  <a:lnTo>
                    <a:pt x="9441" y="1971"/>
                  </a:lnTo>
                  <a:lnTo>
                    <a:pt x="9230" y="1994"/>
                  </a:lnTo>
                  <a:lnTo>
                    <a:pt x="9052" y="1982"/>
                  </a:lnTo>
                  <a:lnTo>
                    <a:pt x="8907" y="1960"/>
                  </a:lnTo>
                  <a:lnTo>
                    <a:pt x="8862" y="1949"/>
                  </a:lnTo>
                  <a:lnTo>
                    <a:pt x="8818" y="1927"/>
                  </a:lnTo>
                  <a:lnTo>
                    <a:pt x="8740" y="1882"/>
                  </a:lnTo>
                  <a:lnTo>
                    <a:pt x="8640" y="1838"/>
                  </a:lnTo>
                  <a:lnTo>
                    <a:pt x="8517" y="1793"/>
                  </a:lnTo>
                  <a:lnTo>
                    <a:pt x="8372" y="1760"/>
                  </a:lnTo>
                  <a:lnTo>
                    <a:pt x="8217" y="1726"/>
                  </a:lnTo>
                  <a:lnTo>
                    <a:pt x="8061" y="1693"/>
                  </a:lnTo>
                  <a:lnTo>
                    <a:pt x="7894" y="1671"/>
                  </a:lnTo>
                  <a:lnTo>
                    <a:pt x="7716" y="1660"/>
                  </a:lnTo>
                  <a:lnTo>
                    <a:pt x="7382" y="1660"/>
                  </a:lnTo>
                  <a:lnTo>
                    <a:pt x="7237" y="1671"/>
                  </a:lnTo>
                  <a:lnTo>
                    <a:pt x="7092" y="1704"/>
                  </a:lnTo>
                  <a:lnTo>
                    <a:pt x="6970" y="1738"/>
                  </a:lnTo>
                  <a:lnTo>
                    <a:pt x="6858" y="1793"/>
                  </a:lnTo>
                  <a:lnTo>
                    <a:pt x="6814" y="1815"/>
                  </a:lnTo>
                  <a:lnTo>
                    <a:pt x="6780" y="1860"/>
                  </a:lnTo>
                  <a:lnTo>
                    <a:pt x="6747" y="1893"/>
                  </a:lnTo>
                  <a:lnTo>
                    <a:pt x="6725" y="1938"/>
                  </a:lnTo>
                  <a:lnTo>
                    <a:pt x="6569" y="2361"/>
                  </a:lnTo>
                  <a:lnTo>
                    <a:pt x="6235" y="3185"/>
                  </a:lnTo>
                  <a:lnTo>
                    <a:pt x="6023" y="3730"/>
                  </a:lnTo>
                  <a:lnTo>
                    <a:pt x="5767" y="4320"/>
                  </a:lnTo>
                  <a:lnTo>
                    <a:pt x="5478" y="4966"/>
                  </a:lnTo>
                  <a:lnTo>
                    <a:pt x="5166" y="5634"/>
                  </a:lnTo>
                  <a:lnTo>
                    <a:pt x="4821" y="6325"/>
                  </a:lnTo>
                  <a:lnTo>
                    <a:pt x="4442" y="7015"/>
                  </a:lnTo>
                  <a:lnTo>
                    <a:pt x="4253" y="7360"/>
                  </a:lnTo>
                  <a:lnTo>
                    <a:pt x="4053" y="7694"/>
                  </a:lnTo>
                  <a:lnTo>
                    <a:pt x="3852" y="8028"/>
                  </a:lnTo>
                  <a:lnTo>
                    <a:pt x="3641" y="8351"/>
                  </a:lnTo>
                  <a:lnTo>
                    <a:pt x="3429" y="8663"/>
                  </a:lnTo>
                  <a:lnTo>
                    <a:pt x="3206" y="8963"/>
                  </a:lnTo>
                  <a:lnTo>
                    <a:pt x="2984" y="9241"/>
                  </a:lnTo>
                  <a:lnTo>
                    <a:pt x="2750" y="9520"/>
                  </a:lnTo>
                  <a:lnTo>
                    <a:pt x="2516" y="9765"/>
                  </a:lnTo>
                  <a:lnTo>
                    <a:pt x="2282" y="9999"/>
                  </a:lnTo>
                  <a:lnTo>
                    <a:pt x="2049" y="10210"/>
                  </a:lnTo>
                  <a:lnTo>
                    <a:pt x="1804" y="10399"/>
                  </a:lnTo>
                  <a:lnTo>
                    <a:pt x="1514" y="10633"/>
                  </a:lnTo>
                  <a:lnTo>
                    <a:pt x="1247" y="10845"/>
                  </a:lnTo>
                  <a:lnTo>
                    <a:pt x="1013" y="11056"/>
                  </a:lnTo>
                  <a:lnTo>
                    <a:pt x="813" y="11257"/>
                  </a:lnTo>
                  <a:lnTo>
                    <a:pt x="635" y="11457"/>
                  </a:lnTo>
                  <a:lnTo>
                    <a:pt x="479" y="11646"/>
                  </a:lnTo>
                  <a:lnTo>
                    <a:pt x="345" y="11836"/>
                  </a:lnTo>
                  <a:lnTo>
                    <a:pt x="234" y="12014"/>
                  </a:lnTo>
                  <a:lnTo>
                    <a:pt x="156" y="12181"/>
                  </a:lnTo>
                  <a:lnTo>
                    <a:pt x="89" y="12348"/>
                  </a:lnTo>
                  <a:lnTo>
                    <a:pt x="33" y="12515"/>
                  </a:lnTo>
                  <a:lnTo>
                    <a:pt x="11" y="12659"/>
                  </a:lnTo>
                  <a:lnTo>
                    <a:pt x="0" y="12804"/>
                  </a:lnTo>
                  <a:lnTo>
                    <a:pt x="0" y="12949"/>
                  </a:lnTo>
                  <a:lnTo>
                    <a:pt x="11" y="13082"/>
                  </a:lnTo>
                  <a:lnTo>
                    <a:pt x="45" y="13205"/>
                  </a:lnTo>
                  <a:lnTo>
                    <a:pt x="89" y="13339"/>
                  </a:lnTo>
                  <a:lnTo>
                    <a:pt x="145" y="13461"/>
                  </a:lnTo>
                  <a:lnTo>
                    <a:pt x="212" y="13583"/>
                  </a:lnTo>
                  <a:lnTo>
                    <a:pt x="290" y="13695"/>
                  </a:lnTo>
                  <a:lnTo>
                    <a:pt x="367" y="13795"/>
                  </a:lnTo>
                  <a:lnTo>
                    <a:pt x="457" y="13884"/>
                  </a:lnTo>
                  <a:lnTo>
                    <a:pt x="546" y="13973"/>
                  </a:lnTo>
                  <a:lnTo>
                    <a:pt x="646" y="14051"/>
                  </a:lnTo>
                  <a:lnTo>
                    <a:pt x="690" y="14084"/>
                  </a:lnTo>
                  <a:lnTo>
                    <a:pt x="757" y="14118"/>
                  </a:lnTo>
                  <a:lnTo>
                    <a:pt x="824" y="14140"/>
                  </a:lnTo>
                  <a:lnTo>
                    <a:pt x="902" y="14151"/>
                  </a:lnTo>
                  <a:lnTo>
                    <a:pt x="1069" y="14162"/>
                  </a:lnTo>
                  <a:lnTo>
                    <a:pt x="1280" y="14162"/>
                  </a:lnTo>
                  <a:lnTo>
                    <a:pt x="1514" y="14129"/>
                  </a:lnTo>
                  <a:lnTo>
                    <a:pt x="1770" y="14084"/>
                  </a:lnTo>
                  <a:lnTo>
                    <a:pt x="2049" y="14018"/>
                  </a:lnTo>
                  <a:lnTo>
                    <a:pt x="2349" y="13940"/>
                  </a:lnTo>
                  <a:lnTo>
                    <a:pt x="2672" y="13851"/>
                  </a:lnTo>
                  <a:lnTo>
                    <a:pt x="3006" y="13739"/>
                  </a:lnTo>
                  <a:lnTo>
                    <a:pt x="3351" y="13617"/>
                  </a:lnTo>
                  <a:lnTo>
                    <a:pt x="3707" y="13483"/>
                  </a:lnTo>
                  <a:lnTo>
                    <a:pt x="4453" y="13183"/>
                  </a:lnTo>
                  <a:lnTo>
                    <a:pt x="5210" y="12860"/>
                  </a:lnTo>
                  <a:lnTo>
                    <a:pt x="5956" y="12504"/>
                  </a:lnTo>
                  <a:lnTo>
                    <a:pt x="6691" y="12147"/>
                  </a:lnTo>
                  <a:lnTo>
                    <a:pt x="7393" y="11791"/>
                  </a:lnTo>
                  <a:lnTo>
                    <a:pt x="8027" y="11446"/>
                  </a:lnTo>
                  <a:lnTo>
                    <a:pt x="8595" y="11123"/>
                  </a:lnTo>
                  <a:lnTo>
                    <a:pt x="9063" y="10822"/>
                  </a:lnTo>
                  <a:lnTo>
                    <a:pt x="9252" y="10689"/>
                  </a:lnTo>
                  <a:lnTo>
                    <a:pt x="9419" y="10577"/>
                  </a:lnTo>
                  <a:lnTo>
                    <a:pt x="9553" y="10466"/>
                  </a:lnTo>
                  <a:lnTo>
                    <a:pt x="9642" y="10366"/>
                  </a:lnTo>
                  <a:lnTo>
                    <a:pt x="9953" y="10032"/>
                  </a:lnTo>
                  <a:lnTo>
                    <a:pt x="10243" y="9731"/>
                  </a:lnTo>
                  <a:lnTo>
                    <a:pt x="10510" y="9464"/>
                  </a:lnTo>
                  <a:lnTo>
                    <a:pt x="10744" y="9241"/>
                  </a:lnTo>
                  <a:lnTo>
                    <a:pt x="11100" y="8907"/>
                  </a:lnTo>
                  <a:lnTo>
                    <a:pt x="11234" y="8796"/>
                  </a:lnTo>
                  <a:lnTo>
                    <a:pt x="11902" y="9275"/>
                  </a:lnTo>
                  <a:lnTo>
                    <a:pt x="12236" y="9164"/>
                  </a:lnTo>
                  <a:lnTo>
                    <a:pt x="12625" y="9019"/>
                  </a:lnTo>
                  <a:lnTo>
                    <a:pt x="13037" y="8830"/>
                  </a:lnTo>
                  <a:lnTo>
                    <a:pt x="13483" y="8618"/>
                  </a:lnTo>
                  <a:lnTo>
                    <a:pt x="13950" y="8395"/>
                  </a:lnTo>
                  <a:lnTo>
                    <a:pt x="14418" y="8150"/>
                  </a:lnTo>
                  <a:lnTo>
                    <a:pt x="15353" y="7661"/>
                  </a:lnTo>
                  <a:lnTo>
                    <a:pt x="16210" y="7182"/>
                  </a:lnTo>
                  <a:lnTo>
                    <a:pt x="16912" y="6781"/>
                  </a:lnTo>
                  <a:lnTo>
                    <a:pt x="17557" y="6391"/>
                  </a:lnTo>
                  <a:lnTo>
                    <a:pt x="17502" y="6213"/>
                  </a:lnTo>
                  <a:lnTo>
                    <a:pt x="17413" y="5968"/>
                  </a:lnTo>
                  <a:lnTo>
                    <a:pt x="17268" y="5623"/>
                  </a:lnTo>
                  <a:lnTo>
                    <a:pt x="17056" y="5167"/>
                  </a:lnTo>
                  <a:lnTo>
                    <a:pt x="16767" y="4599"/>
                  </a:lnTo>
                  <a:lnTo>
                    <a:pt x="16400" y="3909"/>
                  </a:lnTo>
                  <a:lnTo>
                    <a:pt x="15943" y="3096"/>
                  </a:lnTo>
                  <a:lnTo>
                    <a:pt x="15810" y="2873"/>
                  </a:lnTo>
                  <a:lnTo>
                    <a:pt x="15676" y="2673"/>
                  </a:lnTo>
                  <a:lnTo>
                    <a:pt x="15542" y="2472"/>
                  </a:lnTo>
                  <a:lnTo>
                    <a:pt x="15398" y="2283"/>
                  </a:lnTo>
                  <a:lnTo>
                    <a:pt x="15253" y="2105"/>
                  </a:lnTo>
                  <a:lnTo>
                    <a:pt x="15108" y="1938"/>
                  </a:lnTo>
                  <a:lnTo>
                    <a:pt x="14819" y="1626"/>
                  </a:lnTo>
                  <a:lnTo>
                    <a:pt x="14607" y="1404"/>
                  </a:lnTo>
                  <a:lnTo>
                    <a:pt x="14384" y="1214"/>
                  </a:lnTo>
                  <a:lnTo>
                    <a:pt x="14173" y="1025"/>
                  </a:lnTo>
                  <a:lnTo>
                    <a:pt x="13961" y="869"/>
                  </a:lnTo>
                  <a:lnTo>
                    <a:pt x="13761" y="713"/>
                  </a:lnTo>
                  <a:lnTo>
                    <a:pt x="13561" y="580"/>
                  </a:lnTo>
                  <a:lnTo>
                    <a:pt x="13204" y="368"/>
                  </a:lnTo>
                  <a:lnTo>
                    <a:pt x="12904" y="201"/>
                  </a:lnTo>
                  <a:lnTo>
                    <a:pt x="12681" y="90"/>
                  </a:lnTo>
                  <a:lnTo>
                    <a:pt x="12469" y="1"/>
                  </a:lnTo>
                  <a:close/>
                </a:path>
              </a:pathLst>
            </a:custGeom>
            <a:solidFill>
              <a:srgbClr val="FFF6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2"/>
            <p:cNvSpPr/>
            <p:nvPr/>
          </p:nvSpPr>
          <p:spPr>
            <a:xfrm>
              <a:off x="7675394" y="4127122"/>
              <a:ext cx="411010" cy="294212"/>
            </a:xfrm>
            <a:custGeom>
              <a:rect b="b" l="l" r="r" t="t"/>
              <a:pathLst>
                <a:path extrusionOk="0" h="12537" w="17514">
                  <a:moveTo>
                    <a:pt x="14775" y="0"/>
                  </a:moveTo>
                  <a:lnTo>
                    <a:pt x="14786" y="301"/>
                  </a:lnTo>
                  <a:lnTo>
                    <a:pt x="14775" y="601"/>
                  </a:lnTo>
                  <a:lnTo>
                    <a:pt x="14741" y="902"/>
                  </a:lnTo>
                  <a:lnTo>
                    <a:pt x="14697" y="1191"/>
                  </a:lnTo>
                  <a:lnTo>
                    <a:pt x="14641" y="1492"/>
                  </a:lnTo>
                  <a:lnTo>
                    <a:pt x="14563" y="1782"/>
                  </a:lnTo>
                  <a:lnTo>
                    <a:pt x="14474" y="2060"/>
                  </a:lnTo>
                  <a:lnTo>
                    <a:pt x="14385" y="2338"/>
                  </a:lnTo>
                  <a:lnTo>
                    <a:pt x="14274" y="2617"/>
                  </a:lnTo>
                  <a:lnTo>
                    <a:pt x="14151" y="2884"/>
                  </a:lnTo>
                  <a:lnTo>
                    <a:pt x="14029" y="3151"/>
                  </a:lnTo>
                  <a:lnTo>
                    <a:pt x="13884" y="3407"/>
                  </a:lnTo>
                  <a:lnTo>
                    <a:pt x="13739" y="3652"/>
                  </a:lnTo>
                  <a:lnTo>
                    <a:pt x="13594" y="3897"/>
                  </a:lnTo>
                  <a:lnTo>
                    <a:pt x="13427" y="4120"/>
                  </a:lnTo>
                  <a:lnTo>
                    <a:pt x="13272" y="4353"/>
                  </a:lnTo>
                  <a:lnTo>
                    <a:pt x="13105" y="4565"/>
                  </a:lnTo>
                  <a:lnTo>
                    <a:pt x="12926" y="4765"/>
                  </a:lnTo>
                  <a:lnTo>
                    <a:pt x="12759" y="4966"/>
                  </a:lnTo>
                  <a:lnTo>
                    <a:pt x="12581" y="5144"/>
                  </a:lnTo>
                  <a:lnTo>
                    <a:pt x="12403" y="5322"/>
                  </a:lnTo>
                  <a:lnTo>
                    <a:pt x="12225" y="5478"/>
                  </a:lnTo>
                  <a:lnTo>
                    <a:pt x="12047" y="5634"/>
                  </a:lnTo>
                  <a:lnTo>
                    <a:pt x="11869" y="5767"/>
                  </a:lnTo>
                  <a:lnTo>
                    <a:pt x="11702" y="5890"/>
                  </a:lnTo>
                  <a:lnTo>
                    <a:pt x="11524" y="6001"/>
                  </a:lnTo>
                  <a:lnTo>
                    <a:pt x="11357" y="6101"/>
                  </a:lnTo>
                  <a:lnTo>
                    <a:pt x="11201" y="6190"/>
                  </a:lnTo>
                  <a:lnTo>
                    <a:pt x="11045" y="6257"/>
                  </a:lnTo>
                  <a:lnTo>
                    <a:pt x="10900" y="6302"/>
                  </a:lnTo>
                  <a:lnTo>
                    <a:pt x="10755" y="6346"/>
                  </a:lnTo>
                  <a:lnTo>
                    <a:pt x="10622" y="6357"/>
                  </a:lnTo>
                  <a:lnTo>
                    <a:pt x="10332" y="6703"/>
                  </a:lnTo>
                  <a:lnTo>
                    <a:pt x="10032" y="7037"/>
                  </a:lnTo>
                  <a:lnTo>
                    <a:pt x="9720" y="7348"/>
                  </a:lnTo>
                  <a:lnTo>
                    <a:pt x="9397" y="7649"/>
                  </a:lnTo>
                  <a:lnTo>
                    <a:pt x="9063" y="7938"/>
                  </a:lnTo>
                  <a:lnTo>
                    <a:pt x="8718" y="8206"/>
                  </a:lnTo>
                  <a:lnTo>
                    <a:pt x="8373" y="8462"/>
                  </a:lnTo>
                  <a:lnTo>
                    <a:pt x="8017" y="8718"/>
                  </a:lnTo>
                  <a:lnTo>
                    <a:pt x="7660" y="8940"/>
                  </a:lnTo>
                  <a:lnTo>
                    <a:pt x="7293" y="9163"/>
                  </a:lnTo>
                  <a:lnTo>
                    <a:pt x="6926" y="9375"/>
                  </a:lnTo>
                  <a:lnTo>
                    <a:pt x="6558" y="9575"/>
                  </a:lnTo>
                  <a:lnTo>
                    <a:pt x="6180" y="9764"/>
                  </a:lnTo>
                  <a:lnTo>
                    <a:pt x="5812" y="9931"/>
                  </a:lnTo>
                  <a:lnTo>
                    <a:pt x="5434" y="10098"/>
                  </a:lnTo>
                  <a:lnTo>
                    <a:pt x="5055" y="10254"/>
                  </a:lnTo>
                  <a:lnTo>
                    <a:pt x="4688" y="10399"/>
                  </a:lnTo>
                  <a:lnTo>
                    <a:pt x="4320" y="10532"/>
                  </a:lnTo>
                  <a:lnTo>
                    <a:pt x="3953" y="10655"/>
                  </a:lnTo>
                  <a:lnTo>
                    <a:pt x="3597" y="10766"/>
                  </a:lnTo>
                  <a:lnTo>
                    <a:pt x="2895" y="10978"/>
                  </a:lnTo>
                  <a:lnTo>
                    <a:pt x="2227" y="11156"/>
                  </a:lnTo>
                  <a:lnTo>
                    <a:pt x="1593" y="11301"/>
                  </a:lnTo>
                  <a:lnTo>
                    <a:pt x="1003" y="11412"/>
                  </a:lnTo>
                  <a:lnTo>
                    <a:pt x="468" y="11512"/>
                  </a:lnTo>
                  <a:lnTo>
                    <a:pt x="1" y="11579"/>
                  </a:lnTo>
                  <a:lnTo>
                    <a:pt x="45" y="11713"/>
                  </a:lnTo>
                  <a:lnTo>
                    <a:pt x="101" y="11835"/>
                  </a:lnTo>
                  <a:lnTo>
                    <a:pt x="168" y="11957"/>
                  </a:lnTo>
                  <a:lnTo>
                    <a:pt x="246" y="12069"/>
                  </a:lnTo>
                  <a:lnTo>
                    <a:pt x="323" y="12169"/>
                  </a:lnTo>
                  <a:lnTo>
                    <a:pt x="413" y="12258"/>
                  </a:lnTo>
                  <a:lnTo>
                    <a:pt x="502" y="12347"/>
                  </a:lnTo>
                  <a:lnTo>
                    <a:pt x="602" y="12425"/>
                  </a:lnTo>
                  <a:lnTo>
                    <a:pt x="646" y="12458"/>
                  </a:lnTo>
                  <a:lnTo>
                    <a:pt x="713" y="12492"/>
                  </a:lnTo>
                  <a:lnTo>
                    <a:pt x="780" y="12514"/>
                  </a:lnTo>
                  <a:lnTo>
                    <a:pt x="858" y="12525"/>
                  </a:lnTo>
                  <a:lnTo>
                    <a:pt x="1025" y="12536"/>
                  </a:lnTo>
                  <a:lnTo>
                    <a:pt x="1236" y="12536"/>
                  </a:lnTo>
                  <a:lnTo>
                    <a:pt x="1470" y="12503"/>
                  </a:lnTo>
                  <a:lnTo>
                    <a:pt x="1726" y="12458"/>
                  </a:lnTo>
                  <a:lnTo>
                    <a:pt x="2005" y="12392"/>
                  </a:lnTo>
                  <a:lnTo>
                    <a:pt x="2305" y="12314"/>
                  </a:lnTo>
                  <a:lnTo>
                    <a:pt x="2628" y="12225"/>
                  </a:lnTo>
                  <a:lnTo>
                    <a:pt x="2962" y="12113"/>
                  </a:lnTo>
                  <a:lnTo>
                    <a:pt x="3307" y="11991"/>
                  </a:lnTo>
                  <a:lnTo>
                    <a:pt x="3663" y="11857"/>
                  </a:lnTo>
                  <a:lnTo>
                    <a:pt x="4409" y="11557"/>
                  </a:lnTo>
                  <a:lnTo>
                    <a:pt x="5166" y="11234"/>
                  </a:lnTo>
                  <a:lnTo>
                    <a:pt x="5912" y="10878"/>
                  </a:lnTo>
                  <a:lnTo>
                    <a:pt x="6647" y="10521"/>
                  </a:lnTo>
                  <a:lnTo>
                    <a:pt x="7349" y="10165"/>
                  </a:lnTo>
                  <a:lnTo>
                    <a:pt x="7983" y="9820"/>
                  </a:lnTo>
                  <a:lnTo>
                    <a:pt x="8551" y="9497"/>
                  </a:lnTo>
                  <a:lnTo>
                    <a:pt x="9019" y="9196"/>
                  </a:lnTo>
                  <a:lnTo>
                    <a:pt x="9208" y="9063"/>
                  </a:lnTo>
                  <a:lnTo>
                    <a:pt x="9375" y="8951"/>
                  </a:lnTo>
                  <a:lnTo>
                    <a:pt x="9509" y="8840"/>
                  </a:lnTo>
                  <a:lnTo>
                    <a:pt x="9598" y="8740"/>
                  </a:lnTo>
                  <a:lnTo>
                    <a:pt x="9909" y="8406"/>
                  </a:lnTo>
                  <a:lnTo>
                    <a:pt x="10199" y="8105"/>
                  </a:lnTo>
                  <a:lnTo>
                    <a:pt x="10466" y="7838"/>
                  </a:lnTo>
                  <a:lnTo>
                    <a:pt x="10700" y="7615"/>
                  </a:lnTo>
                  <a:lnTo>
                    <a:pt x="11056" y="7281"/>
                  </a:lnTo>
                  <a:lnTo>
                    <a:pt x="11190" y="7170"/>
                  </a:lnTo>
                  <a:lnTo>
                    <a:pt x="11858" y="7649"/>
                  </a:lnTo>
                  <a:lnTo>
                    <a:pt x="12192" y="7538"/>
                  </a:lnTo>
                  <a:lnTo>
                    <a:pt x="12581" y="7393"/>
                  </a:lnTo>
                  <a:lnTo>
                    <a:pt x="12993" y="7204"/>
                  </a:lnTo>
                  <a:lnTo>
                    <a:pt x="13439" y="6992"/>
                  </a:lnTo>
                  <a:lnTo>
                    <a:pt x="13906" y="6769"/>
                  </a:lnTo>
                  <a:lnTo>
                    <a:pt x="14374" y="6524"/>
                  </a:lnTo>
                  <a:lnTo>
                    <a:pt x="15309" y="6035"/>
                  </a:lnTo>
                  <a:lnTo>
                    <a:pt x="16166" y="5556"/>
                  </a:lnTo>
                  <a:lnTo>
                    <a:pt x="16868" y="5155"/>
                  </a:lnTo>
                  <a:lnTo>
                    <a:pt x="17513" y="4765"/>
                  </a:lnTo>
                  <a:lnTo>
                    <a:pt x="17458" y="4587"/>
                  </a:lnTo>
                  <a:lnTo>
                    <a:pt x="17369" y="4342"/>
                  </a:lnTo>
                  <a:lnTo>
                    <a:pt x="17224" y="3997"/>
                  </a:lnTo>
                  <a:lnTo>
                    <a:pt x="17012" y="3541"/>
                  </a:lnTo>
                  <a:lnTo>
                    <a:pt x="16723" y="2973"/>
                  </a:lnTo>
                  <a:lnTo>
                    <a:pt x="16356" y="2283"/>
                  </a:lnTo>
                  <a:lnTo>
                    <a:pt x="15899" y="1470"/>
                  </a:lnTo>
                  <a:lnTo>
                    <a:pt x="15766" y="1247"/>
                  </a:lnTo>
                  <a:lnTo>
                    <a:pt x="15632" y="1047"/>
                  </a:lnTo>
                  <a:lnTo>
                    <a:pt x="15498" y="846"/>
                  </a:lnTo>
                  <a:lnTo>
                    <a:pt x="15354" y="657"/>
                  </a:lnTo>
                  <a:lnTo>
                    <a:pt x="15209" y="479"/>
                  </a:lnTo>
                  <a:lnTo>
                    <a:pt x="15064" y="312"/>
                  </a:lnTo>
                  <a:lnTo>
                    <a:pt x="14775" y="0"/>
                  </a:lnTo>
                  <a:close/>
                </a:path>
              </a:pathLst>
            </a:custGeom>
            <a:solidFill>
              <a:srgbClr val="EFE5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2"/>
            <p:cNvSpPr/>
            <p:nvPr/>
          </p:nvSpPr>
          <p:spPr>
            <a:xfrm>
              <a:off x="7546581" y="2959496"/>
              <a:ext cx="549492" cy="1067584"/>
            </a:xfrm>
            <a:custGeom>
              <a:rect b="b" l="l" r="r" t="t"/>
              <a:pathLst>
                <a:path extrusionOk="0" h="45492" w="23415">
                  <a:moveTo>
                    <a:pt x="23303" y="0"/>
                  </a:moveTo>
                  <a:lnTo>
                    <a:pt x="21310" y="1659"/>
                  </a:lnTo>
                  <a:lnTo>
                    <a:pt x="20030" y="2739"/>
                  </a:lnTo>
                  <a:lnTo>
                    <a:pt x="18582" y="3919"/>
                  </a:lnTo>
                  <a:lnTo>
                    <a:pt x="17013" y="5211"/>
                  </a:lnTo>
                  <a:lnTo>
                    <a:pt x="15354" y="6547"/>
                  </a:lnTo>
                  <a:lnTo>
                    <a:pt x="13628" y="7927"/>
                  </a:lnTo>
                  <a:lnTo>
                    <a:pt x="11858" y="9319"/>
                  </a:lnTo>
                  <a:lnTo>
                    <a:pt x="10099" y="10688"/>
                  </a:lnTo>
                  <a:lnTo>
                    <a:pt x="8373" y="12002"/>
                  </a:lnTo>
                  <a:lnTo>
                    <a:pt x="7527" y="12637"/>
                  </a:lnTo>
                  <a:lnTo>
                    <a:pt x="6692" y="13249"/>
                  </a:lnTo>
                  <a:lnTo>
                    <a:pt x="5890" y="13828"/>
                  </a:lnTo>
                  <a:lnTo>
                    <a:pt x="5111" y="14373"/>
                  </a:lnTo>
                  <a:lnTo>
                    <a:pt x="4365" y="14897"/>
                  </a:lnTo>
                  <a:lnTo>
                    <a:pt x="3653" y="15375"/>
                  </a:lnTo>
                  <a:lnTo>
                    <a:pt x="2973" y="15821"/>
                  </a:lnTo>
                  <a:lnTo>
                    <a:pt x="2339" y="16210"/>
                  </a:lnTo>
                  <a:lnTo>
                    <a:pt x="1749" y="16556"/>
                  </a:lnTo>
                  <a:lnTo>
                    <a:pt x="1203" y="16856"/>
                  </a:lnTo>
                  <a:lnTo>
                    <a:pt x="713" y="17101"/>
                  </a:lnTo>
                  <a:lnTo>
                    <a:pt x="491" y="17201"/>
                  </a:lnTo>
                  <a:lnTo>
                    <a:pt x="290" y="17279"/>
                  </a:lnTo>
                  <a:lnTo>
                    <a:pt x="201" y="17335"/>
                  </a:lnTo>
                  <a:lnTo>
                    <a:pt x="123" y="17402"/>
                  </a:lnTo>
                  <a:lnTo>
                    <a:pt x="68" y="17468"/>
                  </a:lnTo>
                  <a:lnTo>
                    <a:pt x="23" y="17558"/>
                  </a:lnTo>
                  <a:lnTo>
                    <a:pt x="1" y="17658"/>
                  </a:lnTo>
                  <a:lnTo>
                    <a:pt x="1" y="17747"/>
                  </a:lnTo>
                  <a:lnTo>
                    <a:pt x="23" y="17847"/>
                  </a:lnTo>
                  <a:lnTo>
                    <a:pt x="68" y="17936"/>
                  </a:lnTo>
                  <a:lnTo>
                    <a:pt x="1248" y="19873"/>
                  </a:lnTo>
                  <a:lnTo>
                    <a:pt x="3129" y="22979"/>
                  </a:lnTo>
                  <a:lnTo>
                    <a:pt x="5456" y="26876"/>
                  </a:lnTo>
                  <a:lnTo>
                    <a:pt x="6714" y="29014"/>
                  </a:lnTo>
                  <a:lnTo>
                    <a:pt x="8006" y="31196"/>
                  </a:lnTo>
                  <a:lnTo>
                    <a:pt x="9286" y="33400"/>
                  </a:lnTo>
                  <a:lnTo>
                    <a:pt x="10533" y="35571"/>
                  </a:lnTo>
                  <a:lnTo>
                    <a:pt x="11713" y="37664"/>
                  </a:lnTo>
                  <a:lnTo>
                    <a:pt x="12793" y="39624"/>
                  </a:lnTo>
                  <a:lnTo>
                    <a:pt x="13294" y="40548"/>
                  </a:lnTo>
                  <a:lnTo>
                    <a:pt x="13751" y="41416"/>
                  </a:lnTo>
                  <a:lnTo>
                    <a:pt x="14174" y="42240"/>
                  </a:lnTo>
                  <a:lnTo>
                    <a:pt x="14552" y="42986"/>
                  </a:lnTo>
                  <a:lnTo>
                    <a:pt x="14886" y="43676"/>
                  </a:lnTo>
                  <a:lnTo>
                    <a:pt x="15176" y="44300"/>
                  </a:lnTo>
                  <a:lnTo>
                    <a:pt x="15398" y="44834"/>
                  </a:lnTo>
                  <a:lnTo>
                    <a:pt x="15576" y="45291"/>
                  </a:lnTo>
                  <a:lnTo>
                    <a:pt x="15610" y="45391"/>
                  </a:lnTo>
                  <a:lnTo>
                    <a:pt x="15654" y="45491"/>
                  </a:lnTo>
                  <a:lnTo>
                    <a:pt x="16077" y="45213"/>
                  </a:lnTo>
                  <a:lnTo>
                    <a:pt x="16389" y="44990"/>
                  </a:lnTo>
                  <a:lnTo>
                    <a:pt x="16656" y="44801"/>
                  </a:lnTo>
                  <a:lnTo>
                    <a:pt x="16267" y="43866"/>
                  </a:lnTo>
                  <a:lnTo>
                    <a:pt x="15810" y="42763"/>
                  </a:lnTo>
                  <a:lnTo>
                    <a:pt x="15187" y="41294"/>
                  </a:lnTo>
                  <a:lnTo>
                    <a:pt x="15031" y="40949"/>
                  </a:lnTo>
                  <a:lnTo>
                    <a:pt x="14753" y="40303"/>
                  </a:lnTo>
                  <a:lnTo>
                    <a:pt x="14597" y="39924"/>
                  </a:lnTo>
                  <a:lnTo>
                    <a:pt x="13728" y="37954"/>
                  </a:lnTo>
                  <a:lnTo>
                    <a:pt x="12737" y="35761"/>
                  </a:lnTo>
                  <a:lnTo>
                    <a:pt x="12203" y="34592"/>
                  </a:lnTo>
                  <a:lnTo>
                    <a:pt x="11635" y="33389"/>
                  </a:lnTo>
                  <a:lnTo>
                    <a:pt x="11056" y="32142"/>
                  </a:lnTo>
                  <a:lnTo>
                    <a:pt x="10444" y="30884"/>
                  </a:lnTo>
                  <a:lnTo>
                    <a:pt x="9921" y="29793"/>
                  </a:lnTo>
                  <a:lnTo>
                    <a:pt x="9097" y="28145"/>
                  </a:lnTo>
                  <a:lnTo>
                    <a:pt x="8251" y="26475"/>
                  </a:lnTo>
                  <a:lnTo>
                    <a:pt x="7705" y="25418"/>
                  </a:lnTo>
                  <a:lnTo>
                    <a:pt x="7148" y="24360"/>
                  </a:lnTo>
                  <a:lnTo>
                    <a:pt x="6492" y="23135"/>
                  </a:lnTo>
                  <a:lnTo>
                    <a:pt x="5879" y="22033"/>
                  </a:lnTo>
                  <a:lnTo>
                    <a:pt x="5579" y="21488"/>
                  </a:lnTo>
                  <a:lnTo>
                    <a:pt x="5267" y="20942"/>
                  </a:lnTo>
                  <a:lnTo>
                    <a:pt x="4655" y="19873"/>
                  </a:lnTo>
                  <a:lnTo>
                    <a:pt x="4020" y="18804"/>
                  </a:lnTo>
                  <a:lnTo>
                    <a:pt x="3987" y="18727"/>
                  </a:lnTo>
                  <a:lnTo>
                    <a:pt x="3964" y="18649"/>
                  </a:lnTo>
                  <a:lnTo>
                    <a:pt x="3964" y="18560"/>
                  </a:lnTo>
                  <a:lnTo>
                    <a:pt x="3987" y="18482"/>
                  </a:lnTo>
                  <a:lnTo>
                    <a:pt x="4009" y="18404"/>
                  </a:lnTo>
                  <a:lnTo>
                    <a:pt x="4065" y="18337"/>
                  </a:lnTo>
                  <a:lnTo>
                    <a:pt x="4120" y="18281"/>
                  </a:lnTo>
                  <a:lnTo>
                    <a:pt x="4198" y="18237"/>
                  </a:lnTo>
                  <a:lnTo>
                    <a:pt x="4209" y="18226"/>
                  </a:lnTo>
                  <a:lnTo>
                    <a:pt x="4332" y="18181"/>
                  </a:lnTo>
                  <a:lnTo>
                    <a:pt x="6536" y="17224"/>
                  </a:lnTo>
                  <a:lnTo>
                    <a:pt x="7861" y="16645"/>
                  </a:lnTo>
                  <a:lnTo>
                    <a:pt x="9319" y="15977"/>
                  </a:lnTo>
                  <a:lnTo>
                    <a:pt x="10912" y="15231"/>
                  </a:lnTo>
                  <a:lnTo>
                    <a:pt x="11747" y="14830"/>
                  </a:lnTo>
                  <a:lnTo>
                    <a:pt x="12615" y="14407"/>
                  </a:lnTo>
                  <a:lnTo>
                    <a:pt x="13517" y="13950"/>
                  </a:lnTo>
                  <a:lnTo>
                    <a:pt x="14441" y="13472"/>
                  </a:lnTo>
                  <a:lnTo>
                    <a:pt x="15387" y="12971"/>
                  </a:lnTo>
                  <a:lnTo>
                    <a:pt x="16356" y="12447"/>
                  </a:lnTo>
                  <a:lnTo>
                    <a:pt x="16879" y="12169"/>
                  </a:lnTo>
                  <a:lnTo>
                    <a:pt x="17402" y="11868"/>
                  </a:lnTo>
                  <a:lnTo>
                    <a:pt x="17814" y="11635"/>
                  </a:lnTo>
                  <a:lnTo>
                    <a:pt x="18215" y="11379"/>
                  </a:lnTo>
                  <a:lnTo>
                    <a:pt x="18605" y="11111"/>
                  </a:lnTo>
                  <a:lnTo>
                    <a:pt x="18972" y="10833"/>
                  </a:lnTo>
                  <a:lnTo>
                    <a:pt x="19328" y="10532"/>
                  </a:lnTo>
                  <a:lnTo>
                    <a:pt x="19662" y="10232"/>
                  </a:lnTo>
                  <a:lnTo>
                    <a:pt x="19996" y="9920"/>
                  </a:lnTo>
                  <a:lnTo>
                    <a:pt x="20308" y="9597"/>
                  </a:lnTo>
                  <a:lnTo>
                    <a:pt x="20598" y="9263"/>
                  </a:lnTo>
                  <a:lnTo>
                    <a:pt x="20887" y="8918"/>
                  </a:lnTo>
                  <a:lnTo>
                    <a:pt x="21154" y="8573"/>
                  </a:lnTo>
                  <a:lnTo>
                    <a:pt x="21410" y="8206"/>
                  </a:lnTo>
                  <a:lnTo>
                    <a:pt x="21644" y="7838"/>
                  </a:lnTo>
                  <a:lnTo>
                    <a:pt x="21867" y="7460"/>
                  </a:lnTo>
                  <a:lnTo>
                    <a:pt x="22078" y="7081"/>
                  </a:lnTo>
                  <a:lnTo>
                    <a:pt x="22268" y="6691"/>
                  </a:lnTo>
                  <a:lnTo>
                    <a:pt x="22446" y="6302"/>
                  </a:lnTo>
                  <a:lnTo>
                    <a:pt x="22613" y="5901"/>
                  </a:lnTo>
                  <a:lnTo>
                    <a:pt x="22758" y="5489"/>
                  </a:lnTo>
                  <a:lnTo>
                    <a:pt x="22891" y="5088"/>
                  </a:lnTo>
                  <a:lnTo>
                    <a:pt x="23014" y="4665"/>
                  </a:lnTo>
                  <a:lnTo>
                    <a:pt x="23114" y="4253"/>
                  </a:lnTo>
                  <a:lnTo>
                    <a:pt x="23203" y="3830"/>
                  </a:lnTo>
                  <a:lnTo>
                    <a:pt x="23270" y="3407"/>
                  </a:lnTo>
                  <a:lnTo>
                    <a:pt x="23325" y="2984"/>
                  </a:lnTo>
                  <a:lnTo>
                    <a:pt x="23370" y="2561"/>
                  </a:lnTo>
                  <a:lnTo>
                    <a:pt x="23403" y="2138"/>
                  </a:lnTo>
                  <a:lnTo>
                    <a:pt x="23414" y="1704"/>
                  </a:lnTo>
                  <a:lnTo>
                    <a:pt x="23403" y="1281"/>
                  </a:lnTo>
                  <a:lnTo>
                    <a:pt x="23392" y="846"/>
                  </a:lnTo>
                  <a:lnTo>
                    <a:pt x="23359" y="423"/>
                  </a:lnTo>
                  <a:lnTo>
                    <a:pt x="23303" y="0"/>
                  </a:lnTo>
                  <a:close/>
                </a:path>
              </a:pathLst>
            </a:custGeom>
            <a:solidFill>
              <a:srgbClr val="2B1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2"/>
            <p:cNvSpPr/>
            <p:nvPr/>
          </p:nvSpPr>
          <p:spPr>
            <a:xfrm>
              <a:off x="7273818" y="2396980"/>
              <a:ext cx="203041" cy="265981"/>
            </a:xfrm>
            <a:custGeom>
              <a:rect b="b" l="l" r="r" t="t"/>
              <a:pathLst>
                <a:path extrusionOk="0" h="11334" w="8652">
                  <a:moveTo>
                    <a:pt x="1025" y="0"/>
                  </a:moveTo>
                  <a:lnTo>
                    <a:pt x="969" y="334"/>
                  </a:lnTo>
                  <a:lnTo>
                    <a:pt x="824" y="1214"/>
                  </a:lnTo>
                  <a:lnTo>
                    <a:pt x="613" y="2494"/>
                  </a:lnTo>
                  <a:lnTo>
                    <a:pt x="502" y="3229"/>
                  </a:lnTo>
                  <a:lnTo>
                    <a:pt x="390" y="4008"/>
                  </a:lnTo>
                  <a:lnTo>
                    <a:pt x="290" y="4799"/>
                  </a:lnTo>
                  <a:lnTo>
                    <a:pt x="190" y="5589"/>
                  </a:lnTo>
                  <a:lnTo>
                    <a:pt x="112" y="6357"/>
                  </a:lnTo>
                  <a:lnTo>
                    <a:pt x="56" y="7081"/>
                  </a:lnTo>
                  <a:lnTo>
                    <a:pt x="12" y="7749"/>
                  </a:lnTo>
                  <a:lnTo>
                    <a:pt x="1" y="8061"/>
                  </a:lnTo>
                  <a:lnTo>
                    <a:pt x="1" y="8339"/>
                  </a:lnTo>
                  <a:lnTo>
                    <a:pt x="12" y="8595"/>
                  </a:lnTo>
                  <a:lnTo>
                    <a:pt x="34" y="8818"/>
                  </a:lnTo>
                  <a:lnTo>
                    <a:pt x="56" y="9018"/>
                  </a:lnTo>
                  <a:lnTo>
                    <a:pt x="101" y="9185"/>
                  </a:lnTo>
                  <a:lnTo>
                    <a:pt x="145" y="9330"/>
                  </a:lnTo>
                  <a:lnTo>
                    <a:pt x="212" y="9475"/>
                  </a:lnTo>
                  <a:lnTo>
                    <a:pt x="290" y="9619"/>
                  </a:lnTo>
                  <a:lnTo>
                    <a:pt x="379" y="9753"/>
                  </a:lnTo>
                  <a:lnTo>
                    <a:pt x="479" y="9887"/>
                  </a:lnTo>
                  <a:lnTo>
                    <a:pt x="602" y="10020"/>
                  </a:lnTo>
                  <a:lnTo>
                    <a:pt x="724" y="10154"/>
                  </a:lnTo>
                  <a:lnTo>
                    <a:pt x="858" y="10276"/>
                  </a:lnTo>
                  <a:lnTo>
                    <a:pt x="1003" y="10388"/>
                  </a:lnTo>
                  <a:lnTo>
                    <a:pt x="1158" y="10499"/>
                  </a:lnTo>
                  <a:lnTo>
                    <a:pt x="1325" y="10610"/>
                  </a:lnTo>
                  <a:lnTo>
                    <a:pt x="1504" y="10710"/>
                  </a:lnTo>
                  <a:lnTo>
                    <a:pt x="1682" y="10811"/>
                  </a:lnTo>
                  <a:lnTo>
                    <a:pt x="1871" y="10900"/>
                  </a:lnTo>
                  <a:lnTo>
                    <a:pt x="2060" y="10978"/>
                  </a:lnTo>
                  <a:lnTo>
                    <a:pt x="2261" y="11044"/>
                  </a:lnTo>
                  <a:lnTo>
                    <a:pt x="2461" y="11111"/>
                  </a:lnTo>
                  <a:lnTo>
                    <a:pt x="2661" y="11178"/>
                  </a:lnTo>
                  <a:lnTo>
                    <a:pt x="2873" y="11223"/>
                  </a:lnTo>
                  <a:lnTo>
                    <a:pt x="3085" y="11267"/>
                  </a:lnTo>
                  <a:lnTo>
                    <a:pt x="3296" y="11300"/>
                  </a:lnTo>
                  <a:lnTo>
                    <a:pt x="3519" y="11323"/>
                  </a:lnTo>
                  <a:lnTo>
                    <a:pt x="3730" y="11334"/>
                  </a:lnTo>
                  <a:lnTo>
                    <a:pt x="3953" y="11334"/>
                  </a:lnTo>
                  <a:lnTo>
                    <a:pt x="4164" y="11323"/>
                  </a:lnTo>
                  <a:lnTo>
                    <a:pt x="4376" y="11300"/>
                  </a:lnTo>
                  <a:lnTo>
                    <a:pt x="4588" y="11278"/>
                  </a:lnTo>
                  <a:lnTo>
                    <a:pt x="4799" y="11234"/>
                  </a:lnTo>
                  <a:lnTo>
                    <a:pt x="5011" y="11178"/>
                  </a:lnTo>
                  <a:lnTo>
                    <a:pt x="5211" y="11111"/>
                  </a:lnTo>
                  <a:lnTo>
                    <a:pt x="5411" y="11033"/>
                  </a:lnTo>
                  <a:lnTo>
                    <a:pt x="5601" y="10933"/>
                  </a:lnTo>
                  <a:lnTo>
                    <a:pt x="5701" y="10889"/>
                  </a:lnTo>
                  <a:lnTo>
                    <a:pt x="5790" y="10822"/>
                  </a:lnTo>
                  <a:lnTo>
                    <a:pt x="5879" y="10744"/>
                  </a:lnTo>
                  <a:lnTo>
                    <a:pt x="5979" y="10666"/>
                  </a:lnTo>
                  <a:lnTo>
                    <a:pt x="6057" y="10577"/>
                  </a:lnTo>
                  <a:lnTo>
                    <a:pt x="6146" y="10477"/>
                  </a:lnTo>
                  <a:lnTo>
                    <a:pt x="6324" y="10254"/>
                  </a:lnTo>
                  <a:lnTo>
                    <a:pt x="6480" y="10009"/>
                  </a:lnTo>
                  <a:lnTo>
                    <a:pt x="6636" y="9731"/>
                  </a:lnTo>
                  <a:lnTo>
                    <a:pt x="6792" y="9430"/>
                  </a:lnTo>
                  <a:lnTo>
                    <a:pt x="6937" y="9118"/>
                  </a:lnTo>
                  <a:lnTo>
                    <a:pt x="7081" y="8784"/>
                  </a:lnTo>
                  <a:lnTo>
                    <a:pt x="7215" y="8428"/>
                  </a:lnTo>
                  <a:lnTo>
                    <a:pt x="7337" y="8061"/>
                  </a:lnTo>
                  <a:lnTo>
                    <a:pt x="7460" y="7682"/>
                  </a:lnTo>
                  <a:lnTo>
                    <a:pt x="7582" y="7304"/>
                  </a:lnTo>
                  <a:lnTo>
                    <a:pt x="7694" y="6914"/>
                  </a:lnTo>
                  <a:lnTo>
                    <a:pt x="7894" y="6135"/>
                  </a:lnTo>
                  <a:lnTo>
                    <a:pt x="8072" y="5366"/>
                  </a:lnTo>
                  <a:lnTo>
                    <a:pt x="8228" y="4643"/>
                  </a:lnTo>
                  <a:lnTo>
                    <a:pt x="8362" y="3964"/>
                  </a:lnTo>
                  <a:lnTo>
                    <a:pt x="8462" y="3362"/>
                  </a:lnTo>
                  <a:lnTo>
                    <a:pt x="8607" y="2461"/>
                  </a:lnTo>
                  <a:lnTo>
                    <a:pt x="8651" y="2127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2"/>
            <p:cNvSpPr/>
            <p:nvPr/>
          </p:nvSpPr>
          <p:spPr>
            <a:xfrm>
              <a:off x="7273818" y="2396980"/>
              <a:ext cx="203041" cy="265981"/>
            </a:xfrm>
            <a:custGeom>
              <a:rect b="b" l="l" r="r" t="t"/>
              <a:pathLst>
                <a:path extrusionOk="0" fill="none" h="11334" w="8652">
                  <a:moveTo>
                    <a:pt x="1025" y="0"/>
                  </a:moveTo>
                  <a:lnTo>
                    <a:pt x="1025" y="0"/>
                  </a:lnTo>
                  <a:lnTo>
                    <a:pt x="969" y="334"/>
                  </a:lnTo>
                  <a:lnTo>
                    <a:pt x="824" y="1214"/>
                  </a:lnTo>
                  <a:lnTo>
                    <a:pt x="613" y="2494"/>
                  </a:lnTo>
                  <a:lnTo>
                    <a:pt x="502" y="3229"/>
                  </a:lnTo>
                  <a:lnTo>
                    <a:pt x="390" y="4008"/>
                  </a:lnTo>
                  <a:lnTo>
                    <a:pt x="290" y="4799"/>
                  </a:lnTo>
                  <a:lnTo>
                    <a:pt x="190" y="5589"/>
                  </a:lnTo>
                  <a:lnTo>
                    <a:pt x="112" y="6357"/>
                  </a:lnTo>
                  <a:lnTo>
                    <a:pt x="56" y="7081"/>
                  </a:lnTo>
                  <a:lnTo>
                    <a:pt x="12" y="7749"/>
                  </a:lnTo>
                  <a:lnTo>
                    <a:pt x="1" y="8061"/>
                  </a:lnTo>
                  <a:lnTo>
                    <a:pt x="1" y="8339"/>
                  </a:lnTo>
                  <a:lnTo>
                    <a:pt x="12" y="8595"/>
                  </a:lnTo>
                  <a:lnTo>
                    <a:pt x="34" y="8818"/>
                  </a:lnTo>
                  <a:lnTo>
                    <a:pt x="56" y="9018"/>
                  </a:lnTo>
                  <a:lnTo>
                    <a:pt x="101" y="9185"/>
                  </a:lnTo>
                  <a:lnTo>
                    <a:pt x="101" y="9185"/>
                  </a:lnTo>
                  <a:lnTo>
                    <a:pt x="145" y="9330"/>
                  </a:lnTo>
                  <a:lnTo>
                    <a:pt x="212" y="9475"/>
                  </a:lnTo>
                  <a:lnTo>
                    <a:pt x="290" y="9619"/>
                  </a:lnTo>
                  <a:lnTo>
                    <a:pt x="379" y="9753"/>
                  </a:lnTo>
                  <a:lnTo>
                    <a:pt x="479" y="9887"/>
                  </a:lnTo>
                  <a:lnTo>
                    <a:pt x="602" y="10020"/>
                  </a:lnTo>
                  <a:lnTo>
                    <a:pt x="724" y="10154"/>
                  </a:lnTo>
                  <a:lnTo>
                    <a:pt x="858" y="10276"/>
                  </a:lnTo>
                  <a:lnTo>
                    <a:pt x="1003" y="10388"/>
                  </a:lnTo>
                  <a:lnTo>
                    <a:pt x="1158" y="10499"/>
                  </a:lnTo>
                  <a:lnTo>
                    <a:pt x="1325" y="10610"/>
                  </a:lnTo>
                  <a:lnTo>
                    <a:pt x="1504" y="10710"/>
                  </a:lnTo>
                  <a:lnTo>
                    <a:pt x="1682" y="10811"/>
                  </a:lnTo>
                  <a:lnTo>
                    <a:pt x="1871" y="10900"/>
                  </a:lnTo>
                  <a:lnTo>
                    <a:pt x="2060" y="10978"/>
                  </a:lnTo>
                  <a:lnTo>
                    <a:pt x="2261" y="11044"/>
                  </a:lnTo>
                  <a:lnTo>
                    <a:pt x="2461" y="11111"/>
                  </a:lnTo>
                  <a:lnTo>
                    <a:pt x="2661" y="11178"/>
                  </a:lnTo>
                  <a:lnTo>
                    <a:pt x="2873" y="11223"/>
                  </a:lnTo>
                  <a:lnTo>
                    <a:pt x="3085" y="11267"/>
                  </a:lnTo>
                  <a:lnTo>
                    <a:pt x="3296" y="11300"/>
                  </a:lnTo>
                  <a:lnTo>
                    <a:pt x="3519" y="11323"/>
                  </a:lnTo>
                  <a:lnTo>
                    <a:pt x="3730" y="11334"/>
                  </a:lnTo>
                  <a:lnTo>
                    <a:pt x="3953" y="11334"/>
                  </a:lnTo>
                  <a:lnTo>
                    <a:pt x="4164" y="11323"/>
                  </a:lnTo>
                  <a:lnTo>
                    <a:pt x="4376" y="11300"/>
                  </a:lnTo>
                  <a:lnTo>
                    <a:pt x="4588" y="11278"/>
                  </a:lnTo>
                  <a:lnTo>
                    <a:pt x="4799" y="11234"/>
                  </a:lnTo>
                  <a:lnTo>
                    <a:pt x="5011" y="11178"/>
                  </a:lnTo>
                  <a:lnTo>
                    <a:pt x="5211" y="11111"/>
                  </a:lnTo>
                  <a:lnTo>
                    <a:pt x="5411" y="11033"/>
                  </a:lnTo>
                  <a:lnTo>
                    <a:pt x="5601" y="10933"/>
                  </a:lnTo>
                  <a:lnTo>
                    <a:pt x="5601" y="10933"/>
                  </a:lnTo>
                  <a:lnTo>
                    <a:pt x="5701" y="10889"/>
                  </a:lnTo>
                  <a:lnTo>
                    <a:pt x="5790" y="10822"/>
                  </a:lnTo>
                  <a:lnTo>
                    <a:pt x="5879" y="10744"/>
                  </a:lnTo>
                  <a:lnTo>
                    <a:pt x="5979" y="10666"/>
                  </a:lnTo>
                  <a:lnTo>
                    <a:pt x="6057" y="10577"/>
                  </a:lnTo>
                  <a:lnTo>
                    <a:pt x="6146" y="10477"/>
                  </a:lnTo>
                  <a:lnTo>
                    <a:pt x="6324" y="10254"/>
                  </a:lnTo>
                  <a:lnTo>
                    <a:pt x="6480" y="10009"/>
                  </a:lnTo>
                  <a:lnTo>
                    <a:pt x="6636" y="9731"/>
                  </a:lnTo>
                  <a:lnTo>
                    <a:pt x="6792" y="9430"/>
                  </a:lnTo>
                  <a:lnTo>
                    <a:pt x="6937" y="9118"/>
                  </a:lnTo>
                  <a:lnTo>
                    <a:pt x="7081" y="8784"/>
                  </a:lnTo>
                  <a:lnTo>
                    <a:pt x="7215" y="8428"/>
                  </a:lnTo>
                  <a:lnTo>
                    <a:pt x="7337" y="8061"/>
                  </a:lnTo>
                  <a:lnTo>
                    <a:pt x="7460" y="7682"/>
                  </a:lnTo>
                  <a:lnTo>
                    <a:pt x="7582" y="7304"/>
                  </a:lnTo>
                  <a:lnTo>
                    <a:pt x="7694" y="6914"/>
                  </a:lnTo>
                  <a:lnTo>
                    <a:pt x="7894" y="6135"/>
                  </a:lnTo>
                  <a:lnTo>
                    <a:pt x="8072" y="5366"/>
                  </a:lnTo>
                  <a:lnTo>
                    <a:pt x="8228" y="4643"/>
                  </a:lnTo>
                  <a:lnTo>
                    <a:pt x="8362" y="3964"/>
                  </a:lnTo>
                  <a:lnTo>
                    <a:pt x="8462" y="3362"/>
                  </a:lnTo>
                  <a:lnTo>
                    <a:pt x="8607" y="2461"/>
                  </a:lnTo>
                  <a:lnTo>
                    <a:pt x="8651" y="212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2"/>
            <p:cNvSpPr/>
            <p:nvPr/>
          </p:nvSpPr>
          <p:spPr>
            <a:xfrm>
              <a:off x="7255795" y="1976325"/>
              <a:ext cx="974558" cy="920231"/>
            </a:xfrm>
            <a:custGeom>
              <a:rect b="b" l="l" r="r" t="t"/>
              <a:pathLst>
                <a:path extrusionOk="0" h="39213" w="41528">
                  <a:moveTo>
                    <a:pt x="25362" y="0"/>
                  </a:moveTo>
                  <a:lnTo>
                    <a:pt x="17747" y="902"/>
                  </a:lnTo>
                  <a:lnTo>
                    <a:pt x="17413" y="947"/>
                  </a:lnTo>
                  <a:lnTo>
                    <a:pt x="16901" y="1036"/>
                  </a:lnTo>
                  <a:lnTo>
                    <a:pt x="16066" y="1181"/>
                  </a:lnTo>
                  <a:lnTo>
                    <a:pt x="15442" y="1303"/>
                  </a:lnTo>
                  <a:lnTo>
                    <a:pt x="14797" y="1437"/>
                  </a:lnTo>
                  <a:lnTo>
                    <a:pt x="14129" y="1581"/>
                  </a:lnTo>
                  <a:lnTo>
                    <a:pt x="13449" y="1748"/>
                  </a:lnTo>
                  <a:lnTo>
                    <a:pt x="12748" y="1915"/>
                  </a:lnTo>
                  <a:lnTo>
                    <a:pt x="12058" y="2105"/>
                  </a:lnTo>
                  <a:lnTo>
                    <a:pt x="11368" y="2305"/>
                  </a:lnTo>
                  <a:lnTo>
                    <a:pt x="10688" y="2517"/>
                  </a:lnTo>
                  <a:lnTo>
                    <a:pt x="10032" y="2728"/>
                  </a:lnTo>
                  <a:lnTo>
                    <a:pt x="9397" y="2962"/>
                  </a:lnTo>
                  <a:lnTo>
                    <a:pt x="8807" y="3185"/>
                  </a:lnTo>
                  <a:lnTo>
                    <a:pt x="8250" y="3429"/>
                  </a:lnTo>
                  <a:lnTo>
                    <a:pt x="7749" y="3663"/>
                  </a:lnTo>
                  <a:lnTo>
                    <a:pt x="7515" y="3786"/>
                  </a:lnTo>
                  <a:lnTo>
                    <a:pt x="7304" y="3908"/>
                  </a:lnTo>
                  <a:lnTo>
                    <a:pt x="7103" y="4031"/>
                  </a:lnTo>
                  <a:lnTo>
                    <a:pt x="6925" y="4153"/>
                  </a:lnTo>
                  <a:lnTo>
                    <a:pt x="6758" y="4276"/>
                  </a:lnTo>
                  <a:lnTo>
                    <a:pt x="6614" y="4398"/>
                  </a:lnTo>
                  <a:lnTo>
                    <a:pt x="6424" y="4565"/>
                  </a:lnTo>
                  <a:lnTo>
                    <a:pt x="6246" y="4754"/>
                  </a:lnTo>
                  <a:lnTo>
                    <a:pt x="6057" y="4955"/>
                  </a:lnTo>
                  <a:lnTo>
                    <a:pt x="5879" y="5166"/>
                  </a:lnTo>
                  <a:lnTo>
                    <a:pt x="5701" y="5389"/>
                  </a:lnTo>
                  <a:lnTo>
                    <a:pt x="5523" y="5623"/>
                  </a:lnTo>
                  <a:lnTo>
                    <a:pt x="5356" y="5868"/>
                  </a:lnTo>
                  <a:lnTo>
                    <a:pt x="5189" y="6124"/>
                  </a:lnTo>
                  <a:lnTo>
                    <a:pt x="5010" y="6391"/>
                  </a:lnTo>
                  <a:lnTo>
                    <a:pt x="4843" y="6658"/>
                  </a:lnTo>
                  <a:lnTo>
                    <a:pt x="4521" y="7226"/>
                  </a:lnTo>
                  <a:lnTo>
                    <a:pt x="4209" y="7827"/>
                  </a:lnTo>
                  <a:lnTo>
                    <a:pt x="3897" y="8451"/>
                  </a:lnTo>
                  <a:lnTo>
                    <a:pt x="3596" y="9096"/>
                  </a:lnTo>
                  <a:lnTo>
                    <a:pt x="3318" y="9764"/>
                  </a:lnTo>
                  <a:lnTo>
                    <a:pt x="3040" y="10432"/>
                  </a:lnTo>
                  <a:lnTo>
                    <a:pt x="2773" y="11123"/>
                  </a:lnTo>
                  <a:lnTo>
                    <a:pt x="2516" y="11813"/>
                  </a:lnTo>
                  <a:lnTo>
                    <a:pt x="2272" y="12514"/>
                  </a:lnTo>
                  <a:lnTo>
                    <a:pt x="2038" y="13205"/>
                  </a:lnTo>
                  <a:lnTo>
                    <a:pt x="1815" y="13884"/>
                  </a:lnTo>
                  <a:lnTo>
                    <a:pt x="1604" y="14563"/>
                  </a:lnTo>
                  <a:lnTo>
                    <a:pt x="1403" y="15220"/>
                  </a:lnTo>
                  <a:lnTo>
                    <a:pt x="1036" y="16478"/>
                  </a:lnTo>
                  <a:lnTo>
                    <a:pt x="724" y="17636"/>
                  </a:lnTo>
                  <a:lnTo>
                    <a:pt x="468" y="18649"/>
                  </a:lnTo>
                  <a:lnTo>
                    <a:pt x="268" y="19506"/>
                  </a:lnTo>
                  <a:lnTo>
                    <a:pt x="112" y="20141"/>
                  </a:lnTo>
                  <a:lnTo>
                    <a:pt x="0" y="20697"/>
                  </a:lnTo>
                  <a:lnTo>
                    <a:pt x="4164" y="21421"/>
                  </a:lnTo>
                  <a:lnTo>
                    <a:pt x="7059" y="21922"/>
                  </a:lnTo>
                  <a:lnTo>
                    <a:pt x="8439" y="22167"/>
                  </a:lnTo>
                  <a:lnTo>
                    <a:pt x="8439" y="22200"/>
                  </a:lnTo>
                  <a:lnTo>
                    <a:pt x="8439" y="22256"/>
                  </a:lnTo>
                  <a:lnTo>
                    <a:pt x="8439" y="22479"/>
                  </a:lnTo>
                  <a:lnTo>
                    <a:pt x="8373" y="23280"/>
                  </a:lnTo>
                  <a:lnTo>
                    <a:pt x="8172" y="25796"/>
                  </a:lnTo>
                  <a:lnTo>
                    <a:pt x="8061" y="27255"/>
                  </a:lnTo>
                  <a:lnTo>
                    <a:pt x="7972" y="28680"/>
                  </a:lnTo>
                  <a:lnTo>
                    <a:pt x="7938" y="29337"/>
                  </a:lnTo>
                  <a:lnTo>
                    <a:pt x="7916" y="29927"/>
                  </a:lnTo>
                  <a:lnTo>
                    <a:pt x="7916" y="30450"/>
                  </a:lnTo>
                  <a:lnTo>
                    <a:pt x="7927" y="30884"/>
                  </a:lnTo>
                  <a:lnTo>
                    <a:pt x="8016" y="32365"/>
                  </a:lnTo>
                  <a:lnTo>
                    <a:pt x="8105" y="33835"/>
                  </a:lnTo>
                  <a:lnTo>
                    <a:pt x="8150" y="34558"/>
                  </a:lnTo>
                  <a:lnTo>
                    <a:pt x="8183" y="35293"/>
                  </a:lnTo>
                  <a:lnTo>
                    <a:pt x="8206" y="36028"/>
                  </a:lnTo>
                  <a:lnTo>
                    <a:pt x="8206" y="36774"/>
                  </a:lnTo>
                  <a:lnTo>
                    <a:pt x="8217" y="37375"/>
                  </a:lnTo>
                  <a:lnTo>
                    <a:pt x="8239" y="37631"/>
                  </a:lnTo>
                  <a:lnTo>
                    <a:pt x="8261" y="37865"/>
                  </a:lnTo>
                  <a:lnTo>
                    <a:pt x="8295" y="38076"/>
                  </a:lnTo>
                  <a:lnTo>
                    <a:pt x="8339" y="38255"/>
                  </a:lnTo>
                  <a:lnTo>
                    <a:pt x="8406" y="38422"/>
                  </a:lnTo>
                  <a:lnTo>
                    <a:pt x="8484" y="38566"/>
                  </a:lnTo>
                  <a:lnTo>
                    <a:pt x="8540" y="38633"/>
                  </a:lnTo>
                  <a:lnTo>
                    <a:pt x="8584" y="38689"/>
                  </a:lnTo>
                  <a:lnTo>
                    <a:pt x="8651" y="38744"/>
                  </a:lnTo>
                  <a:lnTo>
                    <a:pt x="8707" y="38800"/>
                  </a:lnTo>
                  <a:lnTo>
                    <a:pt x="8785" y="38845"/>
                  </a:lnTo>
                  <a:lnTo>
                    <a:pt x="8863" y="38889"/>
                  </a:lnTo>
                  <a:lnTo>
                    <a:pt x="9030" y="38956"/>
                  </a:lnTo>
                  <a:lnTo>
                    <a:pt x="9230" y="39012"/>
                  </a:lnTo>
                  <a:lnTo>
                    <a:pt x="9464" y="39056"/>
                  </a:lnTo>
                  <a:lnTo>
                    <a:pt x="9720" y="39090"/>
                  </a:lnTo>
                  <a:lnTo>
                    <a:pt x="10020" y="39101"/>
                  </a:lnTo>
                  <a:lnTo>
                    <a:pt x="11846" y="39145"/>
                  </a:lnTo>
                  <a:lnTo>
                    <a:pt x="13683" y="39190"/>
                  </a:lnTo>
                  <a:lnTo>
                    <a:pt x="15721" y="39212"/>
                  </a:lnTo>
                  <a:lnTo>
                    <a:pt x="17769" y="39212"/>
                  </a:lnTo>
                  <a:lnTo>
                    <a:pt x="19807" y="39201"/>
                  </a:lnTo>
                  <a:lnTo>
                    <a:pt x="21844" y="39168"/>
                  </a:lnTo>
                  <a:lnTo>
                    <a:pt x="22657" y="39145"/>
                  </a:lnTo>
                  <a:lnTo>
                    <a:pt x="24216" y="39101"/>
                  </a:lnTo>
                  <a:lnTo>
                    <a:pt x="25184" y="39056"/>
                  </a:lnTo>
                  <a:lnTo>
                    <a:pt x="26242" y="39012"/>
                  </a:lnTo>
                  <a:lnTo>
                    <a:pt x="27366" y="38945"/>
                  </a:lnTo>
                  <a:lnTo>
                    <a:pt x="28502" y="38856"/>
                  </a:lnTo>
                  <a:lnTo>
                    <a:pt x="29626" y="38767"/>
                  </a:lnTo>
                  <a:lnTo>
                    <a:pt x="30717" y="38644"/>
                  </a:lnTo>
                  <a:lnTo>
                    <a:pt x="31241" y="38577"/>
                  </a:lnTo>
                  <a:lnTo>
                    <a:pt x="31731" y="38511"/>
                  </a:lnTo>
                  <a:lnTo>
                    <a:pt x="32198" y="38433"/>
                  </a:lnTo>
                  <a:lnTo>
                    <a:pt x="32632" y="38355"/>
                  </a:lnTo>
                  <a:lnTo>
                    <a:pt x="33033" y="38266"/>
                  </a:lnTo>
                  <a:lnTo>
                    <a:pt x="33401" y="38177"/>
                  </a:lnTo>
                  <a:lnTo>
                    <a:pt x="33723" y="38076"/>
                  </a:lnTo>
                  <a:lnTo>
                    <a:pt x="33991" y="37976"/>
                  </a:lnTo>
                  <a:lnTo>
                    <a:pt x="34113" y="37921"/>
                  </a:lnTo>
                  <a:lnTo>
                    <a:pt x="34213" y="37865"/>
                  </a:lnTo>
                  <a:lnTo>
                    <a:pt x="34302" y="37798"/>
                  </a:lnTo>
                  <a:lnTo>
                    <a:pt x="34380" y="37742"/>
                  </a:lnTo>
                  <a:lnTo>
                    <a:pt x="34436" y="37687"/>
                  </a:lnTo>
                  <a:lnTo>
                    <a:pt x="34481" y="37620"/>
                  </a:lnTo>
                  <a:lnTo>
                    <a:pt x="34514" y="37553"/>
                  </a:lnTo>
                  <a:lnTo>
                    <a:pt x="34525" y="37486"/>
                  </a:lnTo>
                  <a:lnTo>
                    <a:pt x="35783" y="27021"/>
                  </a:lnTo>
                  <a:lnTo>
                    <a:pt x="41528" y="26720"/>
                  </a:lnTo>
                  <a:lnTo>
                    <a:pt x="41483" y="26119"/>
                  </a:lnTo>
                  <a:lnTo>
                    <a:pt x="41361" y="24516"/>
                  </a:lnTo>
                  <a:lnTo>
                    <a:pt x="41272" y="23425"/>
                  </a:lnTo>
                  <a:lnTo>
                    <a:pt x="41149" y="22178"/>
                  </a:lnTo>
                  <a:lnTo>
                    <a:pt x="41016" y="20820"/>
                  </a:lnTo>
                  <a:lnTo>
                    <a:pt x="40849" y="19395"/>
                  </a:lnTo>
                  <a:lnTo>
                    <a:pt x="40671" y="17914"/>
                  </a:lnTo>
                  <a:lnTo>
                    <a:pt x="40559" y="17168"/>
                  </a:lnTo>
                  <a:lnTo>
                    <a:pt x="40459" y="16422"/>
                  </a:lnTo>
                  <a:lnTo>
                    <a:pt x="40337" y="15687"/>
                  </a:lnTo>
                  <a:lnTo>
                    <a:pt x="40214" y="14964"/>
                  </a:lnTo>
                  <a:lnTo>
                    <a:pt x="40092" y="14251"/>
                  </a:lnTo>
                  <a:lnTo>
                    <a:pt x="39958" y="13561"/>
                  </a:lnTo>
                  <a:lnTo>
                    <a:pt x="39813" y="12893"/>
                  </a:lnTo>
                  <a:lnTo>
                    <a:pt x="39669" y="12247"/>
                  </a:lnTo>
                  <a:lnTo>
                    <a:pt x="39513" y="11635"/>
                  </a:lnTo>
                  <a:lnTo>
                    <a:pt x="39357" y="11067"/>
                  </a:lnTo>
                  <a:lnTo>
                    <a:pt x="39179" y="10533"/>
                  </a:lnTo>
                  <a:lnTo>
                    <a:pt x="39012" y="10043"/>
                  </a:lnTo>
                  <a:lnTo>
                    <a:pt x="38923" y="9820"/>
                  </a:lnTo>
                  <a:lnTo>
                    <a:pt x="38823" y="9608"/>
                  </a:lnTo>
                  <a:lnTo>
                    <a:pt x="38733" y="9408"/>
                  </a:lnTo>
                  <a:lnTo>
                    <a:pt x="38633" y="9230"/>
                  </a:lnTo>
                  <a:lnTo>
                    <a:pt x="38344" y="8718"/>
                  </a:lnTo>
                  <a:lnTo>
                    <a:pt x="38043" y="8228"/>
                  </a:lnTo>
                  <a:lnTo>
                    <a:pt x="37720" y="7760"/>
                  </a:lnTo>
                  <a:lnTo>
                    <a:pt x="37375" y="7304"/>
                  </a:lnTo>
                  <a:lnTo>
                    <a:pt x="37030" y="6870"/>
                  </a:lnTo>
                  <a:lnTo>
                    <a:pt x="36674" y="6458"/>
                  </a:lnTo>
                  <a:lnTo>
                    <a:pt x="36295" y="6057"/>
                  </a:lnTo>
                  <a:lnTo>
                    <a:pt x="35917" y="5667"/>
                  </a:lnTo>
                  <a:lnTo>
                    <a:pt x="35516" y="5300"/>
                  </a:lnTo>
                  <a:lnTo>
                    <a:pt x="35115" y="4944"/>
                  </a:lnTo>
                  <a:lnTo>
                    <a:pt x="34714" y="4610"/>
                  </a:lnTo>
                  <a:lnTo>
                    <a:pt x="34302" y="4276"/>
                  </a:lnTo>
                  <a:lnTo>
                    <a:pt x="33879" y="3975"/>
                  </a:lnTo>
                  <a:lnTo>
                    <a:pt x="33456" y="3674"/>
                  </a:lnTo>
                  <a:lnTo>
                    <a:pt x="33033" y="3396"/>
                  </a:lnTo>
                  <a:lnTo>
                    <a:pt x="32610" y="3129"/>
                  </a:lnTo>
                  <a:lnTo>
                    <a:pt x="32176" y="2873"/>
                  </a:lnTo>
                  <a:lnTo>
                    <a:pt x="31753" y="2628"/>
                  </a:lnTo>
                  <a:lnTo>
                    <a:pt x="31330" y="2394"/>
                  </a:lnTo>
                  <a:lnTo>
                    <a:pt x="30907" y="2171"/>
                  </a:lnTo>
                  <a:lnTo>
                    <a:pt x="30484" y="1971"/>
                  </a:lnTo>
                  <a:lnTo>
                    <a:pt x="30072" y="1771"/>
                  </a:lnTo>
                  <a:lnTo>
                    <a:pt x="29660" y="1592"/>
                  </a:lnTo>
                  <a:lnTo>
                    <a:pt x="29259" y="1414"/>
                  </a:lnTo>
                  <a:lnTo>
                    <a:pt x="28480" y="1091"/>
                  </a:lnTo>
                  <a:lnTo>
                    <a:pt x="27745" y="813"/>
                  </a:lnTo>
                  <a:lnTo>
                    <a:pt x="27055" y="557"/>
                  </a:lnTo>
                  <a:lnTo>
                    <a:pt x="26420" y="346"/>
                  </a:lnTo>
                  <a:lnTo>
                    <a:pt x="25585" y="67"/>
                  </a:lnTo>
                  <a:lnTo>
                    <a:pt x="253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7255795" y="1976325"/>
              <a:ext cx="974558" cy="920231"/>
            </a:xfrm>
            <a:custGeom>
              <a:rect b="b" l="l" r="r" t="t"/>
              <a:pathLst>
                <a:path extrusionOk="0" fill="none" h="39213" w="41528">
                  <a:moveTo>
                    <a:pt x="38633" y="9230"/>
                  </a:moveTo>
                  <a:lnTo>
                    <a:pt x="38633" y="9230"/>
                  </a:lnTo>
                  <a:lnTo>
                    <a:pt x="38344" y="8718"/>
                  </a:lnTo>
                  <a:lnTo>
                    <a:pt x="38043" y="8228"/>
                  </a:lnTo>
                  <a:lnTo>
                    <a:pt x="37720" y="7760"/>
                  </a:lnTo>
                  <a:lnTo>
                    <a:pt x="37375" y="7304"/>
                  </a:lnTo>
                  <a:lnTo>
                    <a:pt x="37030" y="6870"/>
                  </a:lnTo>
                  <a:lnTo>
                    <a:pt x="36674" y="6458"/>
                  </a:lnTo>
                  <a:lnTo>
                    <a:pt x="36295" y="6057"/>
                  </a:lnTo>
                  <a:lnTo>
                    <a:pt x="35917" y="5667"/>
                  </a:lnTo>
                  <a:lnTo>
                    <a:pt x="35516" y="5300"/>
                  </a:lnTo>
                  <a:lnTo>
                    <a:pt x="35115" y="4944"/>
                  </a:lnTo>
                  <a:lnTo>
                    <a:pt x="34714" y="4610"/>
                  </a:lnTo>
                  <a:lnTo>
                    <a:pt x="34302" y="4276"/>
                  </a:lnTo>
                  <a:lnTo>
                    <a:pt x="33879" y="3975"/>
                  </a:lnTo>
                  <a:lnTo>
                    <a:pt x="33456" y="3674"/>
                  </a:lnTo>
                  <a:lnTo>
                    <a:pt x="33033" y="3396"/>
                  </a:lnTo>
                  <a:lnTo>
                    <a:pt x="32610" y="3129"/>
                  </a:lnTo>
                  <a:lnTo>
                    <a:pt x="32176" y="2873"/>
                  </a:lnTo>
                  <a:lnTo>
                    <a:pt x="31753" y="2628"/>
                  </a:lnTo>
                  <a:lnTo>
                    <a:pt x="31330" y="2394"/>
                  </a:lnTo>
                  <a:lnTo>
                    <a:pt x="30907" y="2171"/>
                  </a:lnTo>
                  <a:lnTo>
                    <a:pt x="30484" y="1971"/>
                  </a:lnTo>
                  <a:lnTo>
                    <a:pt x="30072" y="1771"/>
                  </a:lnTo>
                  <a:lnTo>
                    <a:pt x="29660" y="1592"/>
                  </a:lnTo>
                  <a:lnTo>
                    <a:pt x="29259" y="1414"/>
                  </a:lnTo>
                  <a:lnTo>
                    <a:pt x="28480" y="1091"/>
                  </a:lnTo>
                  <a:lnTo>
                    <a:pt x="27745" y="813"/>
                  </a:lnTo>
                  <a:lnTo>
                    <a:pt x="27055" y="557"/>
                  </a:lnTo>
                  <a:lnTo>
                    <a:pt x="26420" y="346"/>
                  </a:lnTo>
                  <a:lnTo>
                    <a:pt x="26420" y="346"/>
                  </a:lnTo>
                  <a:lnTo>
                    <a:pt x="25585" y="67"/>
                  </a:lnTo>
                  <a:lnTo>
                    <a:pt x="25362" y="0"/>
                  </a:lnTo>
                  <a:lnTo>
                    <a:pt x="17747" y="902"/>
                  </a:lnTo>
                  <a:lnTo>
                    <a:pt x="17747" y="902"/>
                  </a:lnTo>
                  <a:lnTo>
                    <a:pt x="17413" y="947"/>
                  </a:lnTo>
                  <a:lnTo>
                    <a:pt x="16901" y="1036"/>
                  </a:lnTo>
                  <a:lnTo>
                    <a:pt x="16066" y="1181"/>
                  </a:lnTo>
                  <a:lnTo>
                    <a:pt x="16066" y="1181"/>
                  </a:lnTo>
                  <a:lnTo>
                    <a:pt x="15442" y="1303"/>
                  </a:lnTo>
                  <a:lnTo>
                    <a:pt x="14797" y="1437"/>
                  </a:lnTo>
                  <a:lnTo>
                    <a:pt x="14129" y="1581"/>
                  </a:lnTo>
                  <a:lnTo>
                    <a:pt x="13449" y="1748"/>
                  </a:lnTo>
                  <a:lnTo>
                    <a:pt x="12748" y="1915"/>
                  </a:lnTo>
                  <a:lnTo>
                    <a:pt x="12058" y="2105"/>
                  </a:lnTo>
                  <a:lnTo>
                    <a:pt x="11368" y="2305"/>
                  </a:lnTo>
                  <a:lnTo>
                    <a:pt x="10688" y="2517"/>
                  </a:lnTo>
                  <a:lnTo>
                    <a:pt x="10032" y="2728"/>
                  </a:lnTo>
                  <a:lnTo>
                    <a:pt x="9397" y="2962"/>
                  </a:lnTo>
                  <a:lnTo>
                    <a:pt x="8807" y="3185"/>
                  </a:lnTo>
                  <a:lnTo>
                    <a:pt x="8250" y="3429"/>
                  </a:lnTo>
                  <a:lnTo>
                    <a:pt x="7749" y="3663"/>
                  </a:lnTo>
                  <a:lnTo>
                    <a:pt x="7515" y="3786"/>
                  </a:lnTo>
                  <a:lnTo>
                    <a:pt x="7304" y="3908"/>
                  </a:lnTo>
                  <a:lnTo>
                    <a:pt x="7103" y="4031"/>
                  </a:lnTo>
                  <a:lnTo>
                    <a:pt x="6925" y="4153"/>
                  </a:lnTo>
                  <a:lnTo>
                    <a:pt x="6758" y="4276"/>
                  </a:lnTo>
                  <a:lnTo>
                    <a:pt x="6614" y="4398"/>
                  </a:lnTo>
                  <a:lnTo>
                    <a:pt x="6614" y="4398"/>
                  </a:lnTo>
                  <a:lnTo>
                    <a:pt x="6424" y="4565"/>
                  </a:lnTo>
                  <a:lnTo>
                    <a:pt x="6246" y="4754"/>
                  </a:lnTo>
                  <a:lnTo>
                    <a:pt x="6057" y="4955"/>
                  </a:lnTo>
                  <a:lnTo>
                    <a:pt x="5879" y="5166"/>
                  </a:lnTo>
                  <a:lnTo>
                    <a:pt x="5701" y="5389"/>
                  </a:lnTo>
                  <a:lnTo>
                    <a:pt x="5523" y="5623"/>
                  </a:lnTo>
                  <a:lnTo>
                    <a:pt x="5356" y="5868"/>
                  </a:lnTo>
                  <a:lnTo>
                    <a:pt x="5189" y="6124"/>
                  </a:lnTo>
                  <a:lnTo>
                    <a:pt x="5010" y="6391"/>
                  </a:lnTo>
                  <a:lnTo>
                    <a:pt x="4843" y="6658"/>
                  </a:lnTo>
                  <a:lnTo>
                    <a:pt x="4521" y="7226"/>
                  </a:lnTo>
                  <a:lnTo>
                    <a:pt x="4209" y="7827"/>
                  </a:lnTo>
                  <a:lnTo>
                    <a:pt x="3897" y="8451"/>
                  </a:lnTo>
                  <a:lnTo>
                    <a:pt x="3596" y="9096"/>
                  </a:lnTo>
                  <a:lnTo>
                    <a:pt x="3318" y="9764"/>
                  </a:lnTo>
                  <a:lnTo>
                    <a:pt x="3040" y="10432"/>
                  </a:lnTo>
                  <a:lnTo>
                    <a:pt x="2773" y="11123"/>
                  </a:lnTo>
                  <a:lnTo>
                    <a:pt x="2516" y="11813"/>
                  </a:lnTo>
                  <a:lnTo>
                    <a:pt x="2272" y="12514"/>
                  </a:lnTo>
                  <a:lnTo>
                    <a:pt x="2038" y="13205"/>
                  </a:lnTo>
                  <a:lnTo>
                    <a:pt x="1815" y="13884"/>
                  </a:lnTo>
                  <a:lnTo>
                    <a:pt x="1604" y="14563"/>
                  </a:lnTo>
                  <a:lnTo>
                    <a:pt x="1403" y="15220"/>
                  </a:lnTo>
                  <a:lnTo>
                    <a:pt x="1036" y="16478"/>
                  </a:lnTo>
                  <a:lnTo>
                    <a:pt x="724" y="17636"/>
                  </a:lnTo>
                  <a:lnTo>
                    <a:pt x="468" y="18649"/>
                  </a:lnTo>
                  <a:lnTo>
                    <a:pt x="268" y="19506"/>
                  </a:lnTo>
                  <a:lnTo>
                    <a:pt x="112" y="20141"/>
                  </a:lnTo>
                  <a:lnTo>
                    <a:pt x="0" y="20697"/>
                  </a:lnTo>
                  <a:lnTo>
                    <a:pt x="0" y="20697"/>
                  </a:lnTo>
                  <a:lnTo>
                    <a:pt x="4164" y="21421"/>
                  </a:lnTo>
                  <a:lnTo>
                    <a:pt x="7059" y="21922"/>
                  </a:lnTo>
                  <a:lnTo>
                    <a:pt x="8439" y="22167"/>
                  </a:lnTo>
                  <a:lnTo>
                    <a:pt x="8439" y="22167"/>
                  </a:lnTo>
                  <a:lnTo>
                    <a:pt x="8439" y="22200"/>
                  </a:lnTo>
                  <a:lnTo>
                    <a:pt x="8439" y="22256"/>
                  </a:lnTo>
                  <a:lnTo>
                    <a:pt x="8439" y="22479"/>
                  </a:lnTo>
                  <a:lnTo>
                    <a:pt x="8373" y="23280"/>
                  </a:lnTo>
                  <a:lnTo>
                    <a:pt x="8172" y="25796"/>
                  </a:lnTo>
                  <a:lnTo>
                    <a:pt x="8061" y="27255"/>
                  </a:lnTo>
                  <a:lnTo>
                    <a:pt x="7972" y="28680"/>
                  </a:lnTo>
                  <a:lnTo>
                    <a:pt x="7938" y="29337"/>
                  </a:lnTo>
                  <a:lnTo>
                    <a:pt x="7916" y="29927"/>
                  </a:lnTo>
                  <a:lnTo>
                    <a:pt x="7916" y="30450"/>
                  </a:lnTo>
                  <a:lnTo>
                    <a:pt x="7927" y="30884"/>
                  </a:lnTo>
                  <a:lnTo>
                    <a:pt x="7927" y="30884"/>
                  </a:lnTo>
                  <a:lnTo>
                    <a:pt x="8016" y="32365"/>
                  </a:lnTo>
                  <a:lnTo>
                    <a:pt x="8105" y="33835"/>
                  </a:lnTo>
                  <a:lnTo>
                    <a:pt x="8150" y="34558"/>
                  </a:lnTo>
                  <a:lnTo>
                    <a:pt x="8183" y="35293"/>
                  </a:lnTo>
                  <a:lnTo>
                    <a:pt x="8206" y="36028"/>
                  </a:lnTo>
                  <a:lnTo>
                    <a:pt x="8206" y="36774"/>
                  </a:lnTo>
                  <a:lnTo>
                    <a:pt x="8206" y="36774"/>
                  </a:lnTo>
                  <a:lnTo>
                    <a:pt x="8217" y="37375"/>
                  </a:lnTo>
                  <a:lnTo>
                    <a:pt x="8239" y="37631"/>
                  </a:lnTo>
                  <a:lnTo>
                    <a:pt x="8261" y="37865"/>
                  </a:lnTo>
                  <a:lnTo>
                    <a:pt x="8295" y="38076"/>
                  </a:lnTo>
                  <a:lnTo>
                    <a:pt x="8339" y="38255"/>
                  </a:lnTo>
                  <a:lnTo>
                    <a:pt x="8406" y="38422"/>
                  </a:lnTo>
                  <a:lnTo>
                    <a:pt x="8484" y="38566"/>
                  </a:lnTo>
                  <a:lnTo>
                    <a:pt x="8540" y="38633"/>
                  </a:lnTo>
                  <a:lnTo>
                    <a:pt x="8584" y="38689"/>
                  </a:lnTo>
                  <a:lnTo>
                    <a:pt x="8651" y="38744"/>
                  </a:lnTo>
                  <a:lnTo>
                    <a:pt x="8707" y="38800"/>
                  </a:lnTo>
                  <a:lnTo>
                    <a:pt x="8785" y="38845"/>
                  </a:lnTo>
                  <a:lnTo>
                    <a:pt x="8863" y="38889"/>
                  </a:lnTo>
                  <a:lnTo>
                    <a:pt x="9030" y="38956"/>
                  </a:lnTo>
                  <a:lnTo>
                    <a:pt x="9230" y="39012"/>
                  </a:lnTo>
                  <a:lnTo>
                    <a:pt x="9464" y="39056"/>
                  </a:lnTo>
                  <a:lnTo>
                    <a:pt x="9720" y="39090"/>
                  </a:lnTo>
                  <a:lnTo>
                    <a:pt x="10020" y="39101"/>
                  </a:lnTo>
                  <a:lnTo>
                    <a:pt x="10020" y="39101"/>
                  </a:lnTo>
                  <a:lnTo>
                    <a:pt x="11846" y="39145"/>
                  </a:lnTo>
                  <a:lnTo>
                    <a:pt x="13683" y="39190"/>
                  </a:lnTo>
                  <a:lnTo>
                    <a:pt x="13683" y="39190"/>
                  </a:lnTo>
                  <a:lnTo>
                    <a:pt x="15721" y="39212"/>
                  </a:lnTo>
                  <a:lnTo>
                    <a:pt x="17769" y="39212"/>
                  </a:lnTo>
                  <a:lnTo>
                    <a:pt x="19807" y="39201"/>
                  </a:lnTo>
                  <a:lnTo>
                    <a:pt x="21844" y="39168"/>
                  </a:lnTo>
                  <a:lnTo>
                    <a:pt x="21844" y="39168"/>
                  </a:lnTo>
                  <a:lnTo>
                    <a:pt x="22657" y="39145"/>
                  </a:lnTo>
                  <a:lnTo>
                    <a:pt x="24216" y="39101"/>
                  </a:lnTo>
                  <a:lnTo>
                    <a:pt x="25184" y="39056"/>
                  </a:lnTo>
                  <a:lnTo>
                    <a:pt x="26242" y="39012"/>
                  </a:lnTo>
                  <a:lnTo>
                    <a:pt x="27366" y="38945"/>
                  </a:lnTo>
                  <a:lnTo>
                    <a:pt x="28502" y="38856"/>
                  </a:lnTo>
                  <a:lnTo>
                    <a:pt x="29626" y="38767"/>
                  </a:lnTo>
                  <a:lnTo>
                    <a:pt x="30717" y="38644"/>
                  </a:lnTo>
                  <a:lnTo>
                    <a:pt x="31241" y="38577"/>
                  </a:lnTo>
                  <a:lnTo>
                    <a:pt x="31731" y="38511"/>
                  </a:lnTo>
                  <a:lnTo>
                    <a:pt x="32198" y="38433"/>
                  </a:lnTo>
                  <a:lnTo>
                    <a:pt x="32632" y="38355"/>
                  </a:lnTo>
                  <a:lnTo>
                    <a:pt x="33033" y="38266"/>
                  </a:lnTo>
                  <a:lnTo>
                    <a:pt x="33401" y="38177"/>
                  </a:lnTo>
                  <a:lnTo>
                    <a:pt x="33723" y="38076"/>
                  </a:lnTo>
                  <a:lnTo>
                    <a:pt x="33991" y="37976"/>
                  </a:lnTo>
                  <a:lnTo>
                    <a:pt x="34113" y="37921"/>
                  </a:lnTo>
                  <a:lnTo>
                    <a:pt x="34213" y="37865"/>
                  </a:lnTo>
                  <a:lnTo>
                    <a:pt x="34302" y="37798"/>
                  </a:lnTo>
                  <a:lnTo>
                    <a:pt x="34380" y="37742"/>
                  </a:lnTo>
                  <a:lnTo>
                    <a:pt x="34436" y="37687"/>
                  </a:lnTo>
                  <a:lnTo>
                    <a:pt x="34481" y="37620"/>
                  </a:lnTo>
                  <a:lnTo>
                    <a:pt x="34514" y="37553"/>
                  </a:lnTo>
                  <a:lnTo>
                    <a:pt x="34525" y="37486"/>
                  </a:lnTo>
                  <a:lnTo>
                    <a:pt x="35783" y="27021"/>
                  </a:lnTo>
                  <a:lnTo>
                    <a:pt x="41528" y="26720"/>
                  </a:lnTo>
                  <a:lnTo>
                    <a:pt x="41528" y="26720"/>
                  </a:lnTo>
                  <a:lnTo>
                    <a:pt x="41483" y="26119"/>
                  </a:lnTo>
                  <a:lnTo>
                    <a:pt x="41361" y="24516"/>
                  </a:lnTo>
                  <a:lnTo>
                    <a:pt x="41272" y="23425"/>
                  </a:lnTo>
                  <a:lnTo>
                    <a:pt x="41149" y="22178"/>
                  </a:lnTo>
                  <a:lnTo>
                    <a:pt x="41016" y="20820"/>
                  </a:lnTo>
                  <a:lnTo>
                    <a:pt x="40849" y="19395"/>
                  </a:lnTo>
                  <a:lnTo>
                    <a:pt x="40671" y="17914"/>
                  </a:lnTo>
                  <a:lnTo>
                    <a:pt x="40559" y="17168"/>
                  </a:lnTo>
                  <a:lnTo>
                    <a:pt x="40459" y="16422"/>
                  </a:lnTo>
                  <a:lnTo>
                    <a:pt x="40337" y="15687"/>
                  </a:lnTo>
                  <a:lnTo>
                    <a:pt x="40214" y="14964"/>
                  </a:lnTo>
                  <a:lnTo>
                    <a:pt x="40092" y="14251"/>
                  </a:lnTo>
                  <a:lnTo>
                    <a:pt x="39958" y="13561"/>
                  </a:lnTo>
                  <a:lnTo>
                    <a:pt x="39813" y="12893"/>
                  </a:lnTo>
                  <a:lnTo>
                    <a:pt x="39669" y="12247"/>
                  </a:lnTo>
                  <a:lnTo>
                    <a:pt x="39513" y="11635"/>
                  </a:lnTo>
                  <a:lnTo>
                    <a:pt x="39357" y="11067"/>
                  </a:lnTo>
                  <a:lnTo>
                    <a:pt x="39179" y="10533"/>
                  </a:lnTo>
                  <a:lnTo>
                    <a:pt x="39012" y="10043"/>
                  </a:lnTo>
                  <a:lnTo>
                    <a:pt x="38923" y="9820"/>
                  </a:lnTo>
                  <a:lnTo>
                    <a:pt x="38823" y="9608"/>
                  </a:lnTo>
                  <a:lnTo>
                    <a:pt x="38733" y="9408"/>
                  </a:lnTo>
                  <a:lnTo>
                    <a:pt x="38633" y="92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7991266" y="2607038"/>
              <a:ext cx="164108" cy="108960"/>
            </a:xfrm>
            <a:custGeom>
              <a:rect b="b" l="l" r="r" t="t"/>
              <a:pathLst>
                <a:path extrusionOk="0" h="4643" w="6993">
                  <a:moveTo>
                    <a:pt x="6993" y="0"/>
                  </a:moveTo>
                  <a:lnTo>
                    <a:pt x="1" y="134"/>
                  </a:lnTo>
                  <a:lnTo>
                    <a:pt x="57" y="4309"/>
                  </a:lnTo>
                  <a:lnTo>
                    <a:pt x="6091" y="4643"/>
                  </a:lnTo>
                  <a:lnTo>
                    <a:pt x="6993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2"/>
            <p:cNvSpPr/>
            <p:nvPr/>
          </p:nvSpPr>
          <p:spPr>
            <a:xfrm>
              <a:off x="7991266" y="2607038"/>
              <a:ext cx="164108" cy="108960"/>
            </a:xfrm>
            <a:custGeom>
              <a:rect b="b" l="l" r="r" t="t"/>
              <a:pathLst>
                <a:path extrusionOk="0" fill="none" h="4643" w="6993">
                  <a:moveTo>
                    <a:pt x="1" y="134"/>
                  </a:moveTo>
                  <a:lnTo>
                    <a:pt x="57" y="4309"/>
                  </a:lnTo>
                  <a:lnTo>
                    <a:pt x="6091" y="4643"/>
                  </a:lnTo>
                  <a:lnTo>
                    <a:pt x="69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7437386" y="2636818"/>
              <a:ext cx="712239" cy="214258"/>
            </a:xfrm>
            <a:custGeom>
              <a:rect b="b" l="l" r="r" t="t"/>
              <a:pathLst>
                <a:path extrusionOk="0" h="9130" w="30350">
                  <a:moveTo>
                    <a:pt x="30350" y="1"/>
                  </a:moveTo>
                  <a:lnTo>
                    <a:pt x="26609" y="1648"/>
                  </a:lnTo>
                  <a:lnTo>
                    <a:pt x="23636" y="1526"/>
                  </a:lnTo>
                  <a:lnTo>
                    <a:pt x="23636" y="1559"/>
                  </a:lnTo>
                  <a:lnTo>
                    <a:pt x="23647" y="1671"/>
                  </a:lnTo>
                  <a:lnTo>
                    <a:pt x="23636" y="1826"/>
                  </a:lnTo>
                  <a:lnTo>
                    <a:pt x="23625" y="1915"/>
                  </a:lnTo>
                  <a:lnTo>
                    <a:pt x="23603" y="2016"/>
                  </a:lnTo>
                  <a:lnTo>
                    <a:pt x="23569" y="2116"/>
                  </a:lnTo>
                  <a:lnTo>
                    <a:pt x="23536" y="2227"/>
                  </a:lnTo>
                  <a:lnTo>
                    <a:pt x="23480" y="2327"/>
                  </a:lnTo>
                  <a:lnTo>
                    <a:pt x="23414" y="2428"/>
                  </a:lnTo>
                  <a:lnTo>
                    <a:pt x="23336" y="2517"/>
                  </a:lnTo>
                  <a:lnTo>
                    <a:pt x="23247" y="2606"/>
                  </a:lnTo>
                  <a:lnTo>
                    <a:pt x="23124" y="2695"/>
                  </a:lnTo>
                  <a:lnTo>
                    <a:pt x="22991" y="2762"/>
                  </a:lnTo>
                  <a:lnTo>
                    <a:pt x="22824" y="2817"/>
                  </a:lnTo>
                  <a:lnTo>
                    <a:pt x="22623" y="2884"/>
                  </a:lnTo>
                  <a:lnTo>
                    <a:pt x="22389" y="2940"/>
                  </a:lnTo>
                  <a:lnTo>
                    <a:pt x="22122" y="2995"/>
                  </a:lnTo>
                  <a:lnTo>
                    <a:pt x="21499" y="3107"/>
                  </a:lnTo>
                  <a:lnTo>
                    <a:pt x="20775" y="3229"/>
                  </a:lnTo>
                  <a:lnTo>
                    <a:pt x="19083" y="3496"/>
                  </a:lnTo>
                  <a:lnTo>
                    <a:pt x="18136" y="3652"/>
                  </a:lnTo>
                  <a:lnTo>
                    <a:pt x="17168" y="3830"/>
                  </a:lnTo>
                  <a:lnTo>
                    <a:pt x="15765" y="4109"/>
                  </a:lnTo>
                  <a:lnTo>
                    <a:pt x="14518" y="4365"/>
                  </a:lnTo>
                  <a:lnTo>
                    <a:pt x="12414" y="4810"/>
                  </a:lnTo>
                  <a:lnTo>
                    <a:pt x="11512" y="5011"/>
                  </a:lnTo>
                  <a:lnTo>
                    <a:pt x="10677" y="5178"/>
                  </a:lnTo>
                  <a:lnTo>
                    <a:pt x="9887" y="5311"/>
                  </a:lnTo>
                  <a:lnTo>
                    <a:pt x="9508" y="5367"/>
                  </a:lnTo>
                  <a:lnTo>
                    <a:pt x="9129" y="5422"/>
                  </a:lnTo>
                  <a:lnTo>
                    <a:pt x="8762" y="5456"/>
                  </a:lnTo>
                  <a:lnTo>
                    <a:pt x="8283" y="5489"/>
                  </a:lnTo>
                  <a:lnTo>
                    <a:pt x="7215" y="5534"/>
                  </a:lnTo>
                  <a:lnTo>
                    <a:pt x="6302" y="5567"/>
                  </a:lnTo>
                  <a:lnTo>
                    <a:pt x="5912" y="5578"/>
                  </a:lnTo>
                  <a:lnTo>
                    <a:pt x="4208" y="5523"/>
                  </a:lnTo>
                  <a:lnTo>
                    <a:pt x="3819" y="5523"/>
                  </a:lnTo>
                  <a:lnTo>
                    <a:pt x="3451" y="5545"/>
                  </a:lnTo>
                  <a:lnTo>
                    <a:pt x="3106" y="5578"/>
                  </a:lnTo>
                  <a:lnTo>
                    <a:pt x="2795" y="5634"/>
                  </a:lnTo>
                  <a:lnTo>
                    <a:pt x="2494" y="5701"/>
                  </a:lnTo>
                  <a:lnTo>
                    <a:pt x="2227" y="5790"/>
                  </a:lnTo>
                  <a:lnTo>
                    <a:pt x="1971" y="5879"/>
                  </a:lnTo>
                  <a:lnTo>
                    <a:pt x="1737" y="5990"/>
                  </a:lnTo>
                  <a:lnTo>
                    <a:pt x="1525" y="6113"/>
                  </a:lnTo>
                  <a:lnTo>
                    <a:pt x="1325" y="6235"/>
                  </a:lnTo>
                  <a:lnTo>
                    <a:pt x="1147" y="6369"/>
                  </a:lnTo>
                  <a:lnTo>
                    <a:pt x="991" y="6514"/>
                  </a:lnTo>
                  <a:lnTo>
                    <a:pt x="835" y="6658"/>
                  </a:lnTo>
                  <a:lnTo>
                    <a:pt x="713" y="6814"/>
                  </a:lnTo>
                  <a:lnTo>
                    <a:pt x="590" y="6970"/>
                  </a:lnTo>
                  <a:lnTo>
                    <a:pt x="490" y="7137"/>
                  </a:lnTo>
                  <a:lnTo>
                    <a:pt x="401" y="7293"/>
                  </a:lnTo>
                  <a:lnTo>
                    <a:pt x="323" y="7449"/>
                  </a:lnTo>
                  <a:lnTo>
                    <a:pt x="256" y="7616"/>
                  </a:lnTo>
                  <a:lnTo>
                    <a:pt x="189" y="7772"/>
                  </a:lnTo>
                  <a:lnTo>
                    <a:pt x="145" y="7916"/>
                  </a:lnTo>
                  <a:lnTo>
                    <a:pt x="111" y="8061"/>
                  </a:lnTo>
                  <a:lnTo>
                    <a:pt x="45" y="8339"/>
                  </a:lnTo>
                  <a:lnTo>
                    <a:pt x="11" y="8584"/>
                  </a:lnTo>
                  <a:lnTo>
                    <a:pt x="0" y="8774"/>
                  </a:lnTo>
                  <a:lnTo>
                    <a:pt x="0" y="9007"/>
                  </a:lnTo>
                  <a:lnTo>
                    <a:pt x="0" y="9030"/>
                  </a:lnTo>
                  <a:lnTo>
                    <a:pt x="11" y="9041"/>
                  </a:lnTo>
                  <a:lnTo>
                    <a:pt x="56" y="9074"/>
                  </a:lnTo>
                  <a:lnTo>
                    <a:pt x="123" y="9108"/>
                  </a:lnTo>
                  <a:lnTo>
                    <a:pt x="212" y="9119"/>
                  </a:lnTo>
                  <a:lnTo>
                    <a:pt x="323" y="9130"/>
                  </a:lnTo>
                  <a:lnTo>
                    <a:pt x="779" y="9130"/>
                  </a:lnTo>
                  <a:lnTo>
                    <a:pt x="1637" y="9074"/>
                  </a:lnTo>
                  <a:lnTo>
                    <a:pt x="2160" y="9041"/>
                  </a:lnTo>
                  <a:lnTo>
                    <a:pt x="2728" y="9007"/>
                  </a:lnTo>
                  <a:lnTo>
                    <a:pt x="3251" y="8963"/>
                  </a:lnTo>
                  <a:lnTo>
                    <a:pt x="3863" y="8907"/>
                  </a:lnTo>
                  <a:lnTo>
                    <a:pt x="4520" y="8829"/>
                  </a:lnTo>
                  <a:lnTo>
                    <a:pt x="5199" y="8740"/>
                  </a:lnTo>
                  <a:lnTo>
                    <a:pt x="6457" y="8551"/>
                  </a:lnTo>
                  <a:lnTo>
                    <a:pt x="7393" y="8395"/>
                  </a:lnTo>
                  <a:lnTo>
                    <a:pt x="7426" y="8462"/>
                  </a:lnTo>
                  <a:lnTo>
                    <a:pt x="15375" y="8239"/>
                  </a:lnTo>
                  <a:lnTo>
                    <a:pt x="16990" y="8172"/>
                  </a:lnTo>
                  <a:lnTo>
                    <a:pt x="18682" y="8106"/>
                  </a:lnTo>
                  <a:lnTo>
                    <a:pt x="20675" y="8017"/>
                  </a:lnTo>
                  <a:lnTo>
                    <a:pt x="22757" y="7905"/>
                  </a:lnTo>
                  <a:lnTo>
                    <a:pt x="23770" y="7838"/>
                  </a:lnTo>
                  <a:lnTo>
                    <a:pt x="24727" y="7772"/>
                  </a:lnTo>
                  <a:lnTo>
                    <a:pt x="25596" y="7705"/>
                  </a:lnTo>
                  <a:lnTo>
                    <a:pt x="26364" y="7638"/>
                  </a:lnTo>
                  <a:lnTo>
                    <a:pt x="26987" y="7571"/>
                  </a:lnTo>
                  <a:lnTo>
                    <a:pt x="27244" y="7538"/>
                  </a:lnTo>
                  <a:lnTo>
                    <a:pt x="27444" y="7493"/>
                  </a:lnTo>
                  <a:lnTo>
                    <a:pt x="27533" y="7471"/>
                  </a:lnTo>
                  <a:lnTo>
                    <a:pt x="27633" y="7449"/>
                  </a:lnTo>
                  <a:lnTo>
                    <a:pt x="27722" y="7404"/>
                  </a:lnTo>
                  <a:lnTo>
                    <a:pt x="27800" y="7349"/>
                  </a:lnTo>
                  <a:lnTo>
                    <a:pt x="27889" y="7293"/>
                  </a:lnTo>
                  <a:lnTo>
                    <a:pt x="27978" y="7226"/>
                  </a:lnTo>
                  <a:lnTo>
                    <a:pt x="28134" y="7070"/>
                  </a:lnTo>
                  <a:lnTo>
                    <a:pt x="28290" y="6881"/>
                  </a:lnTo>
                  <a:lnTo>
                    <a:pt x="28446" y="6669"/>
                  </a:lnTo>
                  <a:lnTo>
                    <a:pt x="28591" y="6424"/>
                  </a:lnTo>
                  <a:lnTo>
                    <a:pt x="28735" y="6168"/>
                  </a:lnTo>
                  <a:lnTo>
                    <a:pt x="28869" y="5890"/>
                  </a:lnTo>
                  <a:lnTo>
                    <a:pt x="28991" y="5589"/>
                  </a:lnTo>
                  <a:lnTo>
                    <a:pt x="29114" y="5278"/>
                  </a:lnTo>
                  <a:lnTo>
                    <a:pt x="29236" y="4955"/>
                  </a:lnTo>
                  <a:lnTo>
                    <a:pt x="29348" y="4632"/>
                  </a:lnTo>
                  <a:lnTo>
                    <a:pt x="29448" y="4287"/>
                  </a:lnTo>
                  <a:lnTo>
                    <a:pt x="29637" y="3608"/>
                  </a:lnTo>
                  <a:lnTo>
                    <a:pt x="29804" y="2929"/>
                  </a:lnTo>
                  <a:lnTo>
                    <a:pt x="29949" y="2272"/>
                  </a:lnTo>
                  <a:lnTo>
                    <a:pt x="30071" y="1659"/>
                  </a:lnTo>
                  <a:lnTo>
                    <a:pt x="30172" y="1114"/>
                  </a:lnTo>
                  <a:lnTo>
                    <a:pt x="30305" y="312"/>
                  </a:lnTo>
                  <a:lnTo>
                    <a:pt x="30350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7632800" y="1743528"/>
              <a:ext cx="251384" cy="302848"/>
            </a:xfrm>
            <a:custGeom>
              <a:rect b="b" l="l" r="r" t="t"/>
              <a:pathLst>
                <a:path extrusionOk="0" h="12905" w="10712">
                  <a:moveTo>
                    <a:pt x="10054" y="1"/>
                  </a:moveTo>
                  <a:lnTo>
                    <a:pt x="10021" y="12"/>
                  </a:lnTo>
                  <a:lnTo>
                    <a:pt x="713" y="2717"/>
                  </a:lnTo>
                  <a:lnTo>
                    <a:pt x="780" y="2918"/>
                  </a:lnTo>
                  <a:lnTo>
                    <a:pt x="858" y="3162"/>
                  </a:lnTo>
                  <a:lnTo>
                    <a:pt x="958" y="3496"/>
                  </a:lnTo>
                  <a:lnTo>
                    <a:pt x="1070" y="3897"/>
                  </a:lnTo>
                  <a:lnTo>
                    <a:pt x="1192" y="4376"/>
                  </a:lnTo>
                  <a:lnTo>
                    <a:pt x="1315" y="4922"/>
                  </a:lnTo>
                  <a:lnTo>
                    <a:pt x="1426" y="5523"/>
                  </a:lnTo>
                  <a:lnTo>
                    <a:pt x="1504" y="5957"/>
                  </a:lnTo>
                  <a:lnTo>
                    <a:pt x="1571" y="6425"/>
                  </a:lnTo>
                  <a:lnTo>
                    <a:pt x="1615" y="6903"/>
                  </a:lnTo>
                  <a:lnTo>
                    <a:pt x="1660" y="7415"/>
                  </a:lnTo>
                  <a:lnTo>
                    <a:pt x="1671" y="7727"/>
                  </a:lnTo>
                  <a:lnTo>
                    <a:pt x="1682" y="8028"/>
                  </a:lnTo>
                  <a:lnTo>
                    <a:pt x="1682" y="8384"/>
                  </a:lnTo>
                  <a:lnTo>
                    <a:pt x="1682" y="8540"/>
                  </a:lnTo>
                  <a:lnTo>
                    <a:pt x="1693" y="8740"/>
                  </a:lnTo>
                  <a:lnTo>
                    <a:pt x="1727" y="9152"/>
                  </a:lnTo>
                  <a:lnTo>
                    <a:pt x="1738" y="9353"/>
                  </a:lnTo>
                  <a:lnTo>
                    <a:pt x="1738" y="9542"/>
                  </a:lnTo>
                  <a:lnTo>
                    <a:pt x="1727" y="9709"/>
                  </a:lnTo>
                  <a:lnTo>
                    <a:pt x="1704" y="9842"/>
                  </a:lnTo>
                  <a:lnTo>
                    <a:pt x="1682" y="9920"/>
                  </a:lnTo>
                  <a:lnTo>
                    <a:pt x="1637" y="10009"/>
                  </a:lnTo>
                  <a:lnTo>
                    <a:pt x="1593" y="10099"/>
                  </a:lnTo>
                  <a:lnTo>
                    <a:pt x="1537" y="10188"/>
                  </a:lnTo>
                  <a:lnTo>
                    <a:pt x="1470" y="10277"/>
                  </a:lnTo>
                  <a:lnTo>
                    <a:pt x="1393" y="10366"/>
                  </a:lnTo>
                  <a:lnTo>
                    <a:pt x="1303" y="10466"/>
                  </a:lnTo>
                  <a:lnTo>
                    <a:pt x="1203" y="10555"/>
                  </a:lnTo>
                  <a:lnTo>
                    <a:pt x="1092" y="10644"/>
                  </a:lnTo>
                  <a:lnTo>
                    <a:pt x="969" y="10722"/>
                  </a:lnTo>
                  <a:lnTo>
                    <a:pt x="836" y="10800"/>
                  </a:lnTo>
                  <a:lnTo>
                    <a:pt x="691" y="10878"/>
                  </a:lnTo>
                  <a:lnTo>
                    <a:pt x="535" y="10945"/>
                  </a:lnTo>
                  <a:lnTo>
                    <a:pt x="368" y="11011"/>
                  </a:lnTo>
                  <a:lnTo>
                    <a:pt x="190" y="11056"/>
                  </a:lnTo>
                  <a:lnTo>
                    <a:pt x="1" y="11101"/>
                  </a:lnTo>
                  <a:lnTo>
                    <a:pt x="45" y="11201"/>
                  </a:lnTo>
                  <a:lnTo>
                    <a:pt x="101" y="11312"/>
                  </a:lnTo>
                  <a:lnTo>
                    <a:pt x="190" y="11446"/>
                  </a:lnTo>
                  <a:lnTo>
                    <a:pt x="324" y="11613"/>
                  </a:lnTo>
                  <a:lnTo>
                    <a:pt x="491" y="11791"/>
                  </a:lnTo>
                  <a:lnTo>
                    <a:pt x="591" y="11891"/>
                  </a:lnTo>
                  <a:lnTo>
                    <a:pt x="702" y="11980"/>
                  </a:lnTo>
                  <a:lnTo>
                    <a:pt x="825" y="12080"/>
                  </a:lnTo>
                  <a:lnTo>
                    <a:pt x="958" y="12169"/>
                  </a:lnTo>
                  <a:lnTo>
                    <a:pt x="1103" y="12270"/>
                  </a:lnTo>
                  <a:lnTo>
                    <a:pt x="1270" y="12359"/>
                  </a:lnTo>
                  <a:lnTo>
                    <a:pt x="1448" y="12448"/>
                  </a:lnTo>
                  <a:lnTo>
                    <a:pt x="1637" y="12526"/>
                  </a:lnTo>
                  <a:lnTo>
                    <a:pt x="1838" y="12604"/>
                  </a:lnTo>
                  <a:lnTo>
                    <a:pt x="2061" y="12670"/>
                  </a:lnTo>
                  <a:lnTo>
                    <a:pt x="2294" y="12737"/>
                  </a:lnTo>
                  <a:lnTo>
                    <a:pt x="2550" y="12793"/>
                  </a:lnTo>
                  <a:lnTo>
                    <a:pt x="2829" y="12837"/>
                  </a:lnTo>
                  <a:lnTo>
                    <a:pt x="3118" y="12871"/>
                  </a:lnTo>
                  <a:lnTo>
                    <a:pt x="3419" y="12893"/>
                  </a:lnTo>
                  <a:lnTo>
                    <a:pt x="3742" y="12904"/>
                  </a:lnTo>
                  <a:lnTo>
                    <a:pt x="4087" y="12904"/>
                  </a:lnTo>
                  <a:lnTo>
                    <a:pt x="4454" y="12882"/>
                  </a:lnTo>
                  <a:lnTo>
                    <a:pt x="4844" y="12848"/>
                  </a:lnTo>
                  <a:lnTo>
                    <a:pt x="5245" y="12804"/>
                  </a:lnTo>
                  <a:lnTo>
                    <a:pt x="5645" y="12748"/>
                  </a:lnTo>
                  <a:lnTo>
                    <a:pt x="6024" y="12681"/>
                  </a:lnTo>
                  <a:lnTo>
                    <a:pt x="6380" y="12615"/>
                  </a:lnTo>
                  <a:lnTo>
                    <a:pt x="6725" y="12537"/>
                  </a:lnTo>
                  <a:lnTo>
                    <a:pt x="7048" y="12459"/>
                  </a:lnTo>
                  <a:lnTo>
                    <a:pt x="7349" y="12370"/>
                  </a:lnTo>
                  <a:lnTo>
                    <a:pt x="7649" y="12281"/>
                  </a:lnTo>
                  <a:lnTo>
                    <a:pt x="7917" y="12192"/>
                  </a:lnTo>
                  <a:lnTo>
                    <a:pt x="8184" y="12091"/>
                  </a:lnTo>
                  <a:lnTo>
                    <a:pt x="8429" y="11991"/>
                  </a:lnTo>
                  <a:lnTo>
                    <a:pt x="8652" y="11891"/>
                  </a:lnTo>
                  <a:lnTo>
                    <a:pt x="8874" y="11791"/>
                  </a:lnTo>
                  <a:lnTo>
                    <a:pt x="9075" y="11691"/>
                  </a:lnTo>
                  <a:lnTo>
                    <a:pt x="9264" y="11590"/>
                  </a:lnTo>
                  <a:lnTo>
                    <a:pt x="9598" y="11379"/>
                  </a:lnTo>
                  <a:lnTo>
                    <a:pt x="9876" y="11190"/>
                  </a:lnTo>
                  <a:lnTo>
                    <a:pt x="10121" y="11000"/>
                  </a:lnTo>
                  <a:lnTo>
                    <a:pt x="10310" y="10833"/>
                  </a:lnTo>
                  <a:lnTo>
                    <a:pt x="10455" y="10677"/>
                  </a:lnTo>
                  <a:lnTo>
                    <a:pt x="10578" y="10555"/>
                  </a:lnTo>
                  <a:lnTo>
                    <a:pt x="10644" y="10466"/>
                  </a:lnTo>
                  <a:lnTo>
                    <a:pt x="10711" y="10377"/>
                  </a:lnTo>
                  <a:lnTo>
                    <a:pt x="10399" y="10377"/>
                  </a:lnTo>
                  <a:lnTo>
                    <a:pt x="10166" y="10355"/>
                  </a:lnTo>
                  <a:lnTo>
                    <a:pt x="10077" y="10343"/>
                  </a:lnTo>
                  <a:lnTo>
                    <a:pt x="10021" y="10332"/>
                  </a:lnTo>
                  <a:lnTo>
                    <a:pt x="9932" y="10277"/>
                  </a:lnTo>
                  <a:lnTo>
                    <a:pt x="9843" y="10199"/>
                  </a:lnTo>
                  <a:lnTo>
                    <a:pt x="9765" y="10121"/>
                  </a:lnTo>
                  <a:lnTo>
                    <a:pt x="9698" y="10021"/>
                  </a:lnTo>
                  <a:lnTo>
                    <a:pt x="9631" y="9920"/>
                  </a:lnTo>
                  <a:lnTo>
                    <a:pt x="9564" y="9809"/>
                  </a:lnTo>
                  <a:lnTo>
                    <a:pt x="9453" y="9564"/>
                  </a:lnTo>
                  <a:lnTo>
                    <a:pt x="9353" y="9297"/>
                  </a:lnTo>
                  <a:lnTo>
                    <a:pt x="9253" y="9052"/>
                  </a:lnTo>
                  <a:lnTo>
                    <a:pt x="9164" y="8807"/>
                  </a:lnTo>
                  <a:lnTo>
                    <a:pt x="9075" y="8607"/>
                  </a:lnTo>
                  <a:lnTo>
                    <a:pt x="9063" y="8529"/>
                  </a:lnTo>
                  <a:lnTo>
                    <a:pt x="9041" y="8351"/>
                  </a:lnTo>
                  <a:lnTo>
                    <a:pt x="9019" y="8106"/>
                  </a:lnTo>
                  <a:lnTo>
                    <a:pt x="9008" y="7794"/>
                  </a:lnTo>
                  <a:lnTo>
                    <a:pt x="8997" y="7415"/>
                  </a:lnTo>
                  <a:lnTo>
                    <a:pt x="8986" y="6992"/>
                  </a:lnTo>
                  <a:lnTo>
                    <a:pt x="8997" y="6514"/>
                  </a:lnTo>
                  <a:lnTo>
                    <a:pt x="9008" y="6001"/>
                  </a:lnTo>
                  <a:lnTo>
                    <a:pt x="9019" y="5445"/>
                  </a:lnTo>
                  <a:lnTo>
                    <a:pt x="9052" y="4877"/>
                  </a:lnTo>
                  <a:lnTo>
                    <a:pt x="9108" y="4287"/>
                  </a:lnTo>
                  <a:lnTo>
                    <a:pt x="9164" y="3697"/>
                  </a:lnTo>
                  <a:lnTo>
                    <a:pt x="9242" y="3096"/>
                  </a:lnTo>
                  <a:lnTo>
                    <a:pt x="9331" y="2506"/>
                  </a:lnTo>
                  <a:lnTo>
                    <a:pt x="9442" y="1927"/>
                  </a:lnTo>
                  <a:lnTo>
                    <a:pt x="9576" y="1370"/>
                  </a:lnTo>
                  <a:lnTo>
                    <a:pt x="9665" y="1047"/>
                  </a:lnTo>
                  <a:lnTo>
                    <a:pt x="9765" y="724"/>
                  </a:lnTo>
                  <a:lnTo>
                    <a:pt x="9876" y="424"/>
                  </a:lnTo>
                  <a:lnTo>
                    <a:pt x="9988" y="145"/>
                  </a:lnTo>
                  <a:lnTo>
                    <a:pt x="10054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7649533" y="1743786"/>
              <a:ext cx="218435" cy="196493"/>
            </a:xfrm>
            <a:custGeom>
              <a:rect b="b" l="l" r="r" t="t"/>
              <a:pathLst>
                <a:path extrusionOk="0" h="8373" w="9308">
                  <a:moveTo>
                    <a:pt x="9308" y="1"/>
                  </a:moveTo>
                  <a:lnTo>
                    <a:pt x="0" y="2706"/>
                  </a:lnTo>
                  <a:lnTo>
                    <a:pt x="67" y="2907"/>
                  </a:lnTo>
                  <a:lnTo>
                    <a:pt x="145" y="3151"/>
                  </a:lnTo>
                  <a:lnTo>
                    <a:pt x="245" y="3485"/>
                  </a:lnTo>
                  <a:lnTo>
                    <a:pt x="357" y="3886"/>
                  </a:lnTo>
                  <a:lnTo>
                    <a:pt x="479" y="4365"/>
                  </a:lnTo>
                  <a:lnTo>
                    <a:pt x="602" y="4911"/>
                  </a:lnTo>
                  <a:lnTo>
                    <a:pt x="713" y="5512"/>
                  </a:lnTo>
                  <a:lnTo>
                    <a:pt x="791" y="5946"/>
                  </a:lnTo>
                  <a:lnTo>
                    <a:pt x="858" y="6414"/>
                  </a:lnTo>
                  <a:lnTo>
                    <a:pt x="902" y="6892"/>
                  </a:lnTo>
                  <a:lnTo>
                    <a:pt x="947" y="7404"/>
                  </a:lnTo>
                  <a:lnTo>
                    <a:pt x="958" y="7716"/>
                  </a:lnTo>
                  <a:lnTo>
                    <a:pt x="969" y="8017"/>
                  </a:lnTo>
                  <a:lnTo>
                    <a:pt x="969" y="8373"/>
                  </a:lnTo>
                  <a:lnTo>
                    <a:pt x="1258" y="8262"/>
                  </a:lnTo>
                  <a:lnTo>
                    <a:pt x="1548" y="8150"/>
                  </a:lnTo>
                  <a:lnTo>
                    <a:pt x="1826" y="8028"/>
                  </a:lnTo>
                  <a:lnTo>
                    <a:pt x="2105" y="7894"/>
                  </a:lnTo>
                  <a:lnTo>
                    <a:pt x="2383" y="7750"/>
                  </a:lnTo>
                  <a:lnTo>
                    <a:pt x="2650" y="7594"/>
                  </a:lnTo>
                  <a:lnTo>
                    <a:pt x="2917" y="7438"/>
                  </a:lnTo>
                  <a:lnTo>
                    <a:pt x="3185" y="7271"/>
                  </a:lnTo>
                  <a:lnTo>
                    <a:pt x="3441" y="7093"/>
                  </a:lnTo>
                  <a:lnTo>
                    <a:pt x="3697" y="6915"/>
                  </a:lnTo>
                  <a:lnTo>
                    <a:pt x="4187" y="6547"/>
                  </a:lnTo>
                  <a:lnTo>
                    <a:pt x="4665" y="6157"/>
                  </a:lnTo>
                  <a:lnTo>
                    <a:pt x="5122" y="5768"/>
                  </a:lnTo>
                  <a:lnTo>
                    <a:pt x="5801" y="5155"/>
                  </a:lnTo>
                  <a:lnTo>
                    <a:pt x="6413" y="4577"/>
                  </a:lnTo>
                  <a:lnTo>
                    <a:pt x="6703" y="4287"/>
                  </a:lnTo>
                  <a:lnTo>
                    <a:pt x="6970" y="4020"/>
                  </a:lnTo>
                  <a:lnTo>
                    <a:pt x="7226" y="3742"/>
                  </a:lnTo>
                  <a:lnTo>
                    <a:pt x="7460" y="3474"/>
                  </a:lnTo>
                  <a:lnTo>
                    <a:pt x="7682" y="3207"/>
                  </a:lnTo>
                  <a:lnTo>
                    <a:pt x="7894" y="2951"/>
                  </a:lnTo>
                  <a:lnTo>
                    <a:pt x="8083" y="2684"/>
                  </a:lnTo>
                  <a:lnTo>
                    <a:pt x="8273" y="2428"/>
                  </a:lnTo>
                  <a:lnTo>
                    <a:pt x="8440" y="2161"/>
                  </a:lnTo>
                  <a:lnTo>
                    <a:pt x="8595" y="1893"/>
                  </a:lnTo>
                  <a:lnTo>
                    <a:pt x="8729" y="1626"/>
                  </a:lnTo>
                  <a:lnTo>
                    <a:pt x="8863" y="1359"/>
                  </a:lnTo>
                  <a:lnTo>
                    <a:pt x="8985" y="1058"/>
                  </a:lnTo>
                  <a:lnTo>
                    <a:pt x="9096" y="758"/>
                  </a:lnTo>
                  <a:lnTo>
                    <a:pt x="9197" y="446"/>
                  </a:lnTo>
                  <a:lnTo>
                    <a:pt x="9275" y="134"/>
                  </a:lnTo>
                  <a:lnTo>
                    <a:pt x="9308" y="1"/>
                  </a:lnTo>
                  <a:close/>
                </a:path>
              </a:pathLst>
            </a:custGeom>
            <a:solidFill>
              <a:srgbClr val="EAA4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7522034" y="1439154"/>
              <a:ext cx="379117" cy="479183"/>
            </a:xfrm>
            <a:custGeom>
              <a:rect b="b" l="l" r="r" t="t"/>
              <a:pathLst>
                <a:path extrusionOk="0" h="20419" w="16155">
                  <a:moveTo>
                    <a:pt x="6758" y="0"/>
                  </a:moveTo>
                  <a:lnTo>
                    <a:pt x="6435" y="11"/>
                  </a:lnTo>
                  <a:lnTo>
                    <a:pt x="6113" y="34"/>
                  </a:lnTo>
                  <a:lnTo>
                    <a:pt x="5801" y="67"/>
                  </a:lnTo>
                  <a:lnTo>
                    <a:pt x="5489" y="123"/>
                  </a:lnTo>
                  <a:lnTo>
                    <a:pt x="5177" y="178"/>
                  </a:lnTo>
                  <a:lnTo>
                    <a:pt x="4877" y="245"/>
                  </a:lnTo>
                  <a:lnTo>
                    <a:pt x="4576" y="334"/>
                  </a:lnTo>
                  <a:lnTo>
                    <a:pt x="4276" y="434"/>
                  </a:lnTo>
                  <a:lnTo>
                    <a:pt x="3986" y="535"/>
                  </a:lnTo>
                  <a:lnTo>
                    <a:pt x="3708" y="657"/>
                  </a:lnTo>
                  <a:lnTo>
                    <a:pt x="3429" y="802"/>
                  </a:lnTo>
                  <a:lnTo>
                    <a:pt x="3162" y="947"/>
                  </a:lnTo>
                  <a:lnTo>
                    <a:pt x="2895" y="1102"/>
                  </a:lnTo>
                  <a:lnTo>
                    <a:pt x="2650" y="1281"/>
                  </a:lnTo>
                  <a:lnTo>
                    <a:pt x="2405" y="1470"/>
                  </a:lnTo>
                  <a:lnTo>
                    <a:pt x="2171" y="1670"/>
                  </a:lnTo>
                  <a:lnTo>
                    <a:pt x="1937" y="1893"/>
                  </a:lnTo>
                  <a:lnTo>
                    <a:pt x="1726" y="2116"/>
                  </a:lnTo>
                  <a:lnTo>
                    <a:pt x="1526" y="2360"/>
                  </a:lnTo>
                  <a:lnTo>
                    <a:pt x="1325" y="2617"/>
                  </a:lnTo>
                  <a:lnTo>
                    <a:pt x="1147" y="2895"/>
                  </a:lnTo>
                  <a:lnTo>
                    <a:pt x="969" y="3173"/>
                  </a:lnTo>
                  <a:lnTo>
                    <a:pt x="813" y="3474"/>
                  </a:lnTo>
                  <a:lnTo>
                    <a:pt x="668" y="3797"/>
                  </a:lnTo>
                  <a:lnTo>
                    <a:pt x="535" y="4120"/>
                  </a:lnTo>
                  <a:lnTo>
                    <a:pt x="423" y="4465"/>
                  </a:lnTo>
                  <a:lnTo>
                    <a:pt x="357" y="4687"/>
                  </a:lnTo>
                  <a:lnTo>
                    <a:pt x="301" y="4910"/>
                  </a:lnTo>
                  <a:lnTo>
                    <a:pt x="256" y="5133"/>
                  </a:lnTo>
                  <a:lnTo>
                    <a:pt x="212" y="5355"/>
                  </a:lnTo>
                  <a:lnTo>
                    <a:pt x="156" y="5812"/>
                  </a:lnTo>
                  <a:lnTo>
                    <a:pt x="112" y="6257"/>
                  </a:lnTo>
                  <a:lnTo>
                    <a:pt x="78" y="6892"/>
                  </a:lnTo>
                  <a:lnTo>
                    <a:pt x="34" y="7671"/>
                  </a:lnTo>
                  <a:lnTo>
                    <a:pt x="11" y="8573"/>
                  </a:lnTo>
                  <a:lnTo>
                    <a:pt x="0" y="9564"/>
                  </a:lnTo>
                  <a:lnTo>
                    <a:pt x="11" y="10087"/>
                  </a:lnTo>
                  <a:lnTo>
                    <a:pt x="23" y="10633"/>
                  </a:lnTo>
                  <a:lnTo>
                    <a:pt x="45" y="11189"/>
                  </a:lnTo>
                  <a:lnTo>
                    <a:pt x="67" y="11746"/>
                  </a:lnTo>
                  <a:lnTo>
                    <a:pt x="112" y="12314"/>
                  </a:lnTo>
                  <a:lnTo>
                    <a:pt x="167" y="12893"/>
                  </a:lnTo>
                  <a:lnTo>
                    <a:pt x="234" y="13460"/>
                  </a:lnTo>
                  <a:lnTo>
                    <a:pt x="312" y="14028"/>
                  </a:lnTo>
                  <a:lnTo>
                    <a:pt x="368" y="14362"/>
                  </a:lnTo>
                  <a:lnTo>
                    <a:pt x="434" y="14685"/>
                  </a:lnTo>
                  <a:lnTo>
                    <a:pt x="568" y="15331"/>
                  </a:lnTo>
                  <a:lnTo>
                    <a:pt x="679" y="15765"/>
                  </a:lnTo>
                  <a:lnTo>
                    <a:pt x="791" y="16177"/>
                  </a:lnTo>
                  <a:lnTo>
                    <a:pt x="924" y="16589"/>
                  </a:lnTo>
                  <a:lnTo>
                    <a:pt x="1069" y="16979"/>
                  </a:lnTo>
                  <a:lnTo>
                    <a:pt x="1225" y="17357"/>
                  </a:lnTo>
                  <a:lnTo>
                    <a:pt x="1392" y="17725"/>
                  </a:lnTo>
                  <a:lnTo>
                    <a:pt x="1570" y="18070"/>
                  </a:lnTo>
                  <a:lnTo>
                    <a:pt x="1770" y="18404"/>
                  </a:lnTo>
                  <a:lnTo>
                    <a:pt x="1982" y="18704"/>
                  </a:lnTo>
                  <a:lnTo>
                    <a:pt x="2093" y="18849"/>
                  </a:lnTo>
                  <a:lnTo>
                    <a:pt x="2216" y="18994"/>
                  </a:lnTo>
                  <a:lnTo>
                    <a:pt x="2338" y="19127"/>
                  </a:lnTo>
                  <a:lnTo>
                    <a:pt x="2461" y="19261"/>
                  </a:lnTo>
                  <a:lnTo>
                    <a:pt x="2594" y="19383"/>
                  </a:lnTo>
                  <a:lnTo>
                    <a:pt x="2728" y="19495"/>
                  </a:lnTo>
                  <a:lnTo>
                    <a:pt x="2862" y="19606"/>
                  </a:lnTo>
                  <a:lnTo>
                    <a:pt x="3006" y="19706"/>
                  </a:lnTo>
                  <a:lnTo>
                    <a:pt x="3151" y="19806"/>
                  </a:lnTo>
                  <a:lnTo>
                    <a:pt x="3296" y="19896"/>
                  </a:lnTo>
                  <a:lnTo>
                    <a:pt x="3452" y="19973"/>
                  </a:lnTo>
                  <a:lnTo>
                    <a:pt x="3619" y="20040"/>
                  </a:lnTo>
                  <a:lnTo>
                    <a:pt x="3786" y="20107"/>
                  </a:lnTo>
                  <a:lnTo>
                    <a:pt x="3953" y="20163"/>
                  </a:lnTo>
                  <a:lnTo>
                    <a:pt x="4231" y="20252"/>
                  </a:lnTo>
                  <a:lnTo>
                    <a:pt x="4509" y="20307"/>
                  </a:lnTo>
                  <a:lnTo>
                    <a:pt x="4788" y="20363"/>
                  </a:lnTo>
                  <a:lnTo>
                    <a:pt x="5055" y="20397"/>
                  </a:lnTo>
                  <a:lnTo>
                    <a:pt x="5333" y="20419"/>
                  </a:lnTo>
                  <a:lnTo>
                    <a:pt x="5868" y="20419"/>
                  </a:lnTo>
                  <a:lnTo>
                    <a:pt x="6135" y="20397"/>
                  </a:lnTo>
                  <a:lnTo>
                    <a:pt x="6402" y="20374"/>
                  </a:lnTo>
                  <a:lnTo>
                    <a:pt x="6669" y="20330"/>
                  </a:lnTo>
                  <a:lnTo>
                    <a:pt x="6936" y="20274"/>
                  </a:lnTo>
                  <a:lnTo>
                    <a:pt x="7192" y="20207"/>
                  </a:lnTo>
                  <a:lnTo>
                    <a:pt x="7449" y="20140"/>
                  </a:lnTo>
                  <a:lnTo>
                    <a:pt x="7705" y="20051"/>
                  </a:lnTo>
                  <a:lnTo>
                    <a:pt x="7950" y="19962"/>
                  </a:lnTo>
                  <a:lnTo>
                    <a:pt x="8206" y="19862"/>
                  </a:lnTo>
                  <a:lnTo>
                    <a:pt x="8451" y="19751"/>
                  </a:lnTo>
                  <a:lnTo>
                    <a:pt x="8695" y="19639"/>
                  </a:lnTo>
                  <a:lnTo>
                    <a:pt x="8940" y="19517"/>
                  </a:lnTo>
                  <a:lnTo>
                    <a:pt x="9174" y="19383"/>
                  </a:lnTo>
                  <a:lnTo>
                    <a:pt x="9642" y="19105"/>
                  </a:lnTo>
                  <a:lnTo>
                    <a:pt x="10098" y="18804"/>
                  </a:lnTo>
                  <a:lnTo>
                    <a:pt x="10544" y="18493"/>
                  </a:lnTo>
                  <a:lnTo>
                    <a:pt x="10967" y="18159"/>
                  </a:lnTo>
                  <a:lnTo>
                    <a:pt x="11379" y="17825"/>
                  </a:lnTo>
                  <a:lnTo>
                    <a:pt x="11779" y="17480"/>
                  </a:lnTo>
                  <a:lnTo>
                    <a:pt x="12492" y="16845"/>
                  </a:lnTo>
                  <a:lnTo>
                    <a:pt x="13127" y="16233"/>
                  </a:lnTo>
                  <a:lnTo>
                    <a:pt x="13416" y="15943"/>
                  </a:lnTo>
                  <a:lnTo>
                    <a:pt x="13694" y="15654"/>
                  </a:lnTo>
                  <a:lnTo>
                    <a:pt x="13950" y="15375"/>
                  </a:lnTo>
                  <a:lnTo>
                    <a:pt x="14195" y="15097"/>
                  </a:lnTo>
                  <a:lnTo>
                    <a:pt x="14429" y="14819"/>
                  </a:lnTo>
                  <a:lnTo>
                    <a:pt x="14641" y="14552"/>
                  </a:lnTo>
                  <a:lnTo>
                    <a:pt x="14830" y="14273"/>
                  </a:lnTo>
                  <a:lnTo>
                    <a:pt x="15019" y="13995"/>
                  </a:lnTo>
                  <a:lnTo>
                    <a:pt x="15186" y="13728"/>
                  </a:lnTo>
                  <a:lnTo>
                    <a:pt x="15342" y="13449"/>
                  </a:lnTo>
                  <a:lnTo>
                    <a:pt x="15476" y="13160"/>
                  </a:lnTo>
                  <a:lnTo>
                    <a:pt x="15598" y="12882"/>
                  </a:lnTo>
                  <a:lnTo>
                    <a:pt x="15710" y="12592"/>
                  </a:lnTo>
                  <a:lnTo>
                    <a:pt x="15810" y="12291"/>
                  </a:lnTo>
                  <a:lnTo>
                    <a:pt x="15899" y="11991"/>
                  </a:lnTo>
                  <a:lnTo>
                    <a:pt x="15966" y="11679"/>
                  </a:lnTo>
                  <a:lnTo>
                    <a:pt x="16032" y="11356"/>
                  </a:lnTo>
                  <a:lnTo>
                    <a:pt x="16077" y="11022"/>
                  </a:lnTo>
                  <a:lnTo>
                    <a:pt x="16110" y="10688"/>
                  </a:lnTo>
                  <a:lnTo>
                    <a:pt x="16133" y="10332"/>
                  </a:lnTo>
                  <a:lnTo>
                    <a:pt x="16155" y="9965"/>
                  </a:lnTo>
                  <a:lnTo>
                    <a:pt x="16155" y="9586"/>
                  </a:lnTo>
                  <a:lnTo>
                    <a:pt x="16144" y="9196"/>
                  </a:lnTo>
                  <a:lnTo>
                    <a:pt x="16121" y="8784"/>
                  </a:lnTo>
                  <a:lnTo>
                    <a:pt x="16088" y="8361"/>
                  </a:lnTo>
                  <a:lnTo>
                    <a:pt x="16055" y="7916"/>
                  </a:lnTo>
                  <a:lnTo>
                    <a:pt x="15999" y="7448"/>
                  </a:lnTo>
                  <a:lnTo>
                    <a:pt x="15943" y="6970"/>
                  </a:lnTo>
                  <a:lnTo>
                    <a:pt x="15888" y="6636"/>
                  </a:lnTo>
                  <a:lnTo>
                    <a:pt x="15821" y="6302"/>
                  </a:lnTo>
                  <a:lnTo>
                    <a:pt x="15732" y="5979"/>
                  </a:lnTo>
                  <a:lnTo>
                    <a:pt x="15632" y="5656"/>
                  </a:lnTo>
                  <a:lnTo>
                    <a:pt x="15520" y="5344"/>
                  </a:lnTo>
                  <a:lnTo>
                    <a:pt x="15387" y="5044"/>
                  </a:lnTo>
                  <a:lnTo>
                    <a:pt x="15253" y="4754"/>
                  </a:lnTo>
                  <a:lnTo>
                    <a:pt x="15097" y="4465"/>
                  </a:lnTo>
                  <a:lnTo>
                    <a:pt x="14930" y="4186"/>
                  </a:lnTo>
                  <a:lnTo>
                    <a:pt x="14752" y="3908"/>
                  </a:lnTo>
                  <a:lnTo>
                    <a:pt x="14552" y="3641"/>
                  </a:lnTo>
                  <a:lnTo>
                    <a:pt x="14351" y="3385"/>
                  </a:lnTo>
                  <a:lnTo>
                    <a:pt x="14140" y="3140"/>
                  </a:lnTo>
                  <a:lnTo>
                    <a:pt x="13917" y="2906"/>
                  </a:lnTo>
                  <a:lnTo>
                    <a:pt x="13683" y="2672"/>
                  </a:lnTo>
                  <a:lnTo>
                    <a:pt x="13438" y="2450"/>
                  </a:lnTo>
                  <a:lnTo>
                    <a:pt x="13193" y="2238"/>
                  </a:lnTo>
                  <a:lnTo>
                    <a:pt x="12926" y="2026"/>
                  </a:lnTo>
                  <a:lnTo>
                    <a:pt x="12670" y="1837"/>
                  </a:lnTo>
                  <a:lnTo>
                    <a:pt x="12392" y="1648"/>
                  </a:lnTo>
                  <a:lnTo>
                    <a:pt x="12113" y="1470"/>
                  </a:lnTo>
                  <a:lnTo>
                    <a:pt x="11824" y="1303"/>
                  </a:lnTo>
                  <a:lnTo>
                    <a:pt x="11523" y="1147"/>
                  </a:lnTo>
                  <a:lnTo>
                    <a:pt x="11234" y="991"/>
                  </a:lnTo>
                  <a:lnTo>
                    <a:pt x="10922" y="857"/>
                  </a:lnTo>
                  <a:lnTo>
                    <a:pt x="10622" y="724"/>
                  </a:lnTo>
                  <a:lnTo>
                    <a:pt x="10310" y="613"/>
                  </a:lnTo>
                  <a:lnTo>
                    <a:pt x="9987" y="501"/>
                  </a:lnTo>
                  <a:lnTo>
                    <a:pt x="9675" y="401"/>
                  </a:lnTo>
                  <a:lnTo>
                    <a:pt x="9352" y="312"/>
                  </a:lnTo>
                  <a:lnTo>
                    <a:pt x="9029" y="234"/>
                  </a:lnTo>
                  <a:lnTo>
                    <a:pt x="8707" y="167"/>
                  </a:lnTo>
                  <a:lnTo>
                    <a:pt x="8384" y="112"/>
                  </a:lnTo>
                  <a:lnTo>
                    <a:pt x="8050" y="67"/>
                  </a:lnTo>
                  <a:lnTo>
                    <a:pt x="7727" y="34"/>
                  </a:lnTo>
                  <a:lnTo>
                    <a:pt x="7404" y="11"/>
                  </a:lnTo>
                  <a:lnTo>
                    <a:pt x="7081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7467683" y="1400996"/>
              <a:ext cx="458039" cy="392470"/>
            </a:xfrm>
            <a:custGeom>
              <a:rect b="b" l="l" r="r" t="t"/>
              <a:pathLst>
                <a:path extrusionOk="0" h="16724" w="19518">
                  <a:moveTo>
                    <a:pt x="9631" y="1"/>
                  </a:moveTo>
                  <a:lnTo>
                    <a:pt x="9386" y="12"/>
                  </a:lnTo>
                  <a:lnTo>
                    <a:pt x="9141" y="23"/>
                  </a:lnTo>
                  <a:lnTo>
                    <a:pt x="8907" y="56"/>
                  </a:lnTo>
                  <a:lnTo>
                    <a:pt x="8662" y="90"/>
                  </a:lnTo>
                  <a:lnTo>
                    <a:pt x="8429" y="134"/>
                  </a:lnTo>
                  <a:lnTo>
                    <a:pt x="8184" y="190"/>
                  </a:lnTo>
                  <a:lnTo>
                    <a:pt x="7950" y="257"/>
                  </a:lnTo>
                  <a:lnTo>
                    <a:pt x="7716" y="324"/>
                  </a:lnTo>
                  <a:lnTo>
                    <a:pt x="7427" y="435"/>
                  </a:lnTo>
                  <a:lnTo>
                    <a:pt x="7126" y="546"/>
                  </a:lnTo>
                  <a:lnTo>
                    <a:pt x="6814" y="669"/>
                  </a:lnTo>
                  <a:lnTo>
                    <a:pt x="6514" y="813"/>
                  </a:lnTo>
                  <a:lnTo>
                    <a:pt x="6213" y="958"/>
                  </a:lnTo>
                  <a:lnTo>
                    <a:pt x="5924" y="1114"/>
                  </a:lnTo>
                  <a:lnTo>
                    <a:pt x="5634" y="1270"/>
                  </a:lnTo>
                  <a:lnTo>
                    <a:pt x="5367" y="1426"/>
                  </a:lnTo>
                  <a:lnTo>
                    <a:pt x="5100" y="1604"/>
                  </a:lnTo>
                  <a:lnTo>
                    <a:pt x="4832" y="1782"/>
                  </a:lnTo>
                  <a:lnTo>
                    <a:pt x="4320" y="2172"/>
                  </a:lnTo>
                  <a:lnTo>
                    <a:pt x="4053" y="2350"/>
                  </a:lnTo>
                  <a:lnTo>
                    <a:pt x="3786" y="2528"/>
                  </a:lnTo>
                  <a:lnTo>
                    <a:pt x="3508" y="2684"/>
                  </a:lnTo>
                  <a:lnTo>
                    <a:pt x="3363" y="2751"/>
                  </a:lnTo>
                  <a:lnTo>
                    <a:pt x="3218" y="2817"/>
                  </a:lnTo>
                  <a:lnTo>
                    <a:pt x="3062" y="2873"/>
                  </a:lnTo>
                  <a:lnTo>
                    <a:pt x="2906" y="2907"/>
                  </a:lnTo>
                  <a:lnTo>
                    <a:pt x="2739" y="2940"/>
                  </a:lnTo>
                  <a:lnTo>
                    <a:pt x="2583" y="2962"/>
                  </a:lnTo>
                  <a:lnTo>
                    <a:pt x="2416" y="2973"/>
                  </a:lnTo>
                  <a:lnTo>
                    <a:pt x="2249" y="2973"/>
                  </a:lnTo>
                  <a:lnTo>
                    <a:pt x="2082" y="2951"/>
                  </a:lnTo>
                  <a:lnTo>
                    <a:pt x="1927" y="2929"/>
                  </a:lnTo>
                  <a:lnTo>
                    <a:pt x="1771" y="2884"/>
                  </a:lnTo>
                  <a:lnTo>
                    <a:pt x="1626" y="2829"/>
                  </a:lnTo>
                  <a:lnTo>
                    <a:pt x="1481" y="2762"/>
                  </a:lnTo>
                  <a:lnTo>
                    <a:pt x="1359" y="2684"/>
                  </a:lnTo>
                  <a:lnTo>
                    <a:pt x="1236" y="2584"/>
                  </a:lnTo>
                  <a:lnTo>
                    <a:pt x="1125" y="2483"/>
                  </a:lnTo>
                  <a:lnTo>
                    <a:pt x="1036" y="2361"/>
                  </a:lnTo>
                  <a:lnTo>
                    <a:pt x="958" y="2216"/>
                  </a:lnTo>
                  <a:lnTo>
                    <a:pt x="802" y="2394"/>
                  </a:lnTo>
                  <a:lnTo>
                    <a:pt x="657" y="2573"/>
                  </a:lnTo>
                  <a:lnTo>
                    <a:pt x="568" y="2706"/>
                  </a:lnTo>
                  <a:lnTo>
                    <a:pt x="479" y="2829"/>
                  </a:lnTo>
                  <a:lnTo>
                    <a:pt x="412" y="2973"/>
                  </a:lnTo>
                  <a:lnTo>
                    <a:pt x="335" y="3107"/>
                  </a:lnTo>
                  <a:lnTo>
                    <a:pt x="279" y="3252"/>
                  </a:lnTo>
                  <a:lnTo>
                    <a:pt x="223" y="3396"/>
                  </a:lnTo>
                  <a:lnTo>
                    <a:pt x="168" y="3541"/>
                  </a:lnTo>
                  <a:lnTo>
                    <a:pt x="123" y="3697"/>
                  </a:lnTo>
                  <a:lnTo>
                    <a:pt x="56" y="3998"/>
                  </a:lnTo>
                  <a:lnTo>
                    <a:pt x="23" y="4309"/>
                  </a:lnTo>
                  <a:lnTo>
                    <a:pt x="1" y="4632"/>
                  </a:lnTo>
                  <a:lnTo>
                    <a:pt x="12" y="4944"/>
                  </a:lnTo>
                  <a:lnTo>
                    <a:pt x="34" y="5267"/>
                  </a:lnTo>
                  <a:lnTo>
                    <a:pt x="90" y="5579"/>
                  </a:lnTo>
                  <a:lnTo>
                    <a:pt x="168" y="5901"/>
                  </a:lnTo>
                  <a:lnTo>
                    <a:pt x="268" y="6202"/>
                  </a:lnTo>
                  <a:lnTo>
                    <a:pt x="390" y="6503"/>
                  </a:lnTo>
                  <a:lnTo>
                    <a:pt x="535" y="6792"/>
                  </a:lnTo>
                  <a:lnTo>
                    <a:pt x="702" y="7059"/>
                  </a:lnTo>
                  <a:lnTo>
                    <a:pt x="880" y="7326"/>
                  </a:lnTo>
                  <a:lnTo>
                    <a:pt x="1069" y="7560"/>
                  </a:lnTo>
                  <a:lnTo>
                    <a:pt x="1281" y="7772"/>
                  </a:lnTo>
                  <a:lnTo>
                    <a:pt x="1515" y="7972"/>
                  </a:lnTo>
                  <a:lnTo>
                    <a:pt x="1626" y="8061"/>
                  </a:lnTo>
                  <a:lnTo>
                    <a:pt x="1748" y="8150"/>
                  </a:lnTo>
                  <a:lnTo>
                    <a:pt x="1927" y="8262"/>
                  </a:lnTo>
                  <a:lnTo>
                    <a:pt x="2116" y="8351"/>
                  </a:lnTo>
                  <a:lnTo>
                    <a:pt x="2305" y="8440"/>
                  </a:lnTo>
                  <a:lnTo>
                    <a:pt x="2494" y="8507"/>
                  </a:lnTo>
                  <a:lnTo>
                    <a:pt x="2695" y="8573"/>
                  </a:lnTo>
                  <a:lnTo>
                    <a:pt x="2895" y="8618"/>
                  </a:lnTo>
                  <a:lnTo>
                    <a:pt x="3096" y="8662"/>
                  </a:lnTo>
                  <a:lnTo>
                    <a:pt x="3307" y="8696"/>
                  </a:lnTo>
                  <a:lnTo>
                    <a:pt x="3508" y="8718"/>
                  </a:lnTo>
                  <a:lnTo>
                    <a:pt x="3719" y="8740"/>
                  </a:lnTo>
                  <a:lnTo>
                    <a:pt x="3931" y="8740"/>
                  </a:lnTo>
                  <a:lnTo>
                    <a:pt x="4142" y="8752"/>
                  </a:lnTo>
                  <a:lnTo>
                    <a:pt x="4565" y="8740"/>
                  </a:lnTo>
                  <a:lnTo>
                    <a:pt x="4988" y="8707"/>
                  </a:lnTo>
                  <a:lnTo>
                    <a:pt x="5311" y="8674"/>
                  </a:lnTo>
                  <a:lnTo>
                    <a:pt x="5623" y="8629"/>
                  </a:lnTo>
                  <a:lnTo>
                    <a:pt x="5946" y="8585"/>
                  </a:lnTo>
                  <a:lnTo>
                    <a:pt x="6269" y="8529"/>
                  </a:lnTo>
                  <a:lnTo>
                    <a:pt x="6580" y="8462"/>
                  </a:lnTo>
                  <a:lnTo>
                    <a:pt x="6892" y="8384"/>
                  </a:lnTo>
                  <a:lnTo>
                    <a:pt x="7204" y="8284"/>
                  </a:lnTo>
                  <a:lnTo>
                    <a:pt x="7504" y="8184"/>
                  </a:lnTo>
                  <a:lnTo>
                    <a:pt x="7660" y="8128"/>
                  </a:lnTo>
                  <a:lnTo>
                    <a:pt x="7816" y="8061"/>
                  </a:lnTo>
                  <a:lnTo>
                    <a:pt x="8095" y="7917"/>
                  </a:lnTo>
                  <a:lnTo>
                    <a:pt x="8373" y="7761"/>
                  </a:lnTo>
                  <a:lnTo>
                    <a:pt x="8640" y="7594"/>
                  </a:lnTo>
                  <a:lnTo>
                    <a:pt x="8907" y="7416"/>
                  </a:lnTo>
                  <a:lnTo>
                    <a:pt x="9163" y="7249"/>
                  </a:lnTo>
                  <a:lnTo>
                    <a:pt x="9442" y="7093"/>
                  </a:lnTo>
                  <a:lnTo>
                    <a:pt x="9575" y="7026"/>
                  </a:lnTo>
                  <a:lnTo>
                    <a:pt x="9720" y="6959"/>
                  </a:lnTo>
                  <a:lnTo>
                    <a:pt x="9865" y="6903"/>
                  </a:lnTo>
                  <a:lnTo>
                    <a:pt x="9976" y="6859"/>
                  </a:lnTo>
                  <a:lnTo>
                    <a:pt x="10076" y="6825"/>
                  </a:lnTo>
                  <a:lnTo>
                    <a:pt x="10154" y="6814"/>
                  </a:lnTo>
                  <a:lnTo>
                    <a:pt x="10221" y="6825"/>
                  </a:lnTo>
                  <a:lnTo>
                    <a:pt x="10254" y="6837"/>
                  </a:lnTo>
                  <a:lnTo>
                    <a:pt x="10288" y="6870"/>
                  </a:lnTo>
                  <a:lnTo>
                    <a:pt x="10310" y="6915"/>
                  </a:lnTo>
                  <a:lnTo>
                    <a:pt x="10310" y="6981"/>
                  </a:lnTo>
                  <a:lnTo>
                    <a:pt x="10310" y="7048"/>
                  </a:lnTo>
                  <a:lnTo>
                    <a:pt x="10277" y="7226"/>
                  </a:lnTo>
                  <a:lnTo>
                    <a:pt x="10232" y="7449"/>
                  </a:lnTo>
                  <a:lnTo>
                    <a:pt x="10199" y="7705"/>
                  </a:lnTo>
                  <a:lnTo>
                    <a:pt x="10165" y="7994"/>
                  </a:lnTo>
                  <a:lnTo>
                    <a:pt x="10143" y="8284"/>
                  </a:lnTo>
                  <a:lnTo>
                    <a:pt x="10132" y="8573"/>
                  </a:lnTo>
                  <a:lnTo>
                    <a:pt x="10143" y="8863"/>
                  </a:lnTo>
                  <a:lnTo>
                    <a:pt x="10176" y="9152"/>
                  </a:lnTo>
                  <a:lnTo>
                    <a:pt x="10232" y="9442"/>
                  </a:lnTo>
                  <a:lnTo>
                    <a:pt x="10310" y="9720"/>
                  </a:lnTo>
                  <a:lnTo>
                    <a:pt x="10355" y="9854"/>
                  </a:lnTo>
                  <a:lnTo>
                    <a:pt x="10410" y="9987"/>
                  </a:lnTo>
                  <a:lnTo>
                    <a:pt x="10533" y="10266"/>
                  </a:lnTo>
                  <a:lnTo>
                    <a:pt x="10666" y="10522"/>
                  </a:lnTo>
                  <a:lnTo>
                    <a:pt x="10911" y="11000"/>
                  </a:lnTo>
                  <a:lnTo>
                    <a:pt x="11167" y="11446"/>
                  </a:lnTo>
                  <a:lnTo>
                    <a:pt x="11401" y="11847"/>
                  </a:lnTo>
                  <a:lnTo>
                    <a:pt x="11602" y="12225"/>
                  </a:lnTo>
                  <a:lnTo>
                    <a:pt x="11691" y="12403"/>
                  </a:lnTo>
                  <a:lnTo>
                    <a:pt x="11780" y="12581"/>
                  </a:lnTo>
                  <a:lnTo>
                    <a:pt x="11846" y="12760"/>
                  </a:lnTo>
                  <a:lnTo>
                    <a:pt x="11913" y="12938"/>
                  </a:lnTo>
                  <a:lnTo>
                    <a:pt x="11958" y="13116"/>
                  </a:lnTo>
                  <a:lnTo>
                    <a:pt x="11991" y="13305"/>
                  </a:lnTo>
                  <a:lnTo>
                    <a:pt x="12715" y="12982"/>
                  </a:lnTo>
                  <a:lnTo>
                    <a:pt x="12737" y="12882"/>
                  </a:lnTo>
                  <a:lnTo>
                    <a:pt x="12759" y="12760"/>
                  </a:lnTo>
                  <a:lnTo>
                    <a:pt x="12793" y="12615"/>
                  </a:lnTo>
                  <a:lnTo>
                    <a:pt x="12848" y="12437"/>
                  </a:lnTo>
                  <a:lnTo>
                    <a:pt x="12915" y="12247"/>
                  </a:lnTo>
                  <a:lnTo>
                    <a:pt x="13004" y="12047"/>
                  </a:lnTo>
                  <a:lnTo>
                    <a:pt x="13116" y="11847"/>
                  </a:lnTo>
                  <a:lnTo>
                    <a:pt x="13171" y="11746"/>
                  </a:lnTo>
                  <a:lnTo>
                    <a:pt x="13249" y="11646"/>
                  </a:lnTo>
                  <a:lnTo>
                    <a:pt x="13327" y="11546"/>
                  </a:lnTo>
                  <a:lnTo>
                    <a:pt x="13405" y="11457"/>
                  </a:lnTo>
                  <a:lnTo>
                    <a:pt x="13494" y="11379"/>
                  </a:lnTo>
                  <a:lnTo>
                    <a:pt x="13594" y="11290"/>
                  </a:lnTo>
                  <a:lnTo>
                    <a:pt x="13706" y="11223"/>
                  </a:lnTo>
                  <a:lnTo>
                    <a:pt x="13817" y="11156"/>
                  </a:lnTo>
                  <a:lnTo>
                    <a:pt x="13940" y="11101"/>
                  </a:lnTo>
                  <a:lnTo>
                    <a:pt x="14073" y="11056"/>
                  </a:lnTo>
                  <a:lnTo>
                    <a:pt x="14207" y="11023"/>
                  </a:lnTo>
                  <a:lnTo>
                    <a:pt x="14363" y="10989"/>
                  </a:lnTo>
                  <a:lnTo>
                    <a:pt x="14518" y="10978"/>
                  </a:lnTo>
                  <a:lnTo>
                    <a:pt x="14685" y="10989"/>
                  </a:lnTo>
                  <a:lnTo>
                    <a:pt x="14864" y="11000"/>
                  </a:lnTo>
                  <a:lnTo>
                    <a:pt x="15053" y="11034"/>
                  </a:lnTo>
                  <a:lnTo>
                    <a:pt x="15142" y="11056"/>
                  </a:lnTo>
                  <a:lnTo>
                    <a:pt x="15231" y="11090"/>
                  </a:lnTo>
                  <a:lnTo>
                    <a:pt x="15320" y="11123"/>
                  </a:lnTo>
                  <a:lnTo>
                    <a:pt x="15398" y="11167"/>
                  </a:lnTo>
                  <a:lnTo>
                    <a:pt x="15476" y="11223"/>
                  </a:lnTo>
                  <a:lnTo>
                    <a:pt x="15543" y="11279"/>
                  </a:lnTo>
                  <a:lnTo>
                    <a:pt x="15621" y="11334"/>
                  </a:lnTo>
                  <a:lnTo>
                    <a:pt x="15676" y="11401"/>
                  </a:lnTo>
                  <a:lnTo>
                    <a:pt x="15799" y="11546"/>
                  </a:lnTo>
                  <a:lnTo>
                    <a:pt x="15899" y="11713"/>
                  </a:lnTo>
                  <a:lnTo>
                    <a:pt x="15999" y="11902"/>
                  </a:lnTo>
                  <a:lnTo>
                    <a:pt x="16077" y="12103"/>
                  </a:lnTo>
                  <a:lnTo>
                    <a:pt x="16144" y="12314"/>
                  </a:lnTo>
                  <a:lnTo>
                    <a:pt x="16200" y="12537"/>
                  </a:lnTo>
                  <a:lnTo>
                    <a:pt x="16244" y="12782"/>
                  </a:lnTo>
                  <a:lnTo>
                    <a:pt x="16278" y="13016"/>
                  </a:lnTo>
                  <a:lnTo>
                    <a:pt x="16311" y="13272"/>
                  </a:lnTo>
                  <a:lnTo>
                    <a:pt x="16333" y="13517"/>
                  </a:lnTo>
                  <a:lnTo>
                    <a:pt x="16356" y="14029"/>
                  </a:lnTo>
                  <a:lnTo>
                    <a:pt x="16356" y="14541"/>
                  </a:lnTo>
                  <a:lnTo>
                    <a:pt x="16356" y="15031"/>
                  </a:lnTo>
                  <a:lnTo>
                    <a:pt x="16322" y="15888"/>
                  </a:lnTo>
                  <a:lnTo>
                    <a:pt x="16322" y="16222"/>
                  </a:lnTo>
                  <a:lnTo>
                    <a:pt x="16333" y="16489"/>
                  </a:lnTo>
                  <a:lnTo>
                    <a:pt x="16356" y="16589"/>
                  </a:lnTo>
                  <a:lnTo>
                    <a:pt x="16378" y="16656"/>
                  </a:lnTo>
                  <a:lnTo>
                    <a:pt x="16400" y="16701"/>
                  </a:lnTo>
                  <a:lnTo>
                    <a:pt x="16422" y="16712"/>
                  </a:lnTo>
                  <a:lnTo>
                    <a:pt x="16433" y="16723"/>
                  </a:lnTo>
                  <a:lnTo>
                    <a:pt x="16478" y="16712"/>
                  </a:lnTo>
                  <a:lnTo>
                    <a:pt x="16534" y="16690"/>
                  </a:lnTo>
                  <a:lnTo>
                    <a:pt x="16589" y="16645"/>
                  </a:lnTo>
                  <a:lnTo>
                    <a:pt x="16667" y="16578"/>
                  </a:lnTo>
                  <a:lnTo>
                    <a:pt x="16823" y="16411"/>
                  </a:lnTo>
                  <a:lnTo>
                    <a:pt x="17001" y="16189"/>
                  </a:lnTo>
                  <a:lnTo>
                    <a:pt x="17191" y="15899"/>
                  </a:lnTo>
                  <a:lnTo>
                    <a:pt x="17402" y="15565"/>
                  </a:lnTo>
                  <a:lnTo>
                    <a:pt x="17625" y="15176"/>
                  </a:lnTo>
                  <a:lnTo>
                    <a:pt x="17847" y="14741"/>
                  </a:lnTo>
                  <a:lnTo>
                    <a:pt x="18081" y="14263"/>
                  </a:lnTo>
                  <a:lnTo>
                    <a:pt x="18304" y="13739"/>
                  </a:lnTo>
                  <a:lnTo>
                    <a:pt x="18527" y="13183"/>
                  </a:lnTo>
                  <a:lnTo>
                    <a:pt x="18727" y="12604"/>
                  </a:lnTo>
                  <a:lnTo>
                    <a:pt x="18927" y="11980"/>
                  </a:lnTo>
                  <a:lnTo>
                    <a:pt x="19016" y="11669"/>
                  </a:lnTo>
                  <a:lnTo>
                    <a:pt x="19094" y="11346"/>
                  </a:lnTo>
                  <a:lnTo>
                    <a:pt x="19172" y="11012"/>
                  </a:lnTo>
                  <a:lnTo>
                    <a:pt x="19239" y="10678"/>
                  </a:lnTo>
                  <a:lnTo>
                    <a:pt x="19306" y="10344"/>
                  </a:lnTo>
                  <a:lnTo>
                    <a:pt x="19362" y="9998"/>
                  </a:lnTo>
                  <a:lnTo>
                    <a:pt x="19417" y="9653"/>
                  </a:lnTo>
                  <a:lnTo>
                    <a:pt x="19451" y="9330"/>
                  </a:lnTo>
                  <a:lnTo>
                    <a:pt x="19484" y="9008"/>
                  </a:lnTo>
                  <a:lnTo>
                    <a:pt x="19506" y="8696"/>
                  </a:lnTo>
                  <a:lnTo>
                    <a:pt x="19517" y="8395"/>
                  </a:lnTo>
                  <a:lnTo>
                    <a:pt x="19517" y="8095"/>
                  </a:lnTo>
                  <a:lnTo>
                    <a:pt x="19506" y="7816"/>
                  </a:lnTo>
                  <a:lnTo>
                    <a:pt x="19495" y="7538"/>
                  </a:lnTo>
                  <a:lnTo>
                    <a:pt x="19473" y="7271"/>
                  </a:lnTo>
                  <a:lnTo>
                    <a:pt x="19428" y="7015"/>
                  </a:lnTo>
                  <a:lnTo>
                    <a:pt x="19384" y="6770"/>
                  </a:lnTo>
                  <a:lnTo>
                    <a:pt x="19339" y="6525"/>
                  </a:lnTo>
                  <a:lnTo>
                    <a:pt x="19272" y="6291"/>
                  </a:lnTo>
                  <a:lnTo>
                    <a:pt x="19195" y="6068"/>
                  </a:lnTo>
                  <a:lnTo>
                    <a:pt x="19117" y="5857"/>
                  </a:lnTo>
                  <a:lnTo>
                    <a:pt x="19016" y="5645"/>
                  </a:lnTo>
                  <a:lnTo>
                    <a:pt x="18916" y="5445"/>
                  </a:lnTo>
                  <a:lnTo>
                    <a:pt x="18805" y="5256"/>
                  </a:lnTo>
                  <a:lnTo>
                    <a:pt x="18671" y="5078"/>
                  </a:lnTo>
                  <a:lnTo>
                    <a:pt x="18538" y="4899"/>
                  </a:lnTo>
                  <a:lnTo>
                    <a:pt x="18393" y="4732"/>
                  </a:lnTo>
                  <a:lnTo>
                    <a:pt x="18237" y="4577"/>
                  </a:lnTo>
                  <a:lnTo>
                    <a:pt x="18070" y="4421"/>
                  </a:lnTo>
                  <a:lnTo>
                    <a:pt x="17892" y="4276"/>
                  </a:lnTo>
                  <a:lnTo>
                    <a:pt x="17703" y="4142"/>
                  </a:lnTo>
                  <a:lnTo>
                    <a:pt x="17502" y="4009"/>
                  </a:lnTo>
                  <a:lnTo>
                    <a:pt x="17302" y="3886"/>
                  </a:lnTo>
                  <a:lnTo>
                    <a:pt x="17079" y="3775"/>
                  </a:lnTo>
                  <a:lnTo>
                    <a:pt x="16845" y="3664"/>
                  </a:lnTo>
                  <a:lnTo>
                    <a:pt x="16600" y="3563"/>
                  </a:lnTo>
                  <a:lnTo>
                    <a:pt x="16344" y="3463"/>
                  </a:lnTo>
                  <a:lnTo>
                    <a:pt x="16077" y="3374"/>
                  </a:lnTo>
                  <a:lnTo>
                    <a:pt x="16033" y="3352"/>
                  </a:lnTo>
                  <a:lnTo>
                    <a:pt x="15977" y="3296"/>
                  </a:lnTo>
                  <a:lnTo>
                    <a:pt x="15832" y="3151"/>
                  </a:lnTo>
                  <a:lnTo>
                    <a:pt x="15610" y="2873"/>
                  </a:lnTo>
                  <a:lnTo>
                    <a:pt x="15342" y="2606"/>
                  </a:lnTo>
                  <a:lnTo>
                    <a:pt x="15064" y="2350"/>
                  </a:lnTo>
                  <a:lnTo>
                    <a:pt x="14775" y="2094"/>
                  </a:lnTo>
                  <a:lnTo>
                    <a:pt x="14485" y="1849"/>
                  </a:lnTo>
                  <a:lnTo>
                    <a:pt x="14184" y="1615"/>
                  </a:lnTo>
                  <a:lnTo>
                    <a:pt x="13873" y="1392"/>
                  </a:lnTo>
                  <a:lnTo>
                    <a:pt x="13561" y="1181"/>
                  </a:lnTo>
                  <a:lnTo>
                    <a:pt x="13238" y="980"/>
                  </a:lnTo>
                  <a:lnTo>
                    <a:pt x="12904" y="802"/>
                  </a:lnTo>
                  <a:lnTo>
                    <a:pt x="12570" y="635"/>
                  </a:lnTo>
                  <a:lnTo>
                    <a:pt x="12225" y="491"/>
                  </a:lnTo>
                  <a:lnTo>
                    <a:pt x="11869" y="357"/>
                  </a:lnTo>
                  <a:lnTo>
                    <a:pt x="11512" y="246"/>
                  </a:lnTo>
                  <a:lnTo>
                    <a:pt x="11145" y="145"/>
                  </a:lnTo>
                  <a:lnTo>
                    <a:pt x="10778" y="79"/>
                  </a:lnTo>
                  <a:lnTo>
                    <a:pt x="10399" y="23"/>
                  </a:lnTo>
                  <a:lnTo>
                    <a:pt x="100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7584997" y="1712691"/>
              <a:ext cx="20651" cy="77372"/>
            </a:xfrm>
            <a:custGeom>
              <a:rect b="b" l="l" r="r" t="t"/>
              <a:pathLst>
                <a:path extrusionOk="0" fill="none" h="3297" w="880">
                  <a:moveTo>
                    <a:pt x="880" y="1"/>
                  </a:moveTo>
                  <a:lnTo>
                    <a:pt x="880" y="1"/>
                  </a:lnTo>
                  <a:lnTo>
                    <a:pt x="880" y="79"/>
                  </a:lnTo>
                  <a:lnTo>
                    <a:pt x="858" y="301"/>
                  </a:lnTo>
                  <a:lnTo>
                    <a:pt x="813" y="635"/>
                  </a:lnTo>
                  <a:lnTo>
                    <a:pt x="746" y="1036"/>
                  </a:lnTo>
                  <a:lnTo>
                    <a:pt x="691" y="1259"/>
                  </a:lnTo>
                  <a:lnTo>
                    <a:pt x="635" y="1482"/>
                  </a:lnTo>
                  <a:lnTo>
                    <a:pt x="557" y="1704"/>
                  </a:lnTo>
                  <a:lnTo>
                    <a:pt x="479" y="1927"/>
                  </a:lnTo>
                  <a:lnTo>
                    <a:pt x="379" y="2138"/>
                  </a:lnTo>
                  <a:lnTo>
                    <a:pt x="268" y="2350"/>
                  </a:lnTo>
                  <a:lnTo>
                    <a:pt x="145" y="2539"/>
                  </a:lnTo>
                  <a:lnTo>
                    <a:pt x="78" y="2617"/>
                  </a:lnTo>
                  <a:lnTo>
                    <a:pt x="0" y="2706"/>
                  </a:lnTo>
                  <a:lnTo>
                    <a:pt x="0" y="2706"/>
                  </a:lnTo>
                  <a:lnTo>
                    <a:pt x="223" y="2873"/>
                  </a:lnTo>
                  <a:lnTo>
                    <a:pt x="479" y="3063"/>
                  </a:lnTo>
                  <a:lnTo>
                    <a:pt x="835" y="3296"/>
                  </a:lnTo>
                </a:path>
              </a:pathLst>
            </a:custGeom>
            <a:noFill/>
            <a:ln cap="rnd" cmpd="sng" w="4175">
              <a:solidFill>
                <a:srgbClr val="C96B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2"/>
            <p:cNvSpPr/>
            <p:nvPr/>
          </p:nvSpPr>
          <p:spPr>
            <a:xfrm>
              <a:off x="7666241" y="1712691"/>
              <a:ext cx="23022" cy="32174"/>
            </a:xfrm>
            <a:custGeom>
              <a:rect b="b" l="l" r="r" t="t"/>
              <a:pathLst>
                <a:path extrusionOk="0" h="1371" w="981">
                  <a:moveTo>
                    <a:pt x="524" y="1"/>
                  </a:moveTo>
                  <a:lnTo>
                    <a:pt x="469" y="12"/>
                  </a:lnTo>
                  <a:lnTo>
                    <a:pt x="379" y="34"/>
                  </a:lnTo>
                  <a:lnTo>
                    <a:pt x="290" y="90"/>
                  </a:lnTo>
                  <a:lnTo>
                    <a:pt x="201" y="168"/>
                  </a:lnTo>
                  <a:lnTo>
                    <a:pt x="135" y="257"/>
                  </a:lnTo>
                  <a:lnTo>
                    <a:pt x="79" y="368"/>
                  </a:lnTo>
                  <a:lnTo>
                    <a:pt x="34" y="491"/>
                  </a:lnTo>
                  <a:lnTo>
                    <a:pt x="12" y="635"/>
                  </a:lnTo>
                  <a:lnTo>
                    <a:pt x="1" y="769"/>
                  </a:lnTo>
                  <a:lnTo>
                    <a:pt x="12" y="903"/>
                  </a:lnTo>
                  <a:lnTo>
                    <a:pt x="45" y="1025"/>
                  </a:lnTo>
                  <a:lnTo>
                    <a:pt x="90" y="1136"/>
                  </a:lnTo>
                  <a:lnTo>
                    <a:pt x="157" y="1226"/>
                  </a:lnTo>
                  <a:lnTo>
                    <a:pt x="235" y="1292"/>
                  </a:lnTo>
                  <a:lnTo>
                    <a:pt x="313" y="1348"/>
                  </a:lnTo>
                  <a:lnTo>
                    <a:pt x="368" y="1359"/>
                  </a:lnTo>
                  <a:lnTo>
                    <a:pt x="413" y="1370"/>
                  </a:lnTo>
                  <a:lnTo>
                    <a:pt x="513" y="1370"/>
                  </a:lnTo>
                  <a:lnTo>
                    <a:pt x="613" y="1337"/>
                  </a:lnTo>
                  <a:lnTo>
                    <a:pt x="702" y="1292"/>
                  </a:lnTo>
                  <a:lnTo>
                    <a:pt x="780" y="1214"/>
                  </a:lnTo>
                  <a:lnTo>
                    <a:pt x="847" y="1114"/>
                  </a:lnTo>
                  <a:lnTo>
                    <a:pt x="914" y="1003"/>
                  </a:lnTo>
                  <a:lnTo>
                    <a:pt x="958" y="880"/>
                  </a:lnTo>
                  <a:lnTo>
                    <a:pt x="981" y="747"/>
                  </a:lnTo>
                  <a:lnTo>
                    <a:pt x="981" y="602"/>
                  </a:lnTo>
                  <a:lnTo>
                    <a:pt x="970" y="480"/>
                  </a:lnTo>
                  <a:lnTo>
                    <a:pt x="936" y="357"/>
                  </a:lnTo>
                  <a:lnTo>
                    <a:pt x="892" y="246"/>
                  </a:lnTo>
                  <a:lnTo>
                    <a:pt x="836" y="157"/>
                  </a:lnTo>
                  <a:lnTo>
                    <a:pt x="758" y="79"/>
                  </a:lnTo>
                  <a:lnTo>
                    <a:pt x="669" y="34"/>
                  </a:lnTo>
                  <a:lnTo>
                    <a:pt x="624" y="12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82F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2"/>
            <p:cNvSpPr/>
            <p:nvPr/>
          </p:nvSpPr>
          <p:spPr>
            <a:xfrm>
              <a:off x="7654484" y="1656276"/>
              <a:ext cx="56721" cy="10983"/>
            </a:xfrm>
            <a:custGeom>
              <a:rect b="b" l="l" r="r" t="t"/>
              <a:pathLst>
                <a:path extrusionOk="0" fill="none" h="468" w="2417">
                  <a:moveTo>
                    <a:pt x="1" y="301"/>
                  </a:moveTo>
                  <a:lnTo>
                    <a:pt x="1" y="301"/>
                  </a:lnTo>
                  <a:lnTo>
                    <a:pt x="68" y="289"/>
                  </a:lnTo>
                  <a:lnTo>
                    <a:pt x="246" y="245"/>
                  </a:lnTo>
                  <a:lnTo>
                    <a:pt x="524" y="189"/>
                  </a:lnTo>
                  <a:lnTo>
                    <a:pt x="691" y="167"/>
                  </a:lnTo>
                  <a:lnTo>
                    <a:pt x="869" y="156"/>
                  </a:lnTo>
                  <a:lnTo>
                    <a:pt x="1059" y="145"/>
                  </a:lnTo>
                  <a:lnTo>
                    <a:pt x="1259" y="145"/>
                  </a:lnTo>
                  <a:lnTo>
                    <a:pt x="1459" y="156"/>
                  </a:lnTo>
                  <a:lnTo>
                    <a:pt x="1660" y="178"/>
                  </a:lnTo>
                  <a:lnTo>
                    <a:pt x="1860" y="223"/>
                  </a:lnTo>
                  <a:lnTo>
                    <a:pt x="2049" y="289"/>
                  </a:lnTo>
                  <a:lnTo>
                    <a:pt x="2239" y="367"/>
                  </a:lnTo>
                  <a:lnTo>
                    <a:pt x="2328" y="412"/>
                  </a:lnTo>
                  <a:lnTo>
                    <a:pt x="2417" y="468"/>
                  </a:lnTo>
                  <a:lnTo>
                    <a:pt x="2417" y="468"/>
                  </a:lnTo>
                  <a:lnTo>
                    <a:pt x="2372" y="434"/>
                  </a:lnTo>
                  <a:lnTo>
                    <a:pt x="2239" y="334"/>
                  </a:lnTo>
                  <a:lnTo>
                    <a:pt x="2139" y="278"/>
                  </a:lnTo>
                  <a:lnTo>
                    <a:pt x="2027" y="223"/>
                  </a:lnTo>
                  <a:lnTo>
                    <a:pt x="1894" y="156"/>
                  </a:lnTo>
                  <a:lnTo>
                    <a:pt x="1738" y="100"/>
                  </a:lnTo>
                  <a:lnTo>
                    <a:pt x="1571" y="56"/>
                  </a:lnTo>
                  <a:lnTo>
                    <a:pt x="1393" y="22"/>
                  </a:lnTo>
                  <a:lnTo>
                    <a:pt x="1192" y="0"/>
                  </a:lnTo>
                  <a:lnTo>
                    <a:pt x="981" y="11"/>
                  </a:lnTo>
                  <a:lnTo>
                    <a:pt x="747" y="33"/>
                  </a:lnTo>
                  <a:lnTo>
                    <a:pt x="636" y="56"/>
                  </a:lnTo>
                  <a:lnTo>
                    <a:pt x="513" y="89"/>
                  </a:lnTo>
                  <a:lnTo>
                    <a:pt x="391" y="134"/>
                  </a:lnTo>
                  <a:lnTo>
                    <a:pt x="257" y="178"/>
                  </a:lnTo>
                  <a:lnTo>
                    <a:pt x="135" y="234"/>
                  </a:lnTo>
                  <a:lnTo>
                    <a:pt x="1" y="301"/>
                  </a:lnTo>
                  <a:lnTo>
                    <a:pt x="1" y="301"/>
                  </a:lnTo>
                  <a:close/>
                </a:path>
              </a:pathLst>
            </a:custGeom>
            <a:noFill/>
            <a:ln cap="rnd" cmpd="sng" w="6125">
              <a:solidFill>
                <a:srgbClr val="4310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7571409" y="1825828"/>
              <a:ext cx="81808" cy="47052"/>
            </a:xfrm>
            <a:custGeom>
              <a:rect b="b" l="l" r="r" t="t"/>
              <a:pathLst>
                <a:path extrusionOk="0" h="2005" w="3486">
                  <a:moveTo>
                    <a:pt x="234" y="1"/>
                  </a:moveTo>
                  <a:lnTo>
                    <a:pt x="179" y="12"/>
                  </a:lnTo>
                  <a:lnTo>
                    <a:pt x="145" y="23"/>
                  </a:lnTo>
                  <a:lnTo>
                    <a:pt x="112" y="45"/>
                  </a:lnTo>
                  <a:lnTo>
                    <a:pt x="67" y="112"/>
                  </a:lnTo>
                  <a:lnTo>
                    <a:pt x="34" y="190"/>
                  </a:lnTo>
                  <a:lnTo>
                    <a:pt x="12" y="279"/>
                  </a:lnTo>
                  <a:lnTo>
                    <a:pt x="0" y="368"/>
                  </a:lnTo>
                  <a:lnTo>
                    <a:pt x="0" y="457"/>
                  </a:lnTo>
                  <a:lnTo>
                    <a:pt x="0" y="546"/>
                  </a:lnTo>
                  <a:lnTo>
                    <a:pt x="12" y="624"/>
                  </a:lnTo>
                  <a:lnTo>
                    <a:pt x="67" y="813"/>
                  </a:lnTo>
                  <a:lnTo>
                    <a:pt x="145" y="1003"/>
                  </a:lnTo>
                  <a:lnTo>
                    <a:pt x="234" y="1181"/>
                  </a:lnTo>
                  <a:lnTo>
                    <a:pt x="357" y="1348"/>
                  </a:lnTo>
                  <a:lnTo>
                    <a:pt x="490" y="1492"/>
                  </a:lnTo>
                  <a:lnTo>
                    <a:pt x="635" y="1626"/>
                  </a:lnTo>
                  <a:lnTo>
                    <a:pt x="802" y="1737"/>
                  </a:lnTo>
                  <a:lnTo>
                    <a:pt x="980" y="1826"/>
                  </a:lnTo>
                  <a:lnTo>
                    <a:pt x="1158" y="1904"/>
                  </a:lnTo>
                  <a:lnTo>
                    <a:pt x="1348" y="1960"/>
                  </a:lnTo>
                  <a:lnTo>
                    <a:pt x="1548" y="1993"/>
                  </a:lnTo>
                  <a:lnTo>
                    <a:pt x="1748" y="2005"/>
                  </a:lnTo>
                  <a:lnTo>
                    <a:pt x="1860" y="1993"/>
                  </a:lnTo>
                  <a:lnTo>
                    <a:pt x="1982" y="1982"/>
                  </a:lnTo>
                  <a:lnTo>
                    <a:pt x="2094" y="1960"/>
                  </a:lnTo>
                  <a:lnTo>
                    <a:pt x="2216" y="1938"/>
                  </a:lnTo>
                  <a:lnTo>
                    <a:pt x="2327" y="1904"/>
                  </a:lnTo>
                  <a:lnTo>
                    <a:pt x="2439" y="1860"/>
                  </a:lnTo>
                  <a:lnTo>
                    <a:pt x="2539" y="1804"/>
                  </a:lnTo>
                  <a:lnTo>
                    <a:pt x="2639" y="1749"/>
                  </a:lnTo>
                  <a:lnTo>
                    <a:pt x="2739" y="1682"/>
                  </a:lnTo>
                  <a:lnTo>
                    <a:pt x="2840" y="1615"/>
                  </a:lnTo>
                  <a:lnTo>
                    <a:pt x="2929" y="1537"/>
                  </a:lnTo>
                  <a:lnTo>
                    <a:pt x="3007" y="1459"/>
                  </a:lnTo>
                  <a:lnTo>
                    <a:pt x="3096" y="1370"/>
                  </a:lnTo>
                  <a:lnTo>
                    <a:pt x="3162" y="1281"/>
                  </a:lnTo>
                  <a:lnTo>
                    <a:pt x="3229" y="1181"/>
                  </a:lnTo>
                  <a:lnTo>
                    <a:pt x="3296" y="1081"/>
                  </a:lnTo>
                  <a:lnTo>
                    <a:pt x="3385" y="869"/>
                  </a:lnTo>
                  <a:lnTo>
                    <a:pt x="3430" y="758"/>
                  </a:lnTo>
                  <a:lnTo>
                    <a:pt x="3463" y="635"/>
                  </a:lnTo>
                  <a:lnTo>
                    <a:pt x="3485" y="513"/>
                  </a:lnTo>
                  <a:lnTo>
                    <a:pt x="3485" y="401"/>
                  </a:lnTo>
                  <a:lnTo>
                    <a:pt x="3474" y="290"/>
                  </a:lnTo>
                  <a:lnTo>
                    <a:pt x="3452" y="234"/>
                  </a:lnTo>
                  <a:lnTo>
                    <a:pt x="3430" y="190"/>
                  </a:lnTo>
                  <a:lnTo>
                    <a:pt x="3396" y="145"/>
                  </a:lnTo>
                  <a:lnTo>
                    <a:pt x="3363" y="101"/>
                  </a:lnTo>
                  <a:lnTo>
                    <a:pt x="3329" y="79"/>
                  </a:lnTo>
                  <a:lnTo>
                    <a:pt x="3296" y="56"/>
                  </a:lnTo>
                  <a:lnTo>
                    <a:pt x="3207" y="23"/>
                  </a:lnTo>
                  <a:lnTo>
                    <a:pt x="3118" y="12"/>
                  </a:lnTo>
                  <a:lnTo>
                    <a:pt x="3029" y="23"/>
                  </a:lnTo>
                  <a:lnTo>
                    <a:pt x="2929" y="34"/>
                  </a:lnTo>
                  <a:lnTo>
                    <a:pt x="2739" y="56"/>
                  </a:lnTo>
                  <a:lnTo>
                    <a:pt x="2472" y="90"/>
                  </a:lnTo>
                  <a:lnTo>
                    <a:pt x="2205" y="123"/>
                  </a:lnTo>
                  <a:lnTo>
                    <a:pt x="1938" y="134"/>
                  </a:lnTo>
                  <a:lnTo>
                    <a:pt x="1236" y="134"/>
                  </a:lnTo>
                  <a:lnTo>
                    <a:pt x="813" y="101"/>
                  </a:lnTo>
                  <a:lnTo>
                    <a:pt x="669" y="67"/>
                  </a:lnTo>
                  <a:lnTo>
                    <a:pt x="490" y="34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7540573" y="1712691"/>
              <a:ext cx="23022" cy="32432"/>
            </a:xfrm>
            <a:custGeom>
              <a:rect b="b" l="l" r="r" t="t"/>
              <a:pathLst>
                <a:path extrusionOk="0" h="1382" w="981">
                  <a:moveTo>
                    <a:pt x="446" y="1"/>
                  </a:moveTo>
                  <a:lnTo>
                    <a:pt x="402" y="12"/>
                  </a:lnTo>
                  <a:lnTo>
                    <a:pt x="357" y="23"/>
                  </a:lnTo>
                  <a:lnTo>
                    <a:pt x="268" y="68"/>
                  </a:lnTo>
                  <a:lnTo>
                    <a:pt x="179" y="134"/>
                  </a:lnTo>
                  <a:lnTo>
                    <a:pt x="112" y="224"/>
                  </a:lnTo>
                  <a:lnTo>
                    <a:pt x="68" y="324"/>
                  </a:lnTo>
                  <a:lnTo>
                    <a:pt x="23" y="446"/>
                  </a:lnTo>
                  <a:lnTo>
                    <a:pt x="1" y="580"/>
                  </a:lnTo>
                  <a:lnTo>
                    <a:pt x="1" y="713"/>
                  </a:lnTo>
                  <a:lnTo>
                    <a:pt x="23" y="858"/>
                  </a:lnTo>
                  <a:lnTo>
                    <a:pt x="56" y="981"/>
                  </a:lnTo>
                  <a:lnTo>
                    <a:pt x="101" y="1092"/>
                  </a:lnTo>
                  <a:lnTo>
                    <a:pt x="168" y="1192"/>
                  </a:lnTo>
                  <a:lnTo>
                    <a:pt x="246" y="1270"/>
                  </a:lnTo>
                  <a:lnTo>
                    <a:pt x="335" y="1337"/>
                  </a:lnTo>
                  <a:lnTo>
                    <a:pt x="424" y="1370"/>
                  </a:lnTo>
                  <a:lnTo>
                    <a:pt x="479" y="1370"/>
                  </a:lnTo>
                  <a:lnTo>
                    <a:pt x="524" y="1381"/>
                  </a:lnTo>
                  <a:lnTo>
                    <a:pt x="580" y="1370"/>
                  </a:lnTo>
                  <a:lnTo>
                    <a:pt x="624" y="1359"/>
                  </a:lnTo>
                  <a:lnTo>
                    <a:pt x="713" y="1315"/>
                  </a:lnTo>
                  <a:lnTo>
                    <a:pt x="791" y="1248"/>
                  </a:lnTo>
                  <a:lnTo>
                    <a:pt x="858" y="1159"/>
                  </a:lnTo>
                  <a:lnTo>
                    <a:pt x="914" y="1047"/>
                  </a:lnTo>
                  <a:lnTo>
                    <a:pt x="958" y="936"/>
                  </a:lnTo>
                  <a:lnTo>
                    <a:pt x="969" y="802"/>
                  </a:lnTo>
                  <a:lnTo>
                    <a:pt x="980" y="658"/>
                  </a:lnTo>
                  <a:lnTo>
                    <a:pt x="958" y="524"/>
                  </a:lnTo>
                  <a:lnTo>
                    <a:pt x="925" y="391"/>
                  </a:lnTo>
                  <a:lnTo>
                    <a:pt x="869" y="279"/>
                  </a:lnTo>
                  <a:lnTo>
                    <a:pt x="802" y="179"/>
                  </a:lnTo>
                  <a:lnTo>
                    <a:pt x="724" y="101"/>
                  </a:lnTo>
                  <a:lnTo>
                    <a:pt x="646" y="45"/>
                  </a:lnTo>
                  <a:lnTo>
                    <a:pt x="546" y="12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382F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7532477" y="1657308"/>
              <a:ext cx="49657" cy="9950"/>
            </a:xfrm>
            <a:custGeom>
              <a:rect b="b" l="l" r="r" t="t"/>
              <a:pathLst>
                <a:path extrusionOk="0" fill="none" h="424" w="2116">
                  <a:moveTo>
                    <a:pt x="2116" y="234"/>
                  </a:moveTo>
                  <a:lnTo>
                    <a:pt x="2116" y="234"/>
                  </a:lnTo>
                  <a:lnTo>
                    <a:pt x="1893" y="190"/>
                  </a:lnTo>
                  <a:lnTo>
                    <a:pt x="1648" y="156"/>
                  </a:lnTo>
                  <a:lnTo>
                    <a:pt x="1348" y="123"/>
                  </a:lnTo>
                  <a:lnTo>
                    <a:pt x="1181" y="123"/>
                  </a:lnTo>
                  <a:lnTo>
                    <a:pt x="1003" y="123"/>
                  </a:lnTo>
                  <a:lnTo>
                    <a:pt x="824" y="145"/>
                  </a:lnTo>
                  <a:lnTo>
                    <a:pt x="646" y="168"/>
                  </a:lnTo>
                  <a:lnTo>
                    <a:pt x="479" y="212"/>
                  </a:lnTo>
                  <a:lnTo>
                    <a:pt x="312" y="268"/>
                  </a:lnTo>
                  <a:lnTo>
                    <a:pt x="145" y="335"/>
                  </a:lnTo>
                  <a:lnTo>
                    <a:pt x="1" y="424"/>
                  </a:lnTo>
                  <a:lnTo>
                    <a:pt x="1" y="424"/>
                  </a:lnTo>
                  <a:lnTo>
                    <a:pt x="34" y="390"/>
                  </a:lnTo>
                  <a:lnTo>
                    <a:pt x="145" y="312"/>
                  </a:lnTo>
                  <a:lnTo>
                    <a:pt x="223" y="257"/>
                  </a:lnTo>
                  <a:lnTo>
                    <a:pt x="323" y="201"/>
                  </a:lnTo>
                  <a:lnTo>
                    <a:pt x="446" y="145"/>
                  </a:lnTo>
                  <a:lnTo>
                    <a:pt x="568" y="101"/>
                  </a:lnTo>
                  <a:lnTo>
                    <a:pt x="724" y="56"/>
                  </a:lnTo>
                  <a:lnTo>
                    <a:pt x="880" y="23"/>
                  </a:lnTo>
                  <a:lnTo>
                    <a:pt x="1058" y="12"/>
                  </a:lnTo>
                  <a:lnTo>
                    <a:pt x="1248" y="1"/>
                  </a:lnTo>
                  <a:lnTo>
                    <a:pt x="1448" y="23"/>
                  </a:lnTo>
                  <a:lnTo>
                    <a:pt x="1659" y="67"/>
                  </a:lnTo>
                  <a:lnTo>
                    <a:pt x="1882" y="134"/>
                  </a:lnTo>
                  <a:lnTo>
                    <a:pt x="2116" y="234"/>
                  </a:lnTo>
                  <a:lnTo>
                    <a:pt x="2116" y="234"/>
                  </a:lnTo>
                  <a:close/>
                </a:path>
              </a:pathLst>
            </a:custGeom>
            <a:noFill/>
            <a:ln cap="rnd" cmpd="sng" w="6125">
              <a:solidFill>
                <a:srgbClr val="4310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7677740" y="1767300"/>
              <a:ext cx="61696" cy="31892"/>
            </a:xfrm>
            <a:custGeom>
              <a:rect b="b" l="l" r="r" t="t"/>
              <a:pathLst>
                <a:path extrusionOk="0" h="1359" w="2629">
                  <a:moveTo>
                    <a:pt x="1181" y="1"/>
                  </a:moveTo>
                  <a:lnTo>
                    <a:pt x="1047" y="12"/>
                  </a:lnTo>
                  <a:lnTo>
                    <a:pt x="925" y="34"/>
                  </a:lnTo>
                  <a:lnTo>
                    <a:pt x="802" y="56"/>
                  </a:lnTo>
                  <a:lnTo>
                    <a:pt x="691" y="79"/>
                  </a:lnTo>
                  <a:lnTo>
                    <a:pt x="580" y="112"/>
                  </a:lnTo>
                  <a:lnTo>
                    <a:pt x="480" y="157"/>
                  </a:lnTo>
                  <a:lnTo>
                    <a:pt x="390" y="201"/>
                  </a:lnTo>
                  <a:lnTo>
                    <a:pt x="301" y="246"/>
                  </a:lnTo>
                  <a:lnTo>
                    <a:pt x="223" y="301"/>
                  </a:lnTo>
                  <a:lnTo>
                    <a:pt x="157" y="357"/>
                  </a:lnTo>
                  <a:lnTo>
                    <a:pt x="112" y="413"/>
                  </a:lnTo>
                  <a:lnTo>
                    <a:pt x="68" y="479"/>
                  </a:lnTo>
                  <a:lnTo>
                    <a:pt x="34" y="546"/>
                  </a:lnTo>
                  <a:lnTo>
                    <a:pt x="12" y="613"/>
                  </a:lnTo>
                  <a:lnTo>
                    <a:pt x="1" y="680"/>
                  </a:lnTo>
                  <a:lnTo>
                    <a:pt x="12" y="747"/>
                  </a:lnTo>
                  <a:lnTo>
                    <a:pt x="34" y="813"/>
                  </a:lnTo>
                  <a:lnTo>
                    <a:pt x="68" y="880"/>
                  </a:lnTo>
                  <a:lnTo>
                    <a:pt x="112" y="947"/>
                  </a:lnTo>
                  <a:lnTo>
                    <a:pt x="157" y="1003"/>
                  </a:lnTo>
                  <a:lnTo>
                    <a:pt x="223" y="1058"/>
                  </a:lnTo>
                  <a:lnTo>
                    <a:pt x="301" y="1114"/>
                  </a:lnTo>
                  <a:lnTo>
                    <a:pt x="390" y="1159"/>
                  </a:lnTo>
                  <a:lnTo>
                    <a:pt x="480" y="1203"/>
                  </a:lnTo>
                  <a:lnTo>
                    <a:pt x="580" y="1248"/>
                  </a:lnTo>
                  <a:lnTo>
                    <a:pt x="691" y="1281"/>
                  </a:lnTo>
                  <a:lnTo>
                    <a:pt x="802" y="1303"/>
                  </a:lnTo>
                  <a:lnTo>
                    <a:pt x="925" y="1326"/>
                  </a:lnTo>
                  <a:lnTo>
                    <a:pt x="1047" y="1348"/>
                  </a:lnTo>
                  <a:lnTo>
                    <a:pt x="1181" y="1359"/>
                  </a:lnTo>
                  <a:lnTo>
                    <a:pt x="1448" y="1359"/>
                  </a:lnTo>
                  <a:lnTo>
                    <a:pt x="1582" y="1348"/>
                  </a:lnTo>
                  <a:lnTo>
                    <a:pt x="1704" y="1326"/>
                  </a:lnTo>
                  <a:lnTo>
                    <a:pt x="1827" y="1303"/>
                  </a:lnTo>
                  <a:lnTo>
                    <a:pt x="1949" y="1281"/>
                  </a:lnTo>
                  <a:lnTo>
                    <a:pt x="2049" y="1248"/>
                  </a:lnTo>
                  <a:lnTo>
                    <a:pt x="2150" y="1203"/>
                  </a:lnTo>
                  <a:lnTo>
                    <a:pt x="2250" y="1159"/>
                  </a:lnTo>
                  <a:lnTo>
                    <a:pt x="2328" y="1114"/>
                  </a:lnTo>
                  <a:lnTo>
                    <a:pt x="2406" y="1058"/>
                  </a:lnTo>
                  <a:lnTo>
                    <a:pt x="2472" y="1003"/>
                  </a:lnTo>
                  <a:lnTo>
                    <a:pt x="2528" y="947"/>
                  </a:lnTo>
                  <a:lnTo>
                    <a:pt x="2573" y="880"/>
                  </a:lnTo>
                  <a:lnTo>
                    <a:pt x="2606" y="813"/>
                  </a:lnTo>
                  <a:lnTo>
                    <a:pt x="2628" y="747"/>
                  </a:lnTo>
                  <a:lnTo>
                    <a:pt x="2628" y="680"/>
                  </a:lnTo>
                  <a:lnTo>
                    <a:pt x="2628" y="613"/>
                  </a:lnTo>
                  <a:lnTo>
                    <a:pt x="2606" y="546"/>
                  </a:lnTo>
                  <a:lnTo>
                    <a:pt x="2573" y="479"/>
                  </a:lnTo>
                  <a:lnTo>
                    <a:pt x="2528" y="413"/>
                  </a:lnTo>
                  <a:lnTo>
                    <a:pt x="2472" y="357"/>
                  </a:lnTo>
                  <a:lnTo>
                    <a:pt x="2406" y="301"/>
                  </a:lnTo>
                  <a:lnTo>
                    <a:pt x="2328" y="246"/>
                  </a:lnTo>
                  <a:lnTo>
                    <a:pt x="2250" y="201"/>
                  </a:lnTo>
                  <a:lnTo>
                    <a:pt x="2150" y="157"/>
                  </a:lnTo>
                  <a:lnTo>
                    <a:pt x="2049" y="112"/>
                  </a:lnTo>
                  <a:lnTo>
                    <a:pt x="1949" y="79"/>
                  </a:lnTo>
                  <a:lnTo>
                    <a:pt x="1827" y="56"/>
                  </a:lnTo>
                  <a:lnTo>
                    <a:pt x="1704" y="34"/>
                  </a:lnTo>
                  <a:lnTo>
                    <a:pt x="1582" y="12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F9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2"/>
            <p:cNvSpPr/>
            <p:nvPr/>
          </p:nvSpPr>
          <p:spPr>
            <a:xfrm>
              <a:off x="7529355" y="1767300"/>
              <a:ext cx="42077" cy="31892"/>
            </a:xfrm>
            <a:custGeom>
              <a:rect b="b" l="l" r="r" t="t"/>
              <a:pathLst>
                <a:path extrusionOk="0" h="1359" w="1793">
                  <a:moveTo>
                    <a:pt x="479" y="1"/>
                  </a:moveTo>
                  <a:lnTo>
                    <a:pt x="234" y="12"/>
                  </a:lnTo>
                  <a:lnTo>
                    <a:pt x="122" y="23"/>
                  </a:lnTo>
                  <a:lnTo>
                    <a:pt x="0" y="45"/>
                  </a:lnTo>
                  <a:lnTo>
                    <a:pt x="56" y="379"/>
                  </a:lnTo>
                  <a:lnTo>
                    <a:pt x="122" y="702"/>
                  </a:lnTo>
                  <a:lnTo>
                    <a:pt x="256" y="1348"/>
                  </a:lnTo>
                  <a:lnTo>
                    <a:pt x="479" y="1359"/>
                  </a:lnTo>
                  <a:lnTo>
                    <a:pt x="612" y="1359"/>
                  </a:lnTo>
                  <a:lnTo>
                    <a:pt x="746" y="1348"/>
                  </a:lnTo>
                  <a:lnTo>
                    <a:pt x="868" y="1326"/>
                  </a:lnTo>
                  <a:lnTo>
                    <a:pt x="991" y="1303"/>
                  </a:lnTo>
                  <a:lnTo>
                    <a:pt x="1102" y="1281"/>
                  </a:lnTo>
                  <a:lnTo>
                    <a:pt x="1214" y="1248"/>
                  </a:lnTo>
                  <a:lnTo>
                    <a:pt x="1314" y="1203"/>
                  </a:lnTo>
                  <a:lnTo>
                    <a:pt x="1403" y="1159"/>
                  </a:lnTo>
                  <a:lnTo>
                    <a:pt x="1492" y="1114"/>
                  </a:lnTo>
                  <a:lnTo>
                    <a:pt x="1570" y="1058"/>
                  </a:lnTo>
                  <a:lnTo>
                    <a:pt x="1637" y="1003"/>
                  </a:lnTo>
                  <a:lnTo>
                    <a:pt x="1692" y="947"/>
                  </a:lnTo>
                  <a:lnTo>
                    <a:pt x="1737" y="880"/>
                  </a:lnTo>
                  <a:lnTo>
                    <a:pt x="1770" y="813"/>
                  </a:lnTo>
                  <a:lnTo>
                    <a:pt x="1781" y="747"/>
                  </a:lnTo>
                  <a:lnTo>
                    <a:pt x="1792" y="680"/>
                  </a:lnTo>
                  <a:lnTo>
                    <a:pt x="1781" y="613"/>
                  </a:lnTo>
                  <a:lnTo>
                    <a:pt x="1770" y="546"/>
                  </a:lnTo>
                  <a:lnTo>
                    <a:pt x="1737" y="479"/>
                  </a:lnTo>
                  <a:lnTo>
                    <a:pt x="1692" y="413"/>
                  </a:lnTo>
                  <a:lnTo>
                    <a:pt x="1637" y="357"/>
                  </a:lnTo>
                  <a:lnTo>
                    <a:pt x="1570" y="301"/>
                  </a:lnTo>
                  <a:lnTo>
                    <a:pt x="1492" y="246"/>
                  </a:lnTo>
                  <a:lnTo>
                    <a:pt x="1403" y="201"/>
                  </a:lnTo>
                  <a:lnTo>
                    <a:pt x="1314" y="157"/>
                  </a:lnTo>
                  <a:lnTo>
                    <a:pt x="1214" y="112"/>
                  </a:lnTo>
                  <a:lnTo>
                    <a:pt x="1102" y="79"/>
                  </a:lnTo>
                  <a:lnTo>
                    <a:pt x="991" y="56"/>
                  </a:lnTo>
                  <a:lnTo>
                    <a:pt x="868" y="34"/>
                  </a:lnTo>
                  <a:lnTo>
                    <a:pt x="746" y="12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rgbClr val="FF9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7526469" y="1499231"/>
              <a:ext cx="134328" cy="41584"/>
            </a:xfrm>
            <a:custGeom>
              <a:rect b="b" l="l" r="r" t="t"/>
              <a:pathLst>
                <a:path extrusionOk="0" h="1772" w="5724">
                  <a:moveTo>
                    <a:pt x="145" y="1"/>
                  </a:moveTo>
                  <a:lnTo>
                    <a:pt x="112" y="23"/>
                  </a:lnTo>
                  <a:lnTo>
                    <a:pt x="56" y="90"/>
                  </a:lnTo>
                  <a:lnTo>
                    <a:pt x="23" y="168"/>
                  </a:lnTo>
                  <a:lnTo>
                    <a:pt x="1" y="257"/>
                  </a:lnTo>
                  <a:lnTo>
                    <a:pt x="1" y="335"/>
                  </a:lnTo>
                  <a:lnTo>
                    <a:pt x="12" y="424"/>
                  </a:lnTo>
                  <a:lnTo>
                    <a:pt x="34" y="502"/>
                  </a:lnTo>
                  <a:lnTo>
                    <a:pt x="67" y="580"/>
                  </a:lnTo>
                  <a:lnTo>
                    <a:pt x="101" y="658"/>
                  </a:lnTo>
                  <a:lnTo>
                    <a:pt x="145" y="725"/>
                  </a:lnTo>
                  <a:lnTo>
                    <a:pt x="190" y="780"/>
                  </a:lnTo>
                  <a:lnTo>
                    <a:pt x="290" y="892"/>
                  </a:lnTo>
                  <a:lnTo>
                    <a:pt x="412" y="992"/>
                  </a:lnTo>
                  <a:lnTo>
                    <a:pt x="535" y="1081"/>
                  </a:lnTo>
                  <a:lnTo>
                    <a:pt x="657" y="1170"/>
                  </a:lnTo>
                  <a:lnTo>
                    <a:pt x="791" y="1259"/>
                  </a:lnTo>
                  <a:lnTo>
                    <a:pt x="925" y="1326"/>
                  </a:lnTo>
                  <a:lnTo>
                    <a:pt x="1058" y="1404"/>
                  </a:lnTo>
                  <a:lnTo>
                    <a:pt x="1203" y="1459"/>
                  </a:lnTo>
                  <a:lnTo>
                    <a:pt x="1348" y="1526"/>
                  </a:lnTo>
                  <a:lnTo>
                    <a:pt x="1637" y="1615"/>
                  </a:lnTo>
                  <a:lnTo>
                    <a:pt x="1793" y="1660"/>
                  </a:lnTo>
                  <a:lnTo>
                    <a:pt x="1949" y="1693"/>
                  </a:lnTo>
                  <a:lnTo>
                    <a:pt x="2116" y="1727"/>
                  </a:lnTo>
                  <a:lnTo>
                    <a:pt x="2272" y="1738"/>
                  </a:lnTo>
                  <a:lnTo>
                    <a:pt x="2595" y="1771"/>
                  </a:lnTo>
                  <a:lnTo>
                    <a:pt x="2929" y="1760"/>
                  </a:lnTo>
                  <a:lnTo>
                    <a:pt x="3252" y="1738"/>
                  </a:lnTo>
                  <a:lnTo>
                    <a:pt x="3574" y="1693"/>
                  </a:lnTo>
                  <a:lnTo>
                    <a:pt x="3897" y="1626"/>
                  </a:lnTo>
                  <a:lnTo>
                    <a:pt x="4209" y="1548"/>
                  </a:lnTo>
                  <a:lnTo>
                    <a:pt x="4576" y="1426"/>
                  </a:lnTo>
                  <a:lnTo>
                    <a:pt x="4944" y="1281"/>
                  </a:lnTo>
                  <a:lnTo>
                    <a:pt x="5300" y="1125"/>
                  </a:lnTo>
                  <a:lnTo>
                    <a:pt x="5656" y="947"/>
                  </a:lnTo>
                  <a:lnTo>
                    <a:pt x="5679" y="925"/>
                  </a:lnTo>
                  <a:lnTo>
                    <a:pt x="5701" y="903"/>
                  </a:lnTo>
                  <a:lnTo>
                    <a:pt x="5712" y="869"/>
                  </a:lnTo>
                  <a:lnTo>
                    <a:pt x="5723" y="836"/>
                  </a:lnTo>
                  <a:lnTo>
                    <a:pt x="5723" y="747"/>
                  </a:lnTo>
                  <a:lnTo>
                    <a:pt x="5701" y="669"/>
                  </a:lnTo>
                  <a:lnTo>
                    <a:pt x="5667" y="591"/>
                  </a:lnTo>
                  <a:lnTo>
                    <a:pt x="5612" y="535"/>
                  </a:lnTo>
                  <a:lnTo>
                    <a:pt x="5590" y="513"/>
                  </a:lnTo>
                  <a:lnTo>
                    <a:pt x="5556" y="502"/>
                  </a:lnTo>
                  <a:lnTo>
                    <a:pt x="5523" y="502"/>
                  </a:lnTo>
                  <a:lnTo>
                    <a:pt x="5489" y="524"/>
                  </a:lnTo>
                  <a:lnTo>
                    <a:pt x="5233" y="647"/>
                  </a:lnTo>
                  <a:lnTo>
                    <a:pt x="4977" y="758"/>
                  </a:lnTo>
                  <a:lnTo>
                    <a:pt x="4710" y="869"/>
                  </a:lnTo>
                  <a:lnTo>
                    <a:pt x="4443" y="969"/>
                  </a:lnTo>
                  <a:lnTo>
                    <a:pt x="4176" y="1059"/>
                  </a:lnTo>
                  <a:lnTo>
                    <a:pt x="3897" y="1136"/>
                  </a:lnTo>
                  <a:lnTo>
                    <a:pt x="3619" y="1203"/>
                  </a:lnTo>
                  <a:lnTo>
                    <a:pt x="3341" y="1259"/>
                  </a:lnTo>
                  <a:lnTo>
                    <a:pt x="3051" y="1292"/>
                  </a:lnTo>
                  <a:lnTo>
                    <a:pt x="2773" y="1303"/>
                  </a:lnTo>
                  <a:lnTo>
                    <a:pt x="2494" y="1303"/>
                  </a:lnTo>
                  <a:lnTo>
                    <a:pt x="2216" y="1281"/>
                  </a:lnTo>
                  <a:lnTo>
                    <a:pt x="1938" y="1237"/>
                  </a:lnTo>
                  <a:lnTo>
                    <a:pt x="1659" y="1170"/>
                  </a:lnTo>
                  <a:lnTo>
                    <a:pt x="1381" y="1081"/>
                  </a:lnTo>
                  <a:lnTo>
                    <a:pt x="1114" y="969"/>
                  </a:lnTo>
                  <a:lnTo>
                    <a:pt x="980" y="903"/>
                  </a:lnTo>
                  <a:lnTo>
                    <a:pt x="847" y="836"/>
                  </a:lnTo>
                  <a:lnTo>
                    <a:pt x="724" y="758"/>
                  </a:lnTo>
                  <a:lnTo>
                    <a:pt x="602" y="669"/>
                  </a:lnTo>
                  <a:lnTo>
                    <a:pt x="490" y="580"/>
                  </a:lnTo>
                  <a:lnTo>
                    <a:pt x="390" y="491"/>
                  </a:lnTo>
                  <a:lnTo>
                    <a:pt x="346" y="446"/>
                  </a:lnTo>
                  <a:lnTo>
                    <a:pt x="315" y="416"/>
                  </a:lnTo>
                  <a:lnTo>
                    <a:pt x="323" y="391"/>
                  </a:lnTo>
                  <a:lnTo>
                    <a:pt x="346" y="313"/>
                  </a:lnTo>
                  <a:lnTo>
                    <a:pt x="335" y="224"/>
                  </a:lnTo>
                  <a:lnTo>
                    <a:pt x="312" y="146"/>
                  </a:lnTo>
                  <a:lnTo>
                    <a:pt x="290" y="101"/>
                  </a:lnTo>
                  <a:lnTo>
                    <a:pt x="234" y="34"/>
                  </a:lnTo>
                  <a:lnTo>
                    <a:pt x="201" y="12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63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7494084" y="1496626"/>
              <a:ext cx="109218" cy="94081"/>
            </a:xfrm>
            <a:custGeom>
              <a:rect b="b" l="l" r="r" t="t"/>
              <a:pathLst>
                <a:path extrusionOk="0" h="4009" w="4654">
                  <a:moveTo>
                    <a:pt x="401" y="1"/>
                  </a:moveTo>
                  <a:lnTo>
                    <a:pt x="367" y="23"/>
                  </a:lnTo>
                  <a:lnTo>
                    <a:pt x="345" y="45"/>
                  </a:lnTo>
                  <a:lnTo>
                    <a:pt x="256" y="201"/>
                  </a:lnTo>
                  <a:lnTo>
                    <a:pt x="178" y="357"/>
                  </a:lnTo>
                  <a:lnTo>
                    <a:pt x="122" y="524"/>
                  </a:lnTo>
                  <a:lnTo>
                    <a:pt x="67" y="691"/>
                  </a:lnTo>
                  <a:lnTo>
                    <a:pt x="33" y="858"/>
                  </a:lnTo>
                  <a:lnTo>
                    <a:pt x="11" y="1036"/>
                  </a:lnTo>
                  <a:lnTo>
                    <a:pt x="0" y="1214"/>
                  </a:lnTo>
                  <a:lnTo>
                    <a:pt x="0" y="1392"/>
                  </a:lnTo>
                  <a:lnTo>
                    <a:pt x="11" y="1559"/>
                  </a:lnTo>
                  <a:lnTo>
                    <a:pt x="45" y="1737"/>
                  </a:lnTo>
                  <a:lnTo>
                    <a:pt x="78" y="1915"/>
                  </a:lnTo>
                  <a:lnTo>
                    <a:pt x="122" y="2082"/>
                  </a:lnTo>
                  <a:lnTo>
                    <a:pt x="178" y="2249"/>
                  </a:lnTo>
                  <a:lnTo>
                    <a:pt x="245" y="2416"/>
                  </a:lnTo>
                  <a:lnTo>
                    <a:pt x="323" y="2572"/>
                  </a:lnTo>
                  <a:lnTo>
                    <a:pt x="401" y="2728"/>
                  </a:lnTo>
                  <a:lnTo>
                    <a:pt x="512" y="2884"/>
                  </a:lnTo>
                  <a:lnTo>
                    <a:pt x="623" y="3040"/>
                  </a:lnTo>
                  <a:lnTo>
                    <a:pt x="746" y="3174"/>
                  </a:lnTo>
                  <a:lnTo>
                    <a:pt x="880" y="3307"/>
                  </a:lnTo>
                  <a:lnTo>
                    <a:pt x="1013" y="3418"/>
                  </a:lnTo>
                  <a:lnTo>
                    <a:pt x="1169" y="3530"/>
                  </a:lnTo>
                  <a:lnTo>
                    <a:pt x="1325" y="3630"/>
                  </a:lnTo>
                  <a:lnTo>
                    <a:pt x="1481" y="3719"/>
                  </a:lnTo>
                  <a:lnTo>
                    <a:pt x="1648" y="3786"/>
                  </a:lnTo>
                  <a:lnTo>
                    <a:pt x="1815" y="3853"/>
                  </a:lnTo>
                  <a:lnTo>
                    <a:pt x="1993" y="3908"/>
                  </a:lnTo>
                  <a:lnTo>
                    <a:pt x="2171" y="3953"/>
                  </a:lnTo>
                  <a:lnTo>
                    <a:pt x="2360" y="3975"/>
                  </a:lnTo>
                  <a:lnTo>
                    <a:pt x="2538" y="3997"/>
                  </a:lnTo>
                  <a:lnTo>
                    <a:pt x="2728" y="4009"/>
                  </a:lnTo>
                  <a:lnTo>
                    <a:pt x="2917" y="4009"/>
                  </a:lnTo>
                  <a:lnTo>
                    <a:pt x="3140" y="3997"/>
                  </a:lnTo>
                  <a:lnTo>
                    <a:pt x="3362" y="3964"/>
                  </a:lnTo>
                  <a:lnTo>
                    <a:pt x="3574" y="3919"/>
                  </a:lnTo>
                  <a:lnTo>
                    <a:pt x="3785" y="3853"/>
                  </a:lnTo>
                  <a:lnTo>
                    <a:pt x="3997" y="3786"/>
                  </a:lnTo>
                  <a:lnTo>
                    <a:pt x="4197" y="3697"/>
                  </a:lnTo>
                  <a:lnTo>
                    <a:pt x="4398" y="3597"/>
                  </a:lnTo>
                  <a:lnTo>
                    <a:pt x="4598" y="3485"/>
                  </a:lnTo>
                  <a:lnTo>
                    <a:pt x="4620" y="3474"/>
                  </a:lnTo>
                  <a:lnTo>
                    <a:pt x="4632" y="3441"/>
                  </a:lnTo>
                  <a:lnTo>
                    <a:pt x="4654" y="3407"/>
                  </a:lnTo>
                  <a:lnTo>
                    <a:pt x="4654" y="3363"/>
                  </a:lnTo>
                  <a:lnTo>
                    <a:pt x="4654" y="3285"/>
                  </a:lnTo>
                  <a:lnTo>
                    <a:pt x="4632" y="3196"/>
                  </a:lnTo>
                  <a:lnTo>
                    <a:pt x="4598" y="3118"/>
                  </a:lnTo>
                  <a:lnTo>
                    <a:pt x="4542" y="3062"/>
                  </a:lnTo>
                  <a:lnTo>
                    <a:pt x="4520" y="3051"/>
                  </a:lnTo>
                  <a:lnTo>
                    <a:pt x="4487" y="3040"/>
                  </a:lnTo>
                  <a:lnTo>
                    <a:pt x="4453" y="3051"/>
                  </a:lnTo>
                  <a:lnTo>
                    <a:pt x="4420" y="3062"/>
                  </a:lnTo>
                  <a:lnTo>
                    <a:pt x="4275" y="3151"/>
                  </a:lnTo>
                  <a:lnTo>
                    <a:pt x="4119" y="3229"/>
                  </a:lnTo>
                  <a:lnTo>
                    <a:pt x="3952" y="3296"/>
                  </a:lnTo>
                  <a:lnTo>
                    <a:pt x="3785" y="3363"/>
                  </a:lnTo>
                  <a:lnTo>
                    <a:pt x="3618" y="3418"/>
                  </a:lnTo>
                  <a:lnTo>
                    <a:pt x="3451" y="3463"/>
                  </a:lnTo>
                  <a:lnTo>
                    <a:pt x="3273" y="3496"/>
                  </a:lnTo>
                  <a:lnTo>
                    <a:pt x="3106" y="3519"/>
                  </a:lnTo>
                  <a:lnTo>
                    <a:pt x="2928" y="3541"/>
                  </a:lnTo>
                  <a:lnTo>
                    <a:pt x="2750" y="3552"/>
                  </a:lnTo>
                  <a:lnTo>
                    <a:pt x="2572" y="3541"/>
                  </a:lnTo>
                  <a:lnTo>
                    <a:pt x="2405" y="3530"/>
                  </a:lnTo>
                  <a:lnTo>
                    <a:pt x="2227" y="3508"/>
                  </a:lnTo>
                  <a:lnTo>
                    <a:pt x="2049" y="3474"/>
                  </a:lnTo>
                  <a:lnTo>
                    <a:pt x="1882" y="3430"/>
                  </a:lnTo>
                  <a:lnTo>
                    <a:pt x="1715" y="3374"/>
                  </a:lnTo>
                  <a:lnTo>
                    <a:pt x="1581" y="3318"/>
                  </a:lnTo>
                  <a:lnTo>
                    <a:pt x="1447" y="3251"/>
                  </a:lnTo>
                  <a:lnTo>
                    <a:pt x="1314" y="3174"/>
                  </a:lnTo>
                  <a:lnTo>
                    <a:pt x="1191" y="3096"/>
                  </a:lnTo>
                  <a:lnTo>
                    <a:pt x="1080" y="3007"/>
                  </a:lnTo>
                  <a:lnTo>
                    <a:pt x="969" y="2906"/>
                  </a:lnTo>
                  <a:lnTo>
                    <a:pt x="868" y="2795"/>
                  </a:lnTo>
                  <a:lnTo>
                    <a:pt x="768" y="2695"/>
                  </a:lnTo>
                  <a:lnTo>
                    <a:pt x="679" y="2572"/>
                  </a:lnTo>
                  <a:lnTo>
                    <a:pt x="601" y="2450"/>
                  </a:lnTo>
                  <a:lnTo>
                    <a:pt x="523" y="2327"/>
                  </a:lnTo>
                  <a:lnTo>
                    <a:pt x="468" y="2194"/>
                  </a:lnTo>
                  <a:lnTo>
                    <a:pt x="412" y="2060"/>
                  </a:lnTo>
                  <a:lnTo>
                    <a:pt x="367" y="1927"/>
                  </a:lnTo>
                  <a:lnTo>
                    <a:pt x="334" y="1782"/>
                  </a:lnTo>
                  <a:lnTo>
                    <a:pt x="312" y="1637"/>
                  </a:lnTo>
                  <a:lnTo>
                    <a:pt x="289" y="1481"/>
                  </a:lnTo>
                  <a:lnTo>
                    <a:pt x="289" y="1314"/>
                  </a:lnTo>
                  <a:lnTo>
                    <a:pt x="301" y="1158"/>
                  </a:lnTo>
                  <a:lnTo>
                    <a:pt x="334" y="1003"/>
                  </a:lnTo>
                  <a:lnTo>
                    <a:pt x="367" y="847"/>
                  </a:lnTo>
                  <a:lnTo>
                    <a:pt x="423" y="702"/>
                  </a:lnTo>
                  <a:lnTo>
                    <a:pt x="490" y="557"/>
                  </a:lnTo>
                  <a:lnTo>
                    <a:pt x="568" y="412"/>
                  </a:lnTo>
                  <a:lnTo>
                    <a:pt x="590" y="379"/>
                  </a:lnTo>
                  <a:lnTo>
                    <a:pt x="601" y="335"/>
                  </a:lnTo>
                  <a:lnTo>
                    <a:pt x="601" y="245"/>
                  </a:lnTo>
                  <a:lnTo>
                    <a:pt x="590" y="168"/>
                  </a:lnTo>
                  <a:lnTo>
                    <a:pt x="557" y="90"/>
                  </a:lnTo>
                  <a:lnTo>
                    <a:pt x="512" y="34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7728172" y="1547316"/>
              <a:ext cx="27715" cy="104266"/>
            </a:xfrm>
            <a:custGeom>
              <a:rect b="b" l="l" r="r" t="t"/>
              <a:pathLst>
                <a:path extrusionOk="0" h="4443" w="1181">
                  <a:moveTo>
                    <a:pt x="624" y="0"/>
                  </a:moveTo>
                  <a:lnTo>
                    <a:pt x="524" y="56"/>
                  </a:lnTo>
                  <a:lnTo>
                    <a:pt x="435" y="123"/>
                  </a:lnTo>
                  <a:lnTo>
                    <a:pt x="368" y="201"/>
                  </a:lnTo>
                  <a:lnTo>
                    <a:pt x="301" y="279"/>
                  </a:lnTo>
                  <a:lnTo>
                    <a:pt x="245" y="379"/>
                  </a:lnTo>
                  <a:lnTo>
                    <a:pt x="201" y="468"/>
                  </a:lnTo>
                  <a:lnTo>
                    <a:pt x="156" y="568"/>
                  </a:lnTo>
                  <a:lnTo>
                    <a:pt x="123" y="680"/>
                  </a:lnTo>
                  <a:lnTo>
                    <a:pt x="78" y="913"/>
                  </a:lnTo>
                  <a:lnTo>
                    <a:pt x="34" y="1147"/>
                  </a:lnTo>
                  <a:lnTo>
                    <a:pt x="12" y="1381"/>
                  </a:lnTo>
                  <a:lnTo>
                    <a:pt x="1" y="1615"/>
                  </a:lnTo>
                  <a:lnTo>
                    <a:pt x="1" y="1860"/>
                  </a:lnTo>
                  <a:lnTo>
                    <a:pt x="23" y="2093"/>
                  </a:lnTo>
                  <a:lnTo>
                    <a:pt x="45" y="2327"/>
                  </a:lnTo>
                  <a:lnTo>
                    <a:pt x="90" y="2572"/>
                  </a:lnTo>
                  <a:lnTo>
                    <a:pt x="145" y="2806"/>
                  </a:lnTo>
                  <a:lnTo>
                    <a:pt x="212" y="3029"/>
                  </a:lnTo>
                  <a:lnTo>
                    <a:pt x="301" y="3251"/>
                  </a:lnTo>
                  <a:lnTo>
                    <a:pt x="390" y="3474"/>
                  </a:lnTo>
                  <a:lnTo>
                    <a:pt x="513" y="3719"/>
                  </a:lnTo>
                  <a:lnTo>
                    <a:pt x="657" y="3953"/>
                  </a:lnTo>
                  <a:lnTo>
                    <a:pt x="813" y="4187"/>
                  </a:lnTo>
                  <a:lnTo>
                    <a:pt x="980" y="4398"/>
                  </a:lnTo>
                  <a:lnTo>
                    <a:pt x="1003" y="4420"/>
                  </a:lnTo>
                  <a:lnTo>
                    <a:pt x="1036" y="4443"/>
                  </a:lnTo>
                  <a:lnTo>
                    <a:pt x="1092" y="4443"/>
                  </a:lnTo>
                  <a:lnTo>
                    <a:pt x="1114" y="4431"/>
                  </a:lnTo>
                  <a:lnTo>
                    <a:pt x="1136" y="4409"/>
                  </a:lnTo>
                  <a:lnTo>
                    <a:pt x="1158" y="4387"/>
                  </a:lnTo>
                  <a:lnTo>
                    <a:pt x="1170" y="4354"/>
                  </a:lnTo>
                  <a:lnTo>
                    <a:pt x="1181" y="4320"/>
                  </a:lnTo>
                  <a:lnTo>
                    <a:pt x="1181" y="4276"/>
                  </a:lnTo>
                  <a:lnTo>
                    <a:pt x="1181" y="4187"/>
                  </a:lnTo>
                  <a:lnTo>
                    <a:pt x="1147" y="4109"/>
                  </a:lnTo>
                  <a:lnTo>
                    <a:pt x="1103" y="4031"/>
                  </a:lnTo>
                  <a:lnTo>
                    <a:pt x="947" y="3841"/>
                  </a:lnTo>
                  <a:lnTo>
                    <a:pt x="813" y="3630"/>
                  </a:lnTo>
                  <a:lnTo>
                    <a:pt x="691" y="3418"/>
                  </a:lnTo>
                  <a:lnTo>
                    <a:pt x="579" y="3196"/>
                  </a:lnTo>
                  <a:lnTo>
                    <a:pt x="490" y="2962"/>
                  </a:lnTo>
                  <a:lnTo>
                    <a:pt x="424" y="2728"/>
                  </a:lnTo>
                  <a:lnTo>
                    <a:pt x="357" y="2494"/>
                  </a:lnTo>
                  <a:lnTo>
                    <a:pt x="323" y="2249"/>
                  </a:lnTo>
                  <a:lnTo>
                    <a:pt x="301" y="1993"/>
                  </a:lnTo>
                  <a:lnTo>
                    <a:pt x="290" y="1748"/>
                  </a:lnTo>
                  <a:lnTo>
                    <a:pt x="301" y="1503"/>
                  </a:lnTo>
                  <a:lnTo>
                    <a:pt x="335" y="1247"/>
                  </a:lnTo>
                  <a:lnTo>
                    <a:pt x="368" y="1036"/>
                  </a:lnTo>
                  <a:lnTo>
                    <a:pt x="401" y="913"/>
                  </a:lnTo>
                  <a:lnTo>
                    <a:pt x="435" y="802"/>
                  </a:lnTo>
                  <a:lnTo>
                    <a:pt x="490" y="702"/>
                  </a:lnTo>
                  <a:lnTo>
                    <a:pt x="546" y="602"/>
                  </a:lnTo>
                  <a:lnTo>
                    <a:pt x="624" y="524"/>
                  </a:lnTo>
                  <a:lnTo>
                    <a:pt x="669" y="490"/>
                  </a:lnTo>
                  <a:lnTo>
                    <a:pt x="724" y="468"/>
                  </a:lnTo>
                  <a:lnTo>
                    <a:pt x="758" y="446"/>
                  </a:lnTo>
                  <a:lnTo>
                    <a:pt x="780" y="423"/>
                  </a:lnTo>
                  <a:lnTo>
                    <a:pt x="802" y="390"/>
                  </a:lnTo>
                  <a:lnTo>
                    <a:pt x="813" y="357"/>
                  </a:lnTo>
                  <a:lnTo>
                    <a:pt x="813" y="279"/>
                  </a:lnTo>
                  <a:lnTo>
                    <a:pt x="813" y="201"/>
                  </a:lnTo>
                  <a:lnTo>
                    <a:pt x="791" y="145"/>
                  </a:lnTo>
                  <a:lnTo>
                    <a:pt x="746" y="67"/>
                  </a:lnTo>
                  <a:lnTo>
                    <a:pt x="724" y="34"/>
                  </a:lnTo>
                  <a:lnTo>
                    <a:pt x="691" y="12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rgbClr val="63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7876839" y="1530584"/>
              <a:ext cx="30602" cy="166713"/>
            </a:xfrm>
            <a:custGeom>
              <a:rect b="b" l="l" r="r" t="t"/>
              <a:pathLst>
                <a:path extrusionOk="0" h="7104" w="1304">
                  <a:moveTo>
                    <a:pt x="78" y="1"/>
                  </a:moveTo>
                  <a:lnTo>
                    <a:pt x="56" y="12"/>
                  </a:lnTo>
                  <a:lnTo>
                    <a:pt x="34" y="45"/>
                  </a:lnTo>
                  <a:lnTo>
                    <a:pt x="12" y="79"/>
                  </a:lnTo>
                  <a:lnTo>
                    <a:pt x="0" y="112"/>
                  </a:lnTo>
                  <a:lnTo>
                    <a:pt x="0" y="201"/>
                  </a:lnTo>
                  <a:lnTo>
                    <a:pt x="12" y="290"/>
                  </a:lnTo>
                  <a:lnTo>
                    <a:pt x="45" y="368"/>
                  </a:lnTo>
                  <a:lnTo>
                    <a:pt x="212" y="647"/>
                  </a:lnTo>
                  <a:lnTo>
                    <a:pt x="357" y="925"/>
                  </a:lnTo>
                  <a:lnTo>
                    <a:pt x="490" y="1226"/>
                  </a:lnTo>
                  <a:lnTo>
                    <a:pt x="613" y="1515"/>
                  </a:lnTo>
                  <a:lnTo>
                    <a:pt x="713" y="1816"/>
                  </a:lnTo>
                  <a:lnTo>
                    <a:pt x="802" y="2127"/>
                  </a:lnTo>
                  <a:lnTo>
                    <a:pt x="880" y="2439"/>
                  </a:lnTo>
                  <a:lnTo>
                    <a:pt x="936" y="2751"/>
                  </a:lnTo>
                  <a:lnTo>
                    <a:pt x="980" y="3074"/>
                  </a:lnTo>
                  <a:lnTo>
                    <a:pt x="1014" y="3397"/>
                  </a:lnTo>
                  <a:lnTo>
                    <a:pt x="1025" y="3708"/>
                  </a:lnTo>
                  <a:lnTo>
                    <a:pt x="1025" y="4031"/>
                  </a:lnTo>
                  <a:lnTo>
                    <a:pt x="1002" y="4354"/>
                  </a:lnTo>
                  <a:lnTo>
                    <a:pt x="969" y="4666"/>
                  </a:lnTo>
                  <a:lnTo>
                    <a:pt x="925" y="4989"/>
                  </a:lnTo>
                  <a:lnTo>
                    <a:pt x="858" y="5300"/>
                  </a:lnTo>
                  <a:lnTo>
                    <a:pt x="769" y="5657"/>
                  </a:lnTo>
                  <a:lnTo>
                    <a:pt x="657" y="6013"/>
                  </a:lnTo>
                  <a:lnTo>
                    <a:pt x="524" y="6358"/>
                  </a:lnTo>
                  <a:lnTo>
                    <a:pt x="368" y="6692"/>
                  </a:lnTo>
                  <a:lnTo>
                    <a:pt x="346" y="6770"/>
                  </a:lnTo>
                  <a:lnTo>
                    <a:pt x="346" y="6859"/>
                  </a:lnTo>
                  <a:lnTo>
                    <a:pt x="357" y="6937"/>
                  </a:lnTo>
                  <a:lnTo>
                    <a:pt x="390" y="7015"/>
                  </a:lnTo>
                  <a:lnTo>
                    <a:pt x="435" y="7059"/>
                  </a:lnTo>
                  <a:lnTo>
                    <a:pt x="490" y="7104"/>
                  </a:lnTo>
                  <a:lnTo>
                    <a:pt x="546" y="7104"/>
                  </a:lnTo>
                  <a:lnTo>
                    <a:pt x="579" y="7093"/>
                  </a:lnTo>
                  <a:lnTo>
                    <a:pt x="602" y="7059"/>
                  </a:lnTo>
                  <a:lnTo>
                    <a:pt x="746" y="6737"/>
                  </a:lnTo>
                  <a:lnTo>
                    <a:pt x="880" y="6403"/>
                  </a:lnTo>
                  <a:lnTo>
                    <a:pt x="991" y="6069"/>
                  </a:lnTo>
                  <a:lnTo>
                    <a:pt x="1080" y="5723"/>
                  </a:lnTo>
                  <a:lnTo>
                    <a:pt x="1158" y="5378"/>
                  </a:lnTo>
                  <a:lnTo>
                    <a:pt x="1225" y="5033"/>
                  </a:lnTo>
                  <a:lnTo>
                    <a:pt x="1270" y="4677"/>
                  </a:lnTo>
                  <a:lnTo>
                    <a:pt x="1303" y="4321"/>
                  </a:lnTo>
                  <a:lnTo>
                    <a:pt x="1303" y="3975"/>
                  </a:lnTo>
                  <a:lnTo>
                    <a:pt x="1303" y="3619"/>
                  </a:lnTo>
                  <a:lnTo>
                    <a:pt x="1281" y="3263"/>
                  </a:lnTo>
                  <a:lnTo>
                    <a:pt x="1236" y="2907"/>
                  </a:lnTo>
                  <a:lnTo>
                    <a:pt x="1181" y="2562"/>
                  </a:lnTo>
                  <a:lnTo>
                    <a:pt x="1114" y="2205"/>
                  </a:lnTo>
                  <a:lnTo>
                    <a:pt x="1025" y="1860"/>
                  </a:lnTo>
                  <a:lnTo>
                    <a:pt x="913" y="1526"/>
                  </a:lnTo>
                  <a:lnTo>
                    <a:pt x="780" y="1148"/>
                  </a:lnTo>
                  <a:lnTo>
                    <a:pt x="613" y="780"/>
                  </a:lnTo>
                  <a:lnTo>
                    <a:pt x="435" y="424"/>
                  </a:lnTo>
                  <a:lnTo>
                    <a:pt x="234" y="79"/>
                  </a:lnTo>
                  <a:lnTo>
                    <a:pt x="190" y="34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7866114" y="1559073"/>
              <a:ext cx="11264" cy="97742"/>
            </a:xfrm>
            <a:custGeom>
              <a:rect b="b" l="l" r="r" t="t"/>
              <a:pathLst>
                <a:path extrusionOk="0" h="4165" w="480">
                  <a:moveTo>
                    <a:pt x="90" y="0"/>
                  </a:moveTo>
                  <a:lnTo>
                    <a:pt x="57" y="12"/>
                  </a:lnTo>
                  <a:lnTo>
                    <a:pt x="34" y="34"/>
                  </a:lnTo>
                  <a:lnTo>
                    <a:pt x="12" y="67"/>
                  </a:lnTo>
                  <a:lnTo>
                    <a:pt x="1" y="112"/>
                  </a:lnTo>
                  <a:lnTo>
                    <a:pt x="1" y="190"/>
                  </a:lnTo>
                  <a:lnTo>
                    <a:pt x="1" y="256"/>
                  </a:lnTo>
                  <a:lnTo>
                    <a:pt x="79" y="702"/>
                  </a:lnTo>
                  <a:lnTo>
                    <a:pt x="135" y="1147"/>
                  </a:lnTo>
                  <a:lnTo>
                    <a:pt x="168" y="1604"/>
                  </a:lnTo>
                  <a:lnTo>
                    <a:pt x="190" y="2049"/>
                  </a:lnTo>
                  <a:lnTo>
                    <a:pt x="179" y="2494"/>
                  </a:lnTo>
                  <a:lnTo>
                    <a:pt x="157" y="2951"/>
                  </a:lnTo>
                  <a:lnTo>
                    <a:pt x="112" y="3396"/>
                  </a:lnTo>
                  <a:lnTo>
                    <a:pt x="46" y="3841"/>
                  </a:lnTo>
                  <a:lnTo>
                    <a:pt x="46" y="3930"/>
                  </a:lnTo>
                  <a:lnTo>
                    <a:pt x="68" y="4008"/>
                  </a:lnTo>
                  <a:lnTo>
                    <a:pt x="112" y="4097"/>
                  </a:lnTo>
                  <a:lnTo>
                    <a:pt x="135" y="4120"/>
                  </a:lnTo>
                  <a:lnTo>
                    <a:pt x="168" y="4153"/>
                  </a:lnTo>
                  <a:lnTo>
                    <a:pt x="201" y="4164"/>
                  </a:lnTo>
                  <a:lnTo>
                    <a:pt x="235" y="4164"/>
                  </a:lnTo>
                  <a:lnTo>
                    <a:pt x="257" y="4153"/>
                  </a:lnTo>
                  <a:lnTo>
                    <a:pt x="279" y="4142"/>
                  </a:lnTo>
                  <a:lnTo>
                    <a:pt x="324" y="4086"/>
                  </a:lnTo>
                  <a:lnTo>
                    <a:pt x="335" y="4031"/>
                  </a:lnTo>
                  <a:lnTo>
                    <a:pt x="402" y="3552"/>
                  </a:lnTo>
                  <a:lnTo>
                    <a:pt x="446" y="3073"/>
                  </a:lnTo>
                  <a:lnTo>
                    <a:pt x="469" y="2594"/>
                  </a:lnTo>
                  <a:lnTo>
                    <a:pt x="480" y="2105"/>
                  </a:lnTo>
                  <a:lnTo>
                    <a:pt x="457" y="1626"/>
                  </a:lnTo>
                  <a:lnTo>
                    <a:pt x="413" y="1147"/>
                  </a:lnTo>
                  <a:lnTo>
                    <a:pt x="357" y="668"/>
                  </a:lnTo>
                  <a:lnTo>
                    <a:pt x="279" y="201"/>
                  </a:lnTo>
                  <a:lnTo>
                    <a:pt x="257" y="134"/>
                  </a:lnTo>
                  <a:lnTo>
                    <a:pt x="213" y="56"/>
                  </a:lnTo>
                  <a:lnTo>
                    <a:pt x="190" y="34"/>
                  </a:lnTo>
                  <a:lnTo>
                    <a:pt x="157" y="1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7629679" y="1525374"/>
              <a:ext cx="45480" cy="35295"/>
            </a:xfrm>
            <a:custGeom>
              <a:rect b="b" l="l" r="r" t="t"/>
              <a:pathLst>
                <a:path extrusionOk="0" h="1504" w="1938">
                  <a:moveTo>
                    <a:pt x="1770" y="0"/>
                  </a:moveTo>
                  <a:lnTo>
                    <a:pt x="1748" y="11"/>
                  </a:lnTo>
                  <a:lnTo>
                    <a:pt x="1715" y="22"/>
                  </a:lnTo>
                  <a:lnTo>
                    <a:pt x="1514" y="178"/>
                  </a:lnTo>
                  <a:lnTo>
                    <a:pt x="1325" y="323"/>
                  </a:lnTo>
                  <a:lnTo>
                    <a:pt x="1125" y="457"/>
                  </a:lnTo>
                  <a:lnTo>
                    <a:pt x="913" y="590"/>
                  </a:lnTo>
                  <a:lnTo>
                    <a:pt x="713" y="713"/>
                  </a:lnTo>
                  <a:lnTo>
                    <a:pt x="501" y="835"/>
                  </a:lnTo>
                  <a:lnTo>
                    <a:pt x="279" y="947"/>
                  </a:lnTo>
                  <a:lnTo>
                    <a:pt x="67" y="1058"/>
                  </a:lnTo>
                  <a:lnTo>
                    <a:pt x="34" y="1080"/>
                  </a:lnTo>
                  <a:lnTo>
                    <a:pt x="11" y="1114"/>
                  </a:lnTo>
                  <a:lnTo>
                    <a:pt x="0" y="1158"/>
                  </a:lnTo>
                  <a:lnTo>
                    <a:pt x="0" y="1203"/>
                  </a:lnTo>
                  <a:lnTo>
                    <a:pt x="11" y="1292"/>
                  </a:lnTo>
                  <a:lnTo>
                    <a:pt x="34" y="1358"/>
                  </a:lnTo>
                  <a:lnTo>
                    <a:pt x="67" y="1425"/>
                  </a:lnTo>
                  <a:lnTo>
                    <a:pt x="112" y="1470"/>
                  </a:lnTo>
                  <a:lnTo>
                    <a:pt x="134" y="1492"/>
                  </a:lnTo>
                  <a:lnTo>
                    <a:pt x="167" y="1503"/>
                  </a:lnTo>
                  <a:lnTo>
                    <a:pt x="201" y="1503"/>
                  </a:lnTo>
                  <a:lnTo>
                    <a:pt x="234" y="1492"/>
                  </a:lnTo>
                  <a:lnTo>
                    <a:pt x="446" y="1381"/>
                  </a:lnTo>
                  <a:lnTo>
                    <a:pt x="668" y="1269"/>
                  </a:lnTo>
                  <a:lnTo>
                    <a:pt x="880" y="1147"/>
                  </a:lnTo>
                  <a:lnTo>
                    <a:pt x="1091" y="1013"/>
                  </a:lnTo>
                  <a:lnTo>
                    <a:pt x="1292" y="891"/>
                  </a:lnTo>
                  <a:lnTo>
                    <a:pt x="1492" y="746"/>
                  </a:lnTo>
                  <a:lnTo>
                    <a:pt x="1693" y="601"/>
                  </a:lnTo>
                  <a:lnTo>
                    <a:pt x="1882" y="457"/>
                  </a:lnTo>
                  <a:lnTo>
                    <a:pt x="1904" y="434"/>
                  </a:lnTo>
                  <a:lnTo>
                    <a:pt x="1926" y="401"/>
                  </a:lnTo>
                  <a:lnTo>
                    <a:pt x="1937" y="323"/>
                  </a:lnTo>
                  <a:lnTo>
                    <a:pt x="1937" y="234"/>
                  </a:lnTo>
                  <a:lnTo>
                    <a:pt x="1915" y="156"/>
                  </a:lnTo>
                  <a:lnTo>
                    <a:pt x="1871" y="78"/>
                  </a:lnTo>
                  <a:lnTo>
                    <a:pt x="1826" y="22"/>
                  </a:lnTo>
                  <a:lnTo>
                    <a:pt x="1804" y="11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7632800" y="1950980"/>
              <a:ext cx="251384" cy="113160"/>
            </a:xfrm>
            <a:custGeom>
              <a:rect b="b" l="l" r="r" t="t"/>
              <a:pathLst>
                <a:path extrusionOk="0" h="4822" w="10712">
                  <a:moveTo>
                    <a:pt x="9197" y="0"/>
                  </a:moveTo>
                  <a:lnTo>
                    <a:pt x="8874" y="201"/>
                  </a:lnTo>
                  <a:lnTo>
                    <a:pt x="8551" y="390"/>
                  </a:lnTo>
                  <a:lnTo>
                    <a:pt x="8217" y="557"/>
                  </a:lnTo>
                  <a:lnTo>
                    <a:pt x="7883" y="713"/>
                  </a:lnTo>
                  <a:lnTo>
                    <a:pt x="7549" y="858"/>
                  </a:lnTo>
                  <a:lnTo>
                    <a:pt x="7226" y="991"/>
                  </a:lnTo>
                  <a:lnTo>
                    <a:pt x="6915" y="1103"/>
                  </a:lnTo>
                  <a:lnTo>
                    <a:pt x="6614" y="1214"/>
                  </a:lnTo>
                  <a:lnTo>
                    <a:pt x="6458" y="1270"/>
                  </a:lnTo>
                  <a:lnTo>
                    <a:pt x="6302" y="1348"/>
                  </a:lnTo>
                  <a:lnTo>
                    <a:pt x="6158" y="1426"/>
                  </a:lnTo>
                  <a:lnTo>
                    <a:pt x="6024" y="1515"/>
                  </a:lnTo>
                  <a:lnTo>
                    <a:pt x="5890" y="1615"/>
                  </a:lnTo>
                  <a:lnTo>
                    <a:pt x="5768" y="1726"/>
                  </a:lnTo>
                  <a:lnTo>
                    <a:pt x="5657" y="1849"/>
                  </a:lnTo>
                  <a:lnTo>
                    <a:pt x="5556" y="1971"/>
                  </a:lnTo>
                  <a:lnTo>
                    <a:pt x="5456" y="2105"/>
                  </a:lnTo>
                  <a:lnTo>
                    <a:pt x="5367" y="2249"/>
                  </a:lnTo>
                  <a:lnTo>
                    <a:pt x="5300" y="2394"/>
                  </a:lnTo>
                  <a:lnTo>
                    <a:pt x="5234" y="2539"/>
                  </a:lnTo>
                  <a:lnTo>
                    <a:pt x="5178" y="2695"/>
                  </a:lnTo>
                  <a:lnTo>
                    <a:pt x="5133" y="2862"/>
                  </a:lnTo>
                  <a:lnTo>
                    <a:pt x="5100" y="3018"/>
                  </a:lnTo>
                  <a:lnTo>
                    <a:pt x="5078" y="3185"/>
                  </a:lnTo>
                  <a:lnTo>
                    <a:pt x="4989" y="4120"/>
                  </a:lnTo>
                  <a:lnTo>
                    <a:pt x="4688" y="2962"/>
                  </a:lnTo>
                  <a:lnTo>
                    <a:pt x="4643" y="2806"/>
                  </a:lnTo>
                  <a:lnTo>
                    <a:pt x="4588" y="2650"/>
                  </a:lnTo>
                  <a:lnTo>
                    <a:pt x="4521" y="2517"/>
                  </a:lnTo>
                  <a:lnTo>
                    <a:pt x="4443" y="2372"/>
                  </a:lnTo>
                  <a:lnTo>
                    <a:pt x="4354" y="2249"/>
                  </a:lnTo>
                  <a:lnTo>
                    <a:pt x="4254" y="2116"/>
                  </a:lnTo>
                  <a:lnTo>
                    <a:pt x="4154" y="2004"/>
                  </a:lnTo>
                  <a:lnTo>
                    <a:pt x="4042" y="1893"/>
                  </a:lnTo>
                  <a:lnTo>
                    <a:pt x="3931" y="1782"/>
                  </a:lnTo>
                  <a:lnTo>
                    <a:pt x="3797" y="1682"/>
                  </a:lnTo>
                  <a:lnTo>
                    <a:pt x="3675" y="1581"/>
                  </a:lnTo>
                  <a:lnTo>
                    <a:pt x="3541" y="1492"/>
                  </a:lnTo>
                  <a:lnTo>
                    <a:pt x="3252" y="1325"/>
                  </a:lnTo>
                  <a:lnTo>
                    <a:pt x="2962" y="1192"/>
                  </a:lnTo>
                  <a:lnTo>
                    <a:pt x="1448" y="334"/>
                  </a:lnTo>
                  <a:lnTo>
                    <a:pt x="1448" y="424"/>
                  </a:lnTo>
                  <a:lnTo>
                    <a:pt x="1426" y="680"/>
                  </a:lnTo>
                  <a:lnTo>
                    <a:pt x="1415" y="847"/>
                  </a:lnTo>
                  <a:lnTo>
                    <a:pt x="1381" y="1014"/>
                  </a:lnTo>
                  <a:lnTo>
                    <a:pt x="1348" y="1192"/>
                  </a:lnTo>
                  <a:lnTo>
                    <a:pt x="1292" y="1370"/>
                  </a:lnTo>
                  <a:lnTo>
                    <a:pt x="1248" y="1459"/>
                  </a:lnTo>
                  <a:lnTo>
                    <a:pt x="1192" y="1537"/>
                  </a:lnTo>
                  <a:lnTo>
                    <a:pt x="1114" y="1626"/>
                  </a:lnTo>
                  <a:lnTo>
                    <a:pt x="1014" y="1704"/>
                  </a:lnTo>
                  <a:lnTo>
                    <a:pt x="914" y="1782"/>
                  </a:lnTo>
                  <a:lnTo>
                    <a:pt x="814" y="1849"/>
                  </a:lnTo>
                  <a:lnTo>
                    <a:pt x="580" y="1982"/>
                  </a:lnTo>
                  <a:lnTo>
                    <a:pt x="368" y="2105"/>
                  </a:lnTo>
                  <a:lnTo>
                    <a:pt x="179" y="2183"/>
                  </a:lnTo>
                  <a:lnTo>
                    <a:pt x="1" y="2261"/>
                  </a:lnTo>
                  <a:lnTo>
                    <a:pt x="23" y="2350"/>
                  </a:lnTo>
                  <a:lnTo>
                    <a:pt x="90" y="2572"/>
                  </a:lnTo>
                  <a:lnTo>
                    <a:pt x="146" y="2728"/>
                  </a:lnTo>
                  <a:lnTo>
                    <a:pt x="224" y="2895"/>
                  </a:lnTo>
                  <a:lnTo>
                    <a:pt x="313" y="3084"/>
                  </a:lnTo>
                  <a:lnTo>
                    <a:pt x="413" y="3285"/>
                  </a:lnTo>
                  <a:lnTo>
                    <a:pt x="535" y="3485"/>
                  </a:lnTo>
                  <a:lnTo>
                    <a:pt x="680" y="3686"/>
                  </a:lnTo>
                  <a:lnTo>
                    <a:pt x="847" y="3886"/>
                  </a:lnTo>
                  <a:lnTo>
                    <a:pt x="1025" y="4075"/>
                  </a:lnTo>
                  <a:lnTo>
                    <a:pt x="1125" y="4164"/>
                  </a:lnTo>
                  <a:lnTo>
                    <a:pt x="1226" y="4242"/>
                  </a:lnTo>
                  <a:lnTo>
                    <a:pt x="1337" y="4320"/>
                  </a:lnTo>
                  <a:lnTo>
                    <a:pt x="1448" y="4398"/>
                  </a:lnTo>
                  <a:lnTo>
                    <a:pt x="1571" y="4465"/>
                  </a:lnTo>
                  <a:lnTo>
                    <a:pt x="1693" y="4521"/>
                  </a:lnTo>
                  <a:lnTo>
                    <a:pt x="1827" y="4565"/>
                  </a:lnTo>
                  <a:lnTo>
                    <a:pt x="1971" y="4610"/>
                  </a:lnTo>
                  <a:lnTo>
                    <a:pt x="2272" y="4676"/>
                  </a:lnTo>
                  <a:lnTo>
                    <a:pt x="2606" y="4732"/>
                  </a:lnTo>
                  <a:lnTo>
                    <a:pt x="2962" y="4777"/>
                  </a:lnTo>
                  <a:lnTo>
                    <a:pt x="3341" y="4799"/>
                  </a:lnTo>
                  <a:lnTo>
                    <a:pt x="3742" y="4821"/>
                  </a:lnTo>
                  <a:lnTo>
                    <a:pt x="4154" y="4821"/>
                  </a:lnTo>
                  <a:lnTo>
                    <a:pt x="4577" y="4799"/>
                  </a:lnTo>
                  <a:lnTo>
                    <a:pt x="5000" y="4777"/>
                  </a:lnTo>
                  <a:lnTo>
                    <a:pt x="5423" y="4732"/>
                  </a:lnTo>
                  <a:lnTo>
                    <a:pt x="5846" y="4676"/>
                  </a:lnTo>
                  <a:lnTo>
                    <a:pt x="6258" y="4610"/>
                  </a:lnTo>
                  <a:lnTo>
                    <a:pt x="6659" y="4521"/>
                  </a:lnTo>
                  <a:lnTo>
                    <a:pt x="7037" y="4432"/>
                  </a:lnTo>
                  <a:lnTo>
                    <a:pt x="7405" y="4320"/>
                  </a:lnTo>
                  <a:lnTo>
                    <a:pt x="7739" y="4198"/>
                  </a:lnTo>
                  <a:lnTo>
                    <a:pt x="8039" y="4053"/>
                  </a:lnTo>
                  <a:lnTo>
                    <a:pt x="8318" y="3897"/>
                  </a:lnTo>
                  <a:lnTo>
                    <a:pt x="8596" y="3730"/>
                  </a:lnTo>
                  <a:lnTo>
                    <a:pt x="8852" y="3541"/>
                  </a:lnTo>
                  <a:lnTo>
                    <a:pt x="9097" y="3340"/>
                  </a:lnTo>
                  <a:lnTo>
                    <a:pt x="9331" y="3129"/>
                  </a:lnTo>
                  <a:lnTo>
                    <a:pt x="9553" y="2917"/>
                  </a:lnTo>
                  <a:lnTo>
                    <a:pt x="9754" y="2717"/>
                  </a:lnTo>
                  <a:lnTo>
                    <a:pt x="9943" y="2505"/>
                  </a:lnTo>
                  <a:lnTo>
                    <a:pt x="10266" y="2138"/>
                  </a:lnTo>
                  <a:lnTo>
                    <a:pt x="10500" y="1826"/>
                  </a:lnTo>
                  <a:lnTo>
                    <a:pt x="10656" y="1615"/>
                  </a:lnTo>
                  <a:lnTo>
                    <a:pt x="10711" y="1537"/>
                  </a:lnTo>
                  <a:lnTo>
                    <a:pt x="10522" y="1459"/>
                  </a:lnTo>
                  <a:lnTo>
                    <a:pt x="10344" y="1370"/>
                  </a:lnTo>
                  <a:lnTo>
                    <a:pt x="10188" y="1259"/>
                  </a:lnTo>
                  <a:lnTo>
                    <a:pt x="10043" y="1147"/>
                  </a:lnTo>
                  <a:lnTo>
                    <a:pt x="9910" y="1025"/>
                  </a:lnTo>
                  <a:lnTo>
                    <a:pt x="9776" y="891"/>
                  </a:lnTo>
                  <a:lnTo>
                    <a:pt x="9665" y="769"/>
                  </a:lnTo>
                  <a:lnTo>
                    <a:pt x="9564" y="635"/>
                  </a:lnTo>
                  <a:lnTo>
                    <a:pt x="9409" y="390"/>
                  </a:lnTo>
                  <a:lnTo>
                    <a:pt x="9286" y="190"/>
                  </a:lnTo>
                  <a:lnTo>
                    <a:pt x="9219" y="56"/>
                  </a:lnTo>
                  <a:lnTo>
                    <a:pt x="9197" y="0"/>
                  </a:lnTo>
                  <a:close/>
                </a:path>
              </a:pathLst>
            </a:custGeom>
            <a:solidFill>
              <a:srgbClr val="D6EC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7946068" y="2333219"/>
              <a:ext cx="25885" cy="227846"/>
            </a:xfrm>
            <a:custGeom>
              <a:rect b="b" l="l" r="r" t="t"/>
              <a:pathLst>
                <a:path extrusionOk="0" h="9709" w="1103">
                  <a:moveTo>
                    <a:pt x="235" y="1"/>
                  </a:moveTo>
                  <a:lnTo>
                    <a:pt x="168" y="12"/>
                  </a:lnTo>
                  <a:lnTo>
                    <a:pt x="112" y="34"/>
                  </a:lnTo>
                  <a:lnTo>
                    <a:pt x="68" y="56"/>
                  </a:lnTo>
                  <a:lnTo>
                    <a:pt x="56" y="67"/>
                  </a:lnTo>
                  <a:lnTo>
                    <a:pt x="45" y="79"/>
                  </a:lnTo>
                  <a:lnTo>
                    <a:pt x="23" y="379"/>
                  </a:lnTo>
                  <a:lnTo>
                    <a:pt x="1" y="680"/>
                  </a:lnTo>
                  <a:lnTo>
                    <a:pt x="1" y="980"/>
                  </a:lnTo>
                  <a:lnTo>
                    <a:pt x="1" y="1281"/>
                  </a:lnTo>
                  <a:lnTo>
                    <a:pt x="12" y="1882"/>
                  </a:lnTo>
                  <a:lnTo>
                    <a:pt x="23" y="2472"/>
                  </a:lnTo>
                  <a:lnTo>
                    <a:pt x="45" y="3073"/>
                  </a:lnTo>
                  <a:lnTo>
                    <a:pt x="79" y="3675"/>
                  </a:lnTo>
                  <a:lnTo>
                    <a:pt x="112" y="4276"/>
                  </a:lnTo>
                  <a:lnTo>
                    <a:pt x="157" y="4877"/>
                  </a:lnTo>
                  <a:lnTo>
                    <a:pt x="212" y="5478"/>
                  </a:lnTo>
                  <a:lnTo>
                    <a:pt x="268" y="6079"/>
                  </a:lnTo>
                  <a:lnTo>
                    <a:pt x="335" y="6681"/>
                  </a:lnTo>
                  <a:lnTo>
                    <a:pt x="413" y="7282"/>
                  </a:lnTo>
                  <a:lnTo>
                    <a:pt x="491" y="7883"/>
                  </a:lnTo>
                  <a:lnTo>
                    <a:pt x="580" y="8473"/>
                  </a:lnTo>
                  <a:lnTo>
                    <a:pt x="780" y="9675"/>
                  </a:lnTo>
                  <a:lnTo>
                    <a:pt x="780" y="9687"/>
                  </a:lnTo>
                  <a:lnTo>
                    <a:pt x="802" y="9698"/>
                  </a:lnTo>
                  <a:lnTo>
                    <a:pt x="858" y="9709"/>
                  </a:lnTo>
                  <a:lnTo>
                    <a:pt x="936" y="9698"/>
                  </a:lnTo>
                  <a:lnTo>
                    <a:pt x="1025" y="9675"/>
                  </a:lnTo>
                  <a:lnTo>
                    <a:pt x="1058" y="9653"/>
                  </a:lnTo>
                  <a:lnTo>
                    <a:pt x="1081" y="9631"/>
                  </a:lnTo>
                  <a:lnTo>
                    <a:pt x="1103" y="9609"/>
                  </a:lnTo>
                  <a:lnTo>
                    <a:pt x="1103" y="9586"/>
                  </a:lnTo>
                  <a:lnTo>
                    <a:pt x="936" y="8395"/>
                  </a:lnTo>
                  <a:lnTo>
                    <a:pt x="791" y="7204"/>
                  </a:lnTo>
                  <a:lnTo>
                    <a:pt x="669" y="6001"/>
                  </a:lnTo>
                  <a:lnTo>
                    <a:pt x="569" y="4810"/>
                  </a:lnTo>
                  <a:lnTo>
                    <a:pt x="524" y="4220"/>
                  </a:lnTo>
                  <a:lnTo>
                    <a:pt x="480" y="3630"/>
                  </a:lnTo>
                  <a:lnTo>
                    <a:pt x="413" y="2461"/>
                  </a:lnTo>
                  <a:lnTo>
                    <a:pt x="390" y="1849"/>
                  </a:lnTo>
                  <a:lnTo>
                    <a:pt x="368" y="1248"/>
                  </a:lnTo>
                  <a:lnTo>
                    <a:pt x="335" y="635"/>
                  </a:lnTo>
                  <a:lnTo>
                    <a:pt x="313" y="335"/>
                  </a:lnTo>
                  <a:lnTo>
                    <a:pt x="290" y="34"/>
                  </a:lnTo>
                  <a:lnTo>
                    <a:pt x="279" y="23"/>
                  </a:lnTo>
                  <a:lnTo>
                    <a:pt x="268" y="12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D6EC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7463764" y="2263732"/>
              <a:ext cx="41819" cy="166173"/>
            </a:xfrm>
            <a:custGeom>
              <a:rect b="b" l="l" r="r" t="t"/>
              <a:pathLst>
                <a:path extrusionOk="0" h="7081" w="1782">
                  <a:moveTo>
                    <a:pt x="1737" y="0"/>
                  </a:moveTo>
                  <a:lnTo>
                    <a:pt x="1682" y="11"/>
                  </a:lnTo>
                  <a:lnTo>
                    <a:pt x="1615" y="33"/>
                  </a:lnTo>
                  <a:lnTo>
                    <a:pt x="1570" y="56"/>
                  </a:lnTo>
                  <a:lnTo>
                    <a:pt x="1537" y="78"/>
                  </a:lnTo>
                  <a:lnTo>
                    <a:pt x="1337" y="490"/>
                  </a:lnTo>
                  <a:lnTo>
                    <a:pt x="1170" y="902"/>
                  </a:lnTo>
                  <a:lnTo>
                    <a:pt x="1014" y="1336"/>
                  </a:lnTo>
                  <a:lnTo>
                    <a:pt x="869" y="1770"/>
                  </a:lnTo>
                  <a:lnTo>
                    <a:pt x="746" y="2216"/>
                  </a:lnTo>
                  <a:lnTo>
                    <a:pt x="624" y="2661"/>
                  </a:lnTo>
                  <a:lnTo>
                    <a:pt x="524" y="3106"/>
                  </a:lnTo>
                  <a:lnTo>
                    <a:pt x="424" y="3541"/>
                  </a:lnTo>
                  <a:lnTo>
                    <a:pt x="335" y="3975"/>
                  </a:lnTo>
                  <a:lnTo>
                    <a:pt x="257" y="4409"/>
                  </a:lnTo>
                  <a:lnTo>
                    <a:pt x="190" y="4854"/>
                  </a:lnTo>
                  <a:lnTo>
                    <a:pt x="134" y="5288"/>
                  </a:lnTo>
                  <a:lnTo>
                    <a:pt x="90" y="5734"/>
                  </a:lnTo>
                  <a:lnTo>
                    <a:pt x="56" y="6168"/>
                  </a:lnTo>
                  <a:lnTo>
                    <a:pt x="23" y="6613"/>
                  </a:lnTo>
                  <a:lnTo>
                    <a:pt x="1" y="7059"/>
                  </a:lnTo>
                  <a:lnTo>
                    <a:pt x="12" y="7070"/>
                  </a:lnTo>
                  <a:lnTo>
                    <a:pt x="23" y="7081"/>
                  </a:lnTo>
                  <a:lnTo>
                    <a:pt x="134" y="7081"/>
                  </a:lnTo>
                  <a:lnTo>
                    <a:pt x="201" y="7059"/>
                  </a:lnTo>
                  <a:lnTo>
                    <a:pt x="257" y="7025"/>
                  </a:lnTo>
                  <a:lnTo>
                    <a:pt x="268" y="7003"/>
                  </a:lnTo>
                  <a:lnTo>
                    <a:pt x="279" y="6981"/>
                  </a:lnTo>
                  <a:lnTo>
                    <a:pt x="312" y="6535"/>
                  </a:lnTo>
                  <a:lnTo>
                    <a:pt x="346" y="6090"/>
                  </a:lnTo>
                  <a:lnTo>
                    <a:pt x="390" y="5634"/>
                  </a:lnTo>
                  <a:lnTo>
                    <a:pt x="457" y="5188"/>
                  </a:lnTo>
                  <a:lnTo>
                    <a:pt x="524" y="4743"/>
                  </a:lnTo>
                  <a:lnTo>
                    <a:pt x="602" y="4298"/>
                  </a:lnTo>
                  <a:lnTo>
                    <a:pt x="680" y="3852"/>
                  </a:lnTo>
                  <a:lnTo>
                    <a:pt x="780" y="3407"/>
                  </a:lnTo>
                  <a:lnTo>
                    <a:pt x="869" y="2984"/>
                  </a:lnTo>
                  <a:lnTo>
                    <a:pt x="980" y="2561"/>
                  </a:lnTo>
                  <a:lnTo>
                    <a:pt x="1103" y="2138"/>
                  </a:lnTo>
                  <a:lnTo>
                    <a:pt x="1225" y="1715"/>
                  </a:lnTo>
                  <a:lnTo>
                    <a:pt x="1359" y="1303"/>
                  </a:lnTo>
                  <a:lnTo>
                    <a:pt x="1515" y="880"/>
                  </a:lnTo>
                  <a:lnTo>
                    <a:pt x="1648" y="468"/>
                  </a:lnTo>
                  <a:lnTo>
                    <a:pt x="1782" y="45"/>
                  </a:lnTo>
                  <a:lnTo>
                    <a:pt x="1782" y="22"/>
                  </a:lnTo>
                  <a:lnTo>
                    <a:pt x="1771" y="11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D6EC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7147352" y="2689855"/>
              <a:ext cx="362948" cy="129095"/>
            </a:xfrm>
            <a:custGeom>
              <a:rect b="b" l="l" r="r" t="t"/>
              <a:pathLst>
                <a:path extrusionOk="0" h="5501" w="15466">
                  <a:moveTo>
                    <a:pt x="9398" y="1"/>
                  </a:moveTo>
                  <a:lnTo>
                    <a:pt x="9086" y="12"/>
                  </a:lnTo>
                  <a:lnTo>
                    <a:pt x="8774" y="45"/>
                  </a:lnTo>
                  <a:lnTo>
                    <a:pt x="8474" y="112"/>
                  </a:lnTo>
                  <a:lnTo>
                    <a:pt x="8173" y="190"/>
                  </a:lnTo>
                  <a:lnTo>
                    <a:pt x="7883" y="301"/>
                  </a:lnTo>
                  <a:lnTo>
                    <a:pt x="7605" y="435"/>
                  </a:lnTo>
                  <a:lnTo>
                    <a:pt x="7327" y="580"/>
                  </a:lnTo>
                  <a:lnTo>
                    <a:pt x="7193" y="669"/>
                  </a:lnTo>
                  <a:lnTo>
                    <a:pt x="7071" y="758"/>
                  </a:lnTo>
                  <a:lnTo>
                    <a:pt x="6937" y="847"/>
                  </a:lnTo>
                  <a:lnTo>
                    <a:pt x="6870" y="880"/>
                  </a:lnTo>
                  <a:lnTo>
                    <a:pt x="6792" y="902"/>
                  </a:lnTo>
                  <a:lnTo>
                    <a:pt x="6692" y="902"/>
                  </a:lnTo>
                  <a:lnTo>
                    <a:pt x="6581" y="869"/>
                  </a:lnTo>
                  <a:lnTo>
                    <a:pt x="6302" y="780"/>
                  </a:lnTo>
                  <a:lnTo>
                    <a:pt x="6024" y="680"/>
                  </a:lnTo>
                  <a:lnTo>
                    <a:pt x="5746" y="591"/>
                  </a:lnTo>
                  <a:lnTo>
                    <a:pt x="5456" y="513"/>
                  </a:lnTo>
                  <a:lnTo>
                    <a:pt x="5289" y="479"/>
                  </a:lnTo>
                  <a:lnTo>
                    <a:pt x="5122" y="457"/>
                  </a:lnTo>
                  <a:lnTo>
                    <a:pt x="4955" y="446"/>
                  </a:lnTo>
                  <a:lnTo>
                    <a:pt x="4777" y="446"/>
                  </a:lnTo>
                  <a:lnTo>
                    <a:pt x="4610" y="457"/>
                  </a:lnTo>
                  <a:lnTo>
                    <a:pt x="4443" y="479"/>
                  </a:lnTo>
                  <a:lnTo>
                    <a:pt x="4276" y="513"/>
                  </a:lnTo>
                  <a:lnTo>
                    <a:pt x="4109" y="546"/>
                  </a:lnTo>
                  <a:lnTo>
                    <a:pt x="3942" y="602"/>
                  </a:lnTo>
                  <a:lnTo>
                    <a:pt x="3786" y="657"/>
                  </a:lnTo>
                  <a:lnTo>
                    <a:pt x="3630" y="724"/>
                  </a:lnTo>
                  <a:lnTo>
                    <a:pt x="3475" y="802"/>
                  </a:lnTo>
                  <a:lnTo>
                    <a:pt x="3330" y="891"/>
                  </a:lnTo>
                  <a:lnTo>
                    <a:pt x="3185" y="991"/>
                  </a:lnTo>
                  <a:lnTo>
                    <a:pt x="3052" y="1092"/>
                  </a:lnTo>
                  <a:lnTo>
                    <a:pt x="2918" y="1203"/>
                  </a:lnTo>
                  <a:lnTo>
                    <a:pt x="2829" y="1270"/>
                  </a:lnTo>
                  <a:lnTo>
                    <a:pt x="2784" y="1303"/>
                  </a:lnTo>
                  <a:lnTo>
                    <a:pt x="2740" y="1325"/>
                  </a:lnTo>
                  <a:lnTo>
                    <a:pt x="2673" y="1325"/>
                  </a:lnTo>
                  <a:lnTo>
                    <a:pt x="2595" y="1314"/>
                  </a:lnTo>
                  <a:lnTo>
                    <a:pt x="2450" y="1259"/>
                  </a:lnTo>
                  <a:lnTo>
                    <a:pt x="2361" y="1236"/>
                  </a:lnTo>
                  <a:lnTo>
                    <a:pt x="2272" y="1214"/>
                  </a:lnTo>
                  <a:lnTo>
                    <a:pt x="2172" y="1203"/>
                  </a:lnTo>
                  <a:lnTo>
                    <a:pt x="2083" y="1203"/>
                  </a:lnTo>
                  <a:lnTo>
                    <a:pt x="1994" y="1214"/>
                  </a:lnTo>
                  <a:lnTo>
                    <a:pt x="1894" y="1236"/>
                  </a:lnTo>
                  <a:lnTo>
                    <a:pt x="1805" y="1259"/>
                  </a:lnTo>
                  <a:lnTo>
                    <a:pt x="1704" y="1281"/>
                  </a:lnTo>
                  <a:lnTo>
                    <a:pt x="1526" y="1370"/>
                  </a:lnTo>
                  <a:lnTo>
                    <a:pt x="1359" y="1470"/>
                  </a:lnTo>
                  <a:lnTo>
                    <a:pt x="1192" y="1582"/>
                  </a:lnTo>
                  <a:lnTo>
                    <a:pt x="1048" y="1715"/>
                  </a:lnTo>
                  <a:lnTo>
                    <a:pt x="914" y="1849"/>
                  </a:lnTo>
                  <a:lnTo>
                    <a:pt x="780" y="1993"/>
                  </a:lnTo>
                  <a:lnTo>
                    <a:pt x="658" y="2149"/>
                  </a:lnTo>
                  <a:lnTo>
                    <a:pt x="558" y="2305"/>
                  </a:lnTo>
                  <a:lnTo>
                    <a:pt x="457" y="2472"/>
                  </a:lnTo>
                  <a:lnTo>
                    <a:pt x="357" y="2650"/>
                  </a:lnTo>
                  <a:lnTo>
                    <a:pt x="279" y="2817"/>
                  </a:lnTo>
                  <a:lnTo>
                    <a:pt x="213" y="3007"/>
                  </a:lnTo>
                  <a:lnTo>
                    <a:pt x="146" y="3185"/>
                  </a:lnTo>
                  <a:lnTo>
                    <a:pt x="101" y="3374"/>
                  </a:lnTo>
                  <a:lnTo>
                    <a:pt x="57" y="3563"/>
                  </a:lnTo>
                  <a:lnTo>
                    <a:pt x="23" y="3753"/>
                  </a:lnTo>
                  <a:lnTo>
                    <a:pt x="12" y="3953"/>
                  </a:lnTo>
                  <a:lnTo>
                    <a:pt x="1" y="4142"/>
                  </a:lnTo>
                  <a:lnTo>
                    <a:pt x="1" y="4343"/>
                  </a:lnTo>
                  <a:lnTo>
                    <a:pt x="23" y="4532"/>
                  </a:lnTo>
                  <a:lnTo>
                    <a:pt x="4989" y="4988"/>
                  </a:lnTo>
                  <a:lnTo>
                    <a:pt x="5746" y="5122"/>
                  </a:lnTo>
                  <a:lnTo>
                    <a:pt x="6503" y="5244"/>
                  </a:lnTo>
                  <a:lnTo>
                    <a:pt x="7271" y="5333"/>
                  </a:lnTo>
                  <a:lnTo>
                    <a:pt x="8039" y="5411"/>
                  </a:lnTo>
                  <a:lnTo>
                    <a:pt x="8808" y="5456"/>
                  </a:lnTo>
                  <a:lnTo>
                    <a:pt x="9576" y="5489"/>
                  </a:lnTo>
                  <a:lnTo>
                    <a:pt x="10344" y="5500"/>
                  </a:lnTo>
                  <a:lnTo>
                    <a:pt x="11112" y="5478"/>
                  </a:lnTo>
                  <a:lnTo>
                    <a:pt x="11580" y="5467"/>
                  </a:lnTo>
                  <a:lnTo>
                    <a:pt x="12047" y="5434"/>
                  </a:lnTo>
                  <a:lnTo>
                    <a:pt x="12504" y="5389"/>
                  </a:lnTo>
                  <a:lnTo>
                    <a:pt x="12971" y="5333"/>
                  </a:lnTo>
                  <a:lnTo>
                    <a:pt x="13428" y="5267"/>
                  </a:lnTo>
                  <a:lnTo>
                    <a:pt x="13884" y="5178"/>
                  </a:lnTo>
                  <a:lnTo>
                    <a:pt x="14341" y="5077"/>
                  </a:lnTo>
                  <a:lnTo>
                    <a:pt x="14786" y="4944"/>
                  </a:lnTo>
                  <a:lnTo>
                    <a:pt x="14909" y="4910"/>
                  </a:lnTo>
                  <a:lnTo>
                    <a:pt x="15031" y="4855"/>
                  </a:lnTo>
                  <a:lnTo>
                    <a:pt x="15154" y="4799"/>
                  </a:lnTo>
                  <a:lnTo>
                    <a:pt x="15254" y="4710"/>
                  </a:lnTo>
                  <a:lnTo>
                    <a:pt x="15309" y="4643"/>
                  </a:lnTo>
                  <a:lnTo>
                    <a:pt x="15365" y="4565"/>
                  </a:lnTo>
                  <a:lnTo>
                    <a:pt x="15410" y="4476"/>
                  </a:lnTo>
                  <a:lnTo>
                    <a:pt x="15432" y="4387"/>
                  </a:lnTo>
                  <a:lnTo>
                    <a:pt x="15454" y="4298"/>
                  </a:lnTo>
                  <a:lnTo>
                    <a:pt x="15465" y="4198"/>
                  </a:lnTo>
                  <a:lnTo>
                    <a:pt x="15465" y="4098"/>
                  </a:lnTo>
                  <a:lnTo>
                    <a:pt x="15454" y="3997"/>
                  </a:lnTo>
                  <a:lnTo>
                    <a:pt x="15443" y="3908"/>
                  </a:lnTo>
                  <a:lnTo>
                    <a:pt x="15421" y="3808"/>
                  </a:lnTo>
                  <a:lnTo>
                    <a:pt x="15365" y="3630"/>
                  </a:lnTo>
                  <a:lnTo>
                    <a:pt x="15287" y="3452"/>
                  </a:lnTo>
                  <a:lnTo>
                    <a:pt x="15209" y="3274"/>
                  </a:lnTo>
                  <a:lnTo>
                    <a:pt x="14385" y="1459"/>
                  </a:lnTo>
                  <a:lnTo>
                    <a:pt x="14307" y="1303"/>
                  </a:lnTo>
                  <a:lnTo>
                    <a:pt x="14229" y="1147"/>
                  </a:lnTo>
                  <a:lnTo>
                    <a:pt x="14140" y="1003"/>
                  </a:lnTo>
                  <a:lnTo>
                    <a:pt x="14029" y="869"/>
                  </a:lnTo>
                  <a:lnTo>
                    <a:pt x="13940" y="791"/>
                  </a:lnTo>
                  <a:lnTo>
                    <a:pt x="13851" y="713"/>
                  </a:lnTo>
                  <a:lnTo>
                    <a:pt x="13762" y="657"/>
                  </a:lnTo>
                  <a:lnTo>
                    <a:pt x="13662" y="602"/>
                  </a:lnTo>
                  <a:lnTo>
                    <a:pt x="13484" y="535"/>
                  </a:lnTo>
                  <a:lnTo>
                    <a:pt x="13305" y="490"/>
                  </a:lnTo>
                  <a:lnTo>
                    <a:pt x="13127" y="468"/>
                  </a:lnTo>
                  <a:lnTo>
                    <a:pt x="12949" y="479"/>
                  </a:lnTo>
                  <a:lnTo>
                    <a:pt x="12760" y="502"/>
                  </a:lnTo>
                  <a:lnTo>
                    <a:pt x="12582" y="546"/>
                  </a:lnTo>
                  <a:lnTo>
                    <a:pt x="12415" y="613"/>
                  </a:lnTo>
                  <a:lnTo>
                    <a:pt x="12259" y="713"/>
                  </a:lnTo>
                  <a:lnTo>
                    <a:pt x="12125" y="791"/>
                  </a:lnTo>
                  <a:lnTo>
                    <a:pt x="12058" y="824"/>
                  </a:lnTo>
                  <a:lnTo>
                    <a:pt x="11981" y="836"/>
                  </a:lnTo>
                  <a:lnTo>
                    <a:pt x="11914" y="824"/>
                  </a:lnTo>
                  <a:lnTo>
                    <a:pt x="11858" y="802"/>
                  </a:lnTo>
                  <a:lnTo>
                    <a:pt x="11736" y="724"/>
                  </a:lnTo>
                  <a:lnTo>
                    <a:pt x="11602" y="635"/>
                  </a:lnTo>
                  <a:lnTo>
                    <a:pt x="11468" y="546"/>
                  </a:lnTo>
                  <a:lnTo>
                    <a:pt x="11201" y="401"/>
                  </a:lnTo>
                  <a:lnTo>
                    <a:pt x="10912" y="279"/>
                  </a:lnTo>
                  <a:lnTo>
                    <a:pt x="10622" y="168"/>
                  </a:lnTo>
                  <a:lnTo>
                    <a:pt x="10322" y="90"/>
                  </a:lnTo>
                  <a:lnTo>
                    <a:pt x="10010" y="34"/>
                  </a:lnTo>
                  <a:lnTo>
                    <a:pt x="9709" y="1"/>
                  </a:lnTo>
                  <a:close/>
                </a:path>
              </a:pathLst>
            </a:custGeom>
            <a:solidFill>
              <a:srgbClr val="EDB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7147352" y="2689855"/>
              <a:ext cx="362948" cy="129095"/>
            </a:xfrm>
            <a:custGeom>
              <a:rect b="b" l="l" r="r" t="t"/>
              <a:pathLst>
                <a:path extrusionOk="0" fill="none" h="5501" w="15466">
                  <a:moveTo>
                    <a:pt x="23" y="4532"/>
                  </a:moveTo>
                  <a:lnTo>
                    <a:pt x="23" y="4532"/>
                  </a:lnTo>
                  <a:lnTo>
                    <a:pt x="1" y="4343"/>
                  </a:lnTo>
                  <a:lnTo>
                    <a:pt x="1" y="4142"/>
                  </a:lnTo>
                  <a:lnTo>
                    <a:pt x="12" y="3953"/>
                  </a:lnTo>
                  <a:lnTo>
                    <a:pt x="23" y="3753"/>
                  </a:lnTo>
                  <a:lnTo>
                    <a:pt x="57" y="3563"/>
                  </a:lnTo>
                  <a:lnTo>
                    <a:pt x="101" y="3374"/>
                  </a:lnTo>
                  <a:lnTo>
                    <a:pt x="146" y="3185"/>
                  </a:lnTo>
                  <a:lnTo>
                    <a:pt x="213" y="3007"/>
                  </a:lnTo>
                  <a:lnTo>
                    <a:pt x="279" y="2817"/>
                  </a:lnTo>
                  <a:lnTo>
                    <a:pt x="357" y="2650"/>
                  </a:lnTo>
                  <a:lnTo>
                    <a:pt x="457" y="2472"/>
                  </a:lnTo>
                  <a:lnTo>
                    <a:pt x="558" y="2305"/>
                  </a:lnTo>
                  <a:lnTo>
                    <a:pt x="658" y="2149"/>
                  </a:lnTo>
                  <a:lnTo>
                    <a:pt x="780" y="1993"/>
                  </a:lnTo>
                  <a:lnTo>
                    <a:pt x="914" y="1849"/>
                  </a:lnTo>
                  <a:lnTo>
                    <a:pt x="1048" y="1715"/>
                  </a:lnTo>
                  <a:lnTo>
                    <a:pt x="1048" y="1715"/>
                  </a:lnTo>
                  <a:lnTo>
                    <a:pt x="1192" y="1582"/>
                  </a:lnTo>
                  <a:lnTo>
                    <a:pt x="1359" y="1470"/>
                  </a:lnTo>
                  <a:lnTo>
                    <a:pt x="1526" y="1370"/>
                  </a:lnTo>
                  <a:lnTo>
                    <a:pt x="1704" y="1281"/>
                  </a:lnTo>
                  <a:lnTo>
                    <a:pt x="1805" y="1259"/>
                  </a:lnTo>
                  <a:lnTo>
                    <a:pt x="1894" y="1236"/>
                  </a:lnTo>
                  <a:lnTo>
                    <a:pt x="1994" y="1214"/>
                  </a:lnTo>
                  <a:lnTo>
                    <a:pt x="2083" y="1203"/>
                  </a:lnTo>
                  <a:lnTo>
                    <a:pt x="2172" y="1203"/>
                  </a:lnTo>
                  <a:lnTo>
                    <a:pt x="2272" y="1214"/>
                  </a:lnTo>
                  <a:lnTo>
                    <a:pt x="2361" y="1236"/>
                  </a:lnTo>
                  <a:lnTo>
                    <a:pt x="2450" y="1259"/>
                  </a:lnTo>
                  <a:lnTo>
                    <a:pt x="2450" y="1259"/>
                  </a:lnTo>
                  <a:lnTo>
                    <a:pt x="2595" y="1314"/>
                  </a:lnTo>
                  <a:lnTo>
                    <a:pt x="2673" y="1325"/>
                  </a:lnTo>
                  <a:lnTo>
                    <a:pt x="2740" y="1325"/>
                  </a:lnTo>
                  <a:lnTo>
                    <a:pt x="2740" y="1325"/>
                  </a:lnTo>
                  <a:lnTo>
                    <a:pt x="2784" y="1303"/>
                  </a:lnTo>
                  <a:lnTo>
                    <a:pt x="2829" y="1270"/>
                  </a:lnTo>
                  <a:lnTo>
                    <a:pt x="2918" y="1203"/>
                  </a:lnTo>
                  <a:lnTo>
                    <a:pt x="2918" y="1203"/>
                  </a:lnTo>
                  <a:lnTo>
                    <a:pt x="3052" y="1092"/>
                  </a:lnTo>
                  <a:lnTo>
                    <a:pt x="3185" y="991"/>
                  </a:lnTo>
                  <a:lnTo>
                    <a:pt x="3330" y="891"/>
                  </a:lnTo>
                  <a:lnTo>
                    <a:pt x="3475" y="802"/>
                  </a:lnTo>
                  <a:lnTo>
                    <a:pt x="3630" y="724"/>
                  </a:lnTo>
                  <a:lnTo>
                    <a:pt x="3786" y="657"/>
                  </a:lnTo>
                  <a:lnTo>
                    <a:pt x="3942" y="602"/>
                  </a:lnTo>
                  <a:lnTo>
                    <a:pt x="4109" y="546"/>
                  </a:lnTo>
                  <a:lnTo>
                    <a:pt x="4276" y="513"/>
                  </a:lnTo>
                  <a:lnTo>
                    <a:pt x="4443" y="479"/>
                  </a:lnTo>
                  <a:lnTo>
                    <a:pt x="4610" y="457"/>
                  </a:lnTo>
                  <a:lnTo>
                    <a:pt x="4777" y="446"/>
                  </a:lnTo>
                  <a:lnTo>
                    <a:pt x="4955" y="446"/>
                  </a:lnTo>
                  <a:lnTo>
                    <a:pt x="5122" y="457"/>
                  </a:lnTo>
                  <a:lnTo>
                    <a:pt x="5289" y="479"/>
                  </a:lnTo>
                  <a:lnTo>
                    <a:pt x="5456" y="513"/>
                  </a:lnTo>
                  <a:lnTo>
                    <a:pt x="5456" y="513"/>
                  </a:lnTo>
                  <a:lnTo>
                    <a:pt x="5746" y="591"/>
                  </a:lnTo>
                  <a:lnTo>
                    <a:pt x="6024" y="680"/>
                  </a:lnTo>
                  <a:lnTo>
                    <a:pt x="6302" y="780"/>
                  </a:lnTo>
                  <a:lnTo>
                    <a:pt x="6581" y="869"/>
                  </a:lnTo>
                  <a:lnTo>
                    <a:pt x="6581" y="869"/>
                  </a:lnTo>
                  <a:lnTo>
                    <a:pt x="6692" y="902"/>
                  </a:lnTo>
                  <a:lnTo>
                    <a:pt x="6737" y="902"/>
                  </a:lnTo>
                  <a:lnTo>
                    <a:pt x="6792" y="902"/>
                  </a:lnTo>
                  <a:lnTo>
                    <a:pt x="6792" y="902"/>
                  </a:lnTo>
                  <a:lnTo>
                    <a:pt x="6870" y="880"/>
                  </a:lnTo>
                  <a:lnTo>
                    <a:pt x="6937" y="847"/>
                  </a:lnTo>
                  <a:lnTo>
                    <a:pt x="7071" y="758"/>
                  </a:lnTo>
                  <a:lnTo>
                    <a:pt x="7071" y="758"/>
                  </a:lnTo>
                  <a:lnTo>
                    <a:pt x="7193" y="669"/>
                  </a:lnTo>
                  <a:lnTo>
                    <a:pt x="7327" y="580"/>
                  </a:lnTo>
                  <a:lnTo>
                    <a:pt x="7605" y="435"/>
                  </a:lnTo>
                  <a:lnTo>
                    <a:pt x="7883" y="301"/>
                  </a:lnTo>
                  <a:lnTo>
                    <a:pt x="8173" y="190"/>
                  </a:lnTo>
                  <a:lnTo>
                    <a:pt x="8474" y="112"/>
                  </a:lnTo>
                  <a:lnTo>
                    <a:pt x="8774" y="45"/>
                  </a:lnTo>
                  <a:lnTo>
                    <a:pt x="9086" y="12"/>
                  </a:lnTo>
                  <a:lnTo>
                    <a:pt x="9398" y="1"/>
                  </a:lnTo>
                  <a:lnTo>
                    <a:pt x="9709" y="1"/>
                  </a:lnTo>
                  <a:lnTo>
                    <a:pt x="10010" y="34"/>
                  </a:lnTo>
                  <a:lnTo>
                    <a:pt x="10322" y="90"/>
                  </a:lnTo>
                  <a:lnTo>
                    <a:pt x="10622" y="168"/>
                  </a:lnTo>
                  <a:lnTo>
                    <a:pt x="10912" y="279"/>
                  </a:lnTo>
                  <a:lnTo>
                    <a:pt x="11201" y="401"/>
                  </a:lnTo>
                  <a:lnTo>
                    <a:pt x="11468" y="546"/>
                  </a:lnTo>
                  <a:lnTo>
                    <a:pt x="11602" y="635"/>
                  </a:lnTo>
                  <a:lnTo>
                    <a:pt x="11736" y="724"/>
                  </a:lnTo>
                  <a:lnTo>
                    <a:pt x="11736" y="724"/>
                  </a:lnTo>
                  <a:lnTo>
                    <a:pt x="11858" y="802"/>
                  </a:lnTo>
                  <a:lnTo>
                    <a:pt x="11914" y="824"/>
                  </a:lnTo>
                  <a:lnTo>
                    <a:pt x="11981" y="836"/>
                  </a:lnTo>
                  <a:lnTo>
                    <a:pt x="11981" y="836"/>
                  </a:lnTo>
                  <a:lnTo>
                    <a:pt x="12058" y="824"/>
                  </a:lnTo>
                  <a:lnTo>
                    <a:pt x="12125" y="791"/>
                  </a:lnTo>
                  <a:lnTo>
                    <a:pt x="12259" y="713"/>
                  </a:lnTo>
                  <a:lnTo>
                    <a:pt x="12259" y="713"/>
                  </a:lnTo>
                  <a:lnTo>
                    <a:pt x="12415" y="613"/>
                  </a:lnTo>
                  <a:lnTo>
                    <a:pt x="12582" y="546"/>
                  </a:lnTo>
                  <a:lnTo>
                    <a:pt x="12760" y="502"/>
                  </a:lnTo>
                  <a:lnTo>
                    <a:pt x="12949" y="479"/>
                  </a:lnTo>
                  <a:lnTo>
                    <a:pt x="13127" y="468"/>
                  </a:lnTo>
                  <a:lnTo>
                    <a:pt x="13305" y="490"/>
                  </a:lnTo>
                  <a:lnTo>
                    <a:pt x="13484" y="535"/>
                  </a:lnTo>
                  <a:lnTo>
                    <a:pt x="13662" y="602"/>
                  </a:lnTo>
                  <a:lnTo>
                    <a:pt x="13662" y="602"/>
                  </a:lnTo>
                  <a:lnTo>
                    <a:pt x="13762" y="657"/>
                  </a:lnTo>
                  <a:lnTo>
                    <a:pt x="13851" y="713"/>
                  </a:lnTo>
                  <a:lnTo>
                    <a:pt x="13940" y="791"/>
                  </a:lnTo>
                  <a:lnTo>
                    <a:pt x="14029" y="869"/>
                  </a:lnTo>
                  <a:lnTo>
                    <a:pt x="14029" y="869"/>
                  </a:lnTo>
                  <a:lnTo>
                    <a:pt x="14140" y="1003"/>
                  </a:lnTo>
                  <a:lnTo>
                    <a:pt x="14229" y="1147"/>
                  </a:lnTo>
                  <a:lnTo>
                    <a:pt x="14307" y="1303"/>
                  </a:lnTo>
                  <a:lnTo>
                    <a:pt x="14385" y="1459"/>
                  </a:lnTo>
                  <a:lnTo>
                    <a:pt x="14385" y="1459"/>
                  </a:lnTo>
                  <a:lnTo>
                    <a:pt x="15209" y="3274"/>
                  </a:lnTo>
                  <a:lnTo>
                    <a:pt x="15209" y="3274"/>
                  </a:lnTo>
                  <a:lnTo>
                    <a:pt x="15287" y="3452"/>
                  </a:lnTo>
                  <a:lnTo>
                    <a:pt x="15365" y="3630"/>
                  </a:lnTo>
                  <a:lnTo>
                    <a:pt x="15421" y="3808"/>
                  </a:lnTo>
                  <a:lnTo>
                    <a:pt x="15443" y="3908"/>
                  </a:lnTo>
                  <a:lnTo>
                    <a:pt x="15454" y="3997"/>
                  </a:lnTo>
                  <a:lnTo>
                    <a:pt x="15454" y="3997"/>
                  </a:lnTo>
                  <a:lnTo>
                    <a:pt x="15465" y="4098"/>
                  </a:lnTo>
                  <a:lnTo>
                    <a:pt x="15465" y="4198"/>
                  </a:lnTo>
                  <a:lnTo>
                    <a:pt x="15454" y="4298"/>
                  </a:lnTo>
                  <a:lnTo>
                    <a:pt x="15432" y="4387"/>
                  </a:lnTo>
                  <a:lnTo>
                    <a:pt x="15410" y="4476"/>
                  </a:lnTo>
                  <a:lnTo>
                    <a:pt x="15365" y="4565"/>
                  </a:lnTo>
                  <a:lnTo>
                    <a:pt x="15309" y="4643"/>
                  </a:lnTo>
                  <a:lnTo>
                    <a:pt x="15254" y="4710"/>
                  </a:lnTo>
                  <a:lnTo>
                    <a:pt x="15254" y="4710"/>
                  </a:lnTo>
                  <a:lnTo>
                    <a:pt x="15154" y="4799"/>
                  </a:lnTo>
                  <a:lnTo>
                    <a:pt x="15031" y="4855"/>
                  </a:lnTo>
                  <a:lnTo>
                    <a:pt x="14909" y="4910"/>
                  </a:lnTo>
                  <a:lnTo>
                    <a:pt x="14786" y="4944"/>
                  </a:lnTo>
                  <a:lnTo>
                    <a:pt x="14786" y="4944"/>
                  </a:lnTo>
                  <a:lnTo>
                    <a:pt x="14341" y="5077"/>
                  </a:lnTo>
                  <a:lnTo>
                    <a:pt x="13884" y="5178"/>
                  </a:lnTo>
                  <a:lnTo>
                    <a:pt x="13428" y="5267"/>
                  </a:lnTo>
                  <a:lnTo>
                    <a:pt x="12971" y="5333"/>
                  </a:lnTo>
                  <a:lnTo>
                    <a:pt x="12504" y="5389"/>
                  </a:lnTo>
                  <a:lnTo>
                    <a:pt x="12047" y="5434"/>
                  </a:lnTo>
                  <a:lnTo>
                    <a:pt x="11580" y="5467"/>
                  </a:lnTo>
                  <a:lnTo>
                    <a:pt x="11112" y="5478"/>
                  </a:lnTo>
                  <a:lnTo>
                    <a:pt x="11112" y="5478"/>
                  </a:lnTo>
                  <a:lnTo>
                    <a:pt x="10344" y="5500"/>
                  </a:lnTo>
                  <a:lnTo>
                    <a:pt x="9576" y="5489"/>
                  </a:lnTo>
                  <a:lnTo>
                    <a:pt x="8808" y="5456"/>
                  </a:lnTo>
                  <a:lnTo>
                    <a:pt x="8039" y="5411"/>
                  </a:lnTo>
                  <a:lnTo>
                    <a:pt x="7271" y="5333"/>
                  </a:lnTo>
                  <a:lnTo>
                    <a:pt x="6503" y="5244"/>
                  </a:lnTo>
                  <a:lnTo>
                    <a:pt x="5746" y="5122"/>
                  </a:lnTo>
                  <a:lnTo>
                    <a:pt x="4989" y="49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7154157" y="2746552"/>
              <a:ext cx="348563" cy="64817"/>
            </a:xfrm>
            <a:custGeom>
              <a:rect b="b" l="l" r="r" t="t"/>
              <a:pathLst>
                <a:path extrusionOk="0" h="2762" w="14853">
                  <a:moveTo>
                    <a:pt x="11312" y="1"/>
                  </a:moveTo>
                  <a:lnTo>
                    <a:pt x="11279" y="78"/>
                  </a:lnTo>
                  <a:lnTo>
                    <a:pt x="11256" y="156"/>
                  </a:lnTo>
                  <a:lnTo>
                    <a:pt x="11234" y="323"/>
                  </a:lnTo>
                  <a:lnTo>
                    <a:pt x="11212" y="490"/>
                  </a:lnTo>
                  <a:lnTo>
                    <a:pt x="11190" y="568"/>
                  </a:lnTo>
                  <a:lnTo>
                    <a:pt x="11156" y="646"/>
                  </a:lnTo>
                  <a:lnTo>
                    <a:pt x="11100" y="724"/>
                  </a:lnTo>
                  <a:lnTo>
                    <a:pt x="11034" y="780"/>
                  </a:lnTo>
                  <a:lnTo>
                    <a:pt x="10945" y="836"/>
                  </a:lnTo>
                  <a:lnTo>
                    <a:pt x="10856" y="858"/>
                  </a:lnTo>
                  <a:lnTo>
                    <a:pt x="10755" y="880"/>
                  </a:lnTo>
                  <a:lnTo>
                    <a:pt x="10655" y="902"/>
                  </a:lnTo>
                  <a:lnTo>
                    <a:pt x="10455" y="902"/>
                  </a:lnTo>
                  <a:lnTo>
                    <a:pt x="8551" y="913"/>
                  </a:lnTo>
                  <a:lnTo>
                    <a:pt x="8261" y="902"/>
                  </a:lnTo>
                  <a:lnTo>
                    <a:pt x="8117" y="891"/>
                  </a:lnTo>
                  <a:lnTo>
                    <a:pt x="7972" y="869"/>
                  </a:lnTo>
                  <a:lnTo>
                    <a:pt x="7838" y="824"/>
                  </a:lnTo>
                  <a:lnTo>
                    <a:pt x="7716" y="769"/>
                  </a:lnTo>
                  <a:lnTo>
                    <a:pt x="7660" y="724"/>
                  </a:lnTo>
                  <a:lnTo>
                    <a:pt x="7605" y="691"/>
                  </a:lnTo>
                  <a:lnTo>
                    <a:pt x="7560" y="635"/>
                  </a:lnTo>
                  <a:lnTo>
                    <a:pt x="7515" y="591"/>
                  </a:lnTo>
                  <a:lnTo>
                    <a:pt x="7415" y="446"/>
                  </a:lnTo>
                  <a:lnTo>
                    <a:pt x="7326" y="301"/>
                  </a:lnTo>
                  <a:lnTo>
                    <a:pt x="7271" y="245"/>
                  </a:lnTo>
                  <a:lnTo>
                    <a:pt x="7204" y="212"/>
                  </a:lnTo>
                  <a:lnTo>
                    <a:pt x="7148" y="190"/>
                  </a:lnTo>
                  <a:lnTo>
                    <a:pt x="7070" y="190"/>
                  </a:lnTo>
                  <a:lnTo>
                    <a:pt x="7014" y="223"/>
                  </a:lnTo>
                  <a:lnTo>
                    <a:pt x="6959" y="268"/>
                  </a:lnTo>
                  <a:lnTo>
                    <a:pt x="6925" y="323"/>
                  </a:lnTo>
                  <a:lnTo>
                    <a:pt x="6892" y="390"/>
                  </a:lnTo>
                  <a:lnTo>
                    <a:pt x="6847" y="546"/>
                  </a:lnTo>
                  <a:lnTo>
                    <a:pt x="6825" y="613"/>
                  </a:lnTo>
                  <a:lnTo>
                    <a:pt x="6792" y="680"/>
                  </a:lnTo>
                  <a:lnTo>
                    <a:pt x="6736" y="758"/>
                  </a:lnTo>
                  <a:lnTo>
                    <a:pt x="6669" y="824"/>
                  </a:lnTo>
                  <a:lnTo>
                    <a:pt x="6591" y="880"/>
                  </a:lnTo>
                  <a:lnTo>
                    <a:pt x="6513" y="925"/>
                  </a:lnTo>
                  <a:lnTo>
                    <a:pt x="6380" y="980"/>
                  </a:lnTo>
                  <a:lnTo>
                    <a:pt x="6246" y="1025"/>
                  </a:lnTo>
                  <a:lnTo>
                    <a:pt x="6113" y="1058"/>
                  </a:lnTo>
                  <a:lnTo>
                    <a:pt x="5968" y="1080"/>
                  </a:lnTo>
                  <a:lnTo>
                    <a:pt x="5823" y="1103"/>
                  </a:lnTo>
                  <a:lnTo>
                    <a:pt x="5678" y="1114"/>
                  </a:lnTo>
                  <a:lnTo>
                    <a:pt x="5389" y="1125"/>
                  </a:lnTo>
                  <a:lnTo>
                    <a:pt x="4799" y="1114"/>
                  </a:lnTo>
                  <a:lnTo>
                    <a:pt x="4209" y="1080"/>
                  </a:lnTo>
                  <a:lnTo>
                    <a:pt x="3953" y="1047"/>
                  </a:lnTo>
                  <a:lnTo>
                    <a:pt x="3830" y="1025"/>
                  </a:lnTo>
                  <a:lnTo>
                    <a:pt x="3708" y="991"/>
                  </a:lnTo>
                  <a:lnTo>
                    <a:pt x="3597" y="947"/>
                  </a:lnTo>
                  <a:lnTo>
                    <a:pt x="3485" y="880"/>
                  </a:lnTo>
                  <a:lnTo>
                    <a:pt x="3396" y="813"/>
                  </a:lnTo>
                  <a:lnTo>
                    <a:pt x="3318" y="713"/>
                  </a:lnTo>
                  <a:lnTo>
                    <a:pt x="3274" y="646"/>
                  </a:lnTo>
                  <a:lnTo>
                    <a:pt x="3240" y="568"/>
                  </a:lnTo>
                  <a:lnTo>
                    <a:pt x="3162" y="412"/>
                  </a:lnTo>
                  <a:lnTo>
                    <a:pt x="3129" y="335"/>
                  </a:lnTo>
                  <a:lnTo>
                    <a:pt x="3084" y="279"/>
                  </a:lnTo>
                  <a:lnTo>
                    <a:pt x="3029" y="223"/>
                  </a:lnTo>
                  <a:lnTo>
                    <a:pt x="2962" y="179"/>
                  </a:lnTo>
                  <a:lnTo>
                    <a:pt x="2862" y="357"/>
                  </a:lnTo>
                  <a:lnTo>
                    <a:pt x="2739" y="535"/>
                  </a:lnTo>
                  <a:lnTo>
                    <a:pt x="2606" y="702"/>
                  </a:lnTo>
                  <a:lnTo>
                    <a:pt x="2461" y="847"/>
                  </a:lnTo>
                  <a:lnTo>
                    <a:pt x="2305" y="980"/>
                  </a:lnTo>
                  <a:lnTo>
                    <a:pt x="2127" y="1092"/>
                  </a:lnTo>
                  <a:lnTo>
                    <a:pt x="1949" y="1192"/>
                  </a:lnTo>
                  <a:lnTo>
                    <a:pt x="1760" y="1281"/>
                  </a:lnTo>
                  <a:lnTo>
                    <a:pt x="1559" y="1348"/>
                  </a:lnTo>
                  <a:lnTo>
                    <a:pt x="1359" y="1403"/>
                  </a:lnTo>
                  <a:lnTo>
                    <a:pt x="1158" y="1437"/>
                  </a:lnTo>
                  <a:lnTo>
                    <a:pt x="958" y="1448"/>
                  </a:lnTo>
                  <a:lnTo>
                    <a:pt x="746" y="1437"/>
                  </a:lnTo>
                  <a:lnTo>
                    <a:pt x="546" y="1414"/>
                  </a:lnTo>
                  <a:lnTo>
                    <a:pt x="346" y="1370"/>
                  </a:lnTo>
                  <a:lnTo>
                    <a:pt x="145" y="1292"/>
                  </a:lnTo>
                  <a:lnTo>
                    <a:pt x="101" y="1403"/>
                  </a:lnTo>
                  <a:lnTo>
                    <a:pt x="67" y="1515"/>
                  </a:lnTo>
                  <a:lnTo>
                    <a:pt x="34" y="1626"/>
                  </a:lnTo>
                  <a:lnTo>
                    <a:pt x="12" y="1748"/>
                  </a:lnTo>
                  <a:lnTo>
                    <a:pt x="0" y="1860"/>
                  </a:lnTo>
                  <a:lnTo>
                    <a:pt x="0" y="1982"/>
                  </a:lnTo>
                  <a:lnTo>
                    <a:pt x="12" y="2094"/>
                  </a:lnTo>
                  <a:lnTo>
                    <a:pt x="23" y="2216"/>
                  </a:lnTo>
                  <a:lnTo>
                    <a:pt x="3530" y="2650"/>
                  </a:lnTo>
                  <a:lnTo>
                    <a:pt x="3919" y="2695"/>
                  </a:lnTo>
                  <a:lnTo>
                    <a:pt x="4309" y="2728"/>
                  </a:lnTo>
                  <a:lnTo>
                    <a:pt x="4710" y="2750"/>
                  </a:lnTo>
                  <a:lnTo>
                    <a:pt x="5100" y="2762"/>
                  </a:lnTo>
                  <a:lnTo>
                    <a:pt x="5901" y="2762"/>
                  </a:lnTo>
                  <a:lnTo>
                    <a:pt x="6692" y="2750"/>
                  </a:lnTo>
                  <a:lnTo>
                    <a:pt x="9876" y="2684"/>
                  </a:lnTo>
                  <a:lnTo>
                    <a:pt x="11145" y="2661"/>
                  </a:lnTo>
                  <a:lnTo>
                    <a:pt x="11780" y="2628"/>
                  </a:lnTo>
                  <a:lnTo>
                    <a:pt x="12414" y="2583"/>
                  </a:lnTo>
                  <a:lnTo>
                    <a:pt x="12704" y="2561"/>
                  </a:lnTo>
                  <a:lnTo>
                    <a:pt x="12993" y="2528"/>
                  </a:lnTo>
                  <a:lnTo>
                    <a:pt x="13294" y="2483"/>
                  </a:lnTo>
                  <a:lnTo>
                    <a:pt x="13583" y="2428"/>
                  </a:lnTo>
                  <a:lnTo>
                    <a:pt x="13862" y="2361"/>
                  </a:lnTo>
                  <a:lnTo>
                    <a:pt x="14151" y="2283"/>
                  </a:lnTo>
                  <a:lnTo>
                    <a:pt x="14418" y="2183"/>
                  </a:lnTo>
                  <a:lnTo>
                    <a:pt x="14685" y="2060"/>
                  </a:lnTo>
                  <a:lnTo>
                    <a:pt x="14741" y="2038"/>
                  </a:lnTo>
                  <a:lnTo>
                    <a:pt x="14797" y="2005"/>
                  </a:lnTo>
                  <a:lnTo>
                    <a:pt x="14830" y="1960"/>
                  </a:lnTo>
                  <a:lnTo>
                    <a:pt x="14852" y="1904"/>
                  </a:lnTo>
                  <a:lnTo>
                    <a:pt x="14852" y="1860"/>
                  </a:lnTo>
                  <a:lnTo>
                    <a:pt x="14841" y="1826"/>
                  </a:lnTo>
                  <a:lnTo>
                    <a:pt x="14808" y="1748"/>
                  </a:lnTo>
                  <a:lnTo>
                    <a:pt x="14730" y="1581"/>
                  </a:lnTo>
                  <a:lnTo>
                    <a:pt x="14630" y="1414"/>
                  </a:lnTo>
                  <a:lnTo>
                    <a:pt x="14574" y="1337"/>
                  </a:lnTo>
                  <a:lnTo>
                    <a:pt x="14507" y="1270"/>
                  </a:lnTo>
                  <a:lnTo>
                    <a:pt x="14440" y="1214"/>
                  </a:lnTo>
                  <a:lnTo>
                    <a:pt x="14363" y="1170"/>
                  </a:lnTo>
                  <a:lnTo>
                    <a:pt x="14240" y="1125"/>
                  </a:lnTo>
                  <a:lnTo>
                    <a:pt x="14129" y="1103"/>
                  </a:lnTo>
                  <a:lnTo>
                    <a:pt x="13995" y="1092"/>
                  </a:lnTo>
                  <a:lnTo>
                    <a:pt x="12715" y="1092"/>
                  </a:lnTo>
                  <a:lnTo>
                    <a:pt x="12570" y="1080"/>
                  </a:lnTo>
                  <a:lnTo>
                    <a:pt x="12414" y="1047"/>
                  </a:lnTo>
                  <a:lnTo>
                    <a:pt x="12347" y="1025"/>
                  </a:lnTo>
                  <a:lnTo>
                    <a:pt x="12269" y="991"/>
                  </a:lnTo>
                  <a:lnTo>
                    <a:pt x="12203" y="947"/>
                  </a:lnTo>
                  <a:lnTo>
                    <a:pt x="12136" y="902"/>
                  </a:lnTo>
                  <a:lnTo>
                    <a:pt x="12069" y="847"/>
                  </a:lnTo>
                  <a:lnTo>
                    <a:pt x="12013" y="780"/>
                  </a:lnTo>
                  <a:lnTo>
                    <a:pt x="11902" y="646"/>
                  </a:lnTo>
                  <a:lnTo>
                    <a:pt x="11802" y="490"/>
                  </a:lnTo>
                  <a:lnTo>
                    <a:pt x="11691" y="346"/>
                  </a:lnTo>
                  <a:lnTo>
                    <a:pt x="11579" y="212"/>
                  </a:lnTo>
                  <a:lnTo>
                    <a:pt x="11524" y="145"/>
                  </a:lnTo>
                  <a:lnTo>
                    <a:pt x="11457" y="90"/>
                  </a:lnTo>
                  <a:lnTo>
                    <a:pt x="11390" y="45"/>
                  </a:lnTo>
                  <a:lnTo>
                    <a:pt x="11312" y="1"/>
                  </a:lnTo>
                  <a:close/>
                </a:path>
              </a:pathLst>
            </a:custGeom>
            <a:solidFill>
              <a:srgbClr val="E8AF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7154157" y="2746552"/>
              <a:ext cx="348563" cy="64817"/>
            </a:xfrm>
            <a:custGeom>
              <a:rect b="b" l="l" r="r" t="t"/>
              <a:pathLst>
                <a:path extrusionOk="0" fill="none" h="2762" w="14853">
                  <a:moveTo>
                    <a:pt x="23" y="2216"/>
                  </a:moveTo>
                  <a:lnTo>
                    <a:pt x="23" y="2216"/>
                  </a:lnTo>
                  <a:lnTo>
                    <a:pt x="12" y="2094"/>
                  </a:lnTo>
                  <a:lnTo>
                    <a:pt x="0" y="1982"/>
                  </a:lnTo>
                  <a:lnTo>
                    <a:pt x="0" y="1860"/>
                  </a:lnTo>
                  <a:lnTo>
                    <a:pt x="12" y="1748"/>
                  </a:lnTo>
                  <a:lnTo>
                    <a:pt x="34" y="1626"/>
                  </a:lnTo>
                  <a:lnTo>
                    <a:pt x="67" y="1515"/>
                  </a:lnTo>
                  <a:lnTo>
                    <a:pt x="101" y="1403"/>
                  </a:lnTo>
                  <a:lnTo>
                    <a:pt x="145" y="1292"/>
                  </a:lnTo>
                  <a:lnTo>
                    <a:pt x="145" y="1292"/>
                  </a:lnTo>
                  <a:lnTo>
                    <a:pt x="346" y="1370"/>
                  </a:lnTo>
                  <a:lnTo>
                    <a:pt x="546" y="1414"/>
                  </a:lnTo>
                  <a:lnTo>
                    <a:pt x="746" y="1437"/>
                  </a:lnTo>
                  <a:lnTo>
                    <a:pt x="958" y="1448"/>
                  </a:lnTo>
                  <a:lnTo>
                    <a:pt x="1158" y="1437"/>
                  </a:lnTo>
                  <a:lnTo>
                    <a:pt x="1359" y="1403"/>
                  </a:lnTo>
                  <a:lnTo>
                    <a:pt x="1559" y="1348"/>
                  </a:lnTo>
                  <a:lnTo>
                    <a:pt x="1760" y="1281"/>
                  </a:lnTo>
                  <a:lnTo>
                    <a:pt x="1949" y="1192"/>
                  </a:lnTo>
                  <a:lnTo>
                    <a:pt x="2127" y="1092"/>
                  </a:lnTo>
                  <a:lnTo>
                    <a:pt x="2305" y="980"/>
                  </a:lnTo>
                  <a:lnTo>
                    <a:pt x="2461" y="847"/>
                  </a:lnTo>
                  <a:lnTo>
                    <a:pt x="2606" y="702"/>
                  </a:lnTo>
                  <a:lnTo>
                    <a:pt x="2739" y="535"/>
                  </a:lnTo>
                  <a:lnTo>
                    <a:pt x="2862" y="357"/>
                  </a:lnTo>
                  <a:lnTo>
                    <a:pt x="2962" y="179"/>
                  </a:lnTo>
                  <a:lnTo>
                    <a:pt x="2962" y="179"/>
                  </a:lnTo>
                  <a:lnTo>
                    <a:pt x="3029" y="223"/>
                  </a:lnTo>
                  <a:lnTo>
                    <a:pt x="3084" y="279"/>
                  </a:lnTo>
                  <a:lnTo>
                    <a:pt x="3129" y="335"/>
                  </a:lnTo>
                  <a:lnTo>
                    <a:pt x="3162" y="412"/>
                  </a:lnTo>
                  <a:lnTo>
                    <a:pt x="3240" y="568"/>
                  </a:lnTo>
                  <a:lnTo>
                    <a:pt x="3274" y="646"/>
                  </a:lnTo>
                  <a:lnTo>
                    <a:pt x="3318" y="713"/>
                  </a:lnTo>
                  <a:lnTo>
                    <a:pt x="3318" y="713"/>
                  </a:lnTo>
                  <a:lnTo>
                    <a:pt x="3396" y="813"/>
                  </a:lnTo>
                  <a:lnTo>
                    <a:pt x="3485" y="880"/>
                  </a:lnTo>
                  <a:lnTo>
                    <a:pt x="3597" y="947"/>
                  </a:lnTo>
                  <a:lnTo>
                    <a:pt x="3708" y="991"/>
                  </a:lnTo>
                  <a:lnTo>
                    <a:pt x="3830" y="1025"/>
                  </a:lnTo>
                  <a:lnTo>
                    <a:pt x="3953" y="1047"/>
                  </a:lnTo>
                  <a:lnTo>
                    <a:pt x="4209" y="1080"/>
                  </a:lnTo>
                  <a:lnTo>
                    <a:pt x="4209" y="1080"/>
                  </a:lnTo>
                  <a:lnTo>
                    <a:pt x="4799" y="1114"/>
                  </a:lnTo>
                  <a:lnTo>
                    <a:pt x="5389" y="1125"/>
                  </a:lnTo>
                  <a:lnTo>
                    <a:pt x="5389" y="1125"/>
                  </a:lnTo>
                  <a:lnTo>
                    <a:pt x="5678" y="1114"/>
                  </a:lnTo>
                  <a:lnTo>
                    <a:pt x="5823" y="1103"/>
                  </a:lnTo>
                  <a:lnTo>
                    <a:pt x="5968" y="1080"/>
                  </a:lnTo>
                  <a:lnTo>
                    <a:pt x="6113" y="1058"/>
                  </a:lnTo>
                  <a:lnTo>
                    <a:pt x="6246" y="1025"/>
                  </a:lnTo>
                  <a:lnTo>
                    <a:pt x="6380" y="980"/>
                  </a:lnTo>
                  <a:lnTo>
                    <a:pt x="6513" y="925"/>
                  </a:lnTo>
                  <a:lnTo>
                    <a:pt x="6513" y="925"/>
                  </a:lnTo>
                  <a:lnTo>
                    <a:pt x="6591" y="880"/>
                  </a:lnTo>
                  <a:lnTo>
                    <a:pt x="6669" y="824"/>
                  </a:lnTo>
                  <a:lnTo>
                    <a:pt x="6736" y="758"/>
                  </a:lnTo>
                  <a:lnTo>
                    <a:pt x="6792" y="680"/>
                  </a:lnTo>
                  <a:lnTo>
                    <a:pt x="6792" y="680"/>
                  </a:lnTo>
                  <a:lnTo>
                    <a:pt x="6825" y="613"/>
                  </a:lnTo>
                  <a:lnTo>
                    <a:pt x="6847" y="546"/>
                  </a:lnTo>
                  <a:lnTo>
                    <a:pt x="6892" y="390"/>
                  </a:lnTo>
                  <a:lnTo>
                    <a:pt x="6925" y="323"/>
                  </a:lnTo>
                  <a:lnTo>
                    <a:pt x="6959" y="268"/>
                  </a:lnTo>
                  <a:lnTo>
                    <a:pt x="7014" y="223"/>
                  </a:lnTo>
                  <a:lnTo>
                    <a:pt x="7070" y="190"/>
                  </a:lnTo>
                  <a:lnTo>
                    <a:pt x="7070" y="190"/>
                  </a:lnTo>
                  <a:lnTo>
                    <a:pt x="7104" y="190"/>
                  </a:lnTo>
                  <a:lnTo>
                    <a:pt x="7148" y="190"/>
                  </a:lnTo>
                  <a:lnTo>
                    <a:pt x="7204" y="212"/>
                  </a:lnTo>
                  <a:lnTo>
                    <a:pt x="7271" y="245"/>
                  </a:lnTo>
                  <a:lnTo>
                    <a:pt x="7326" y="301"/>
                  </a:lnTo>
                  <a:lnTo>
                    <a:pt x="7415" y="446"/>
                  </a:lnTo>
                  <a:lnTo>
                    <a:pt x="7515" y="591"/>
                  </a:lnTo>
                  <a:lnTo>
                    <a:pt x="7515" y="591"/>
                  </a:lnTo>
                  <a:lnTo>
                    <a:pt x="7560" y="635"/>
                  </a:lnTo>
                  <a:lnTo>
                    <a:pt x="7605" y="691"/>
                  </a:lnTo>
                  <a:lnTo>
                    <a:pt x="7660" y="724"/>
                  </a:lnTo>
                  <a:lnTo>
                    <a:pt x="7716" y="769"/>
                  </a:lnTo>
                  <a:lnTo>
                    <a:pt x="7838" y="824"/>
                  </a:lnTo>
                  <a:lnTo>
                    <a:pt x="7972" y="869"/>
                  </a:lnTo>
                  <a:lnTo>
                    <a:pt x="8117" y="891"/>
                  </a:lnTo>
                  <a:lnTo>
                    <a:pt x="8261" y="902"/>
                  </a:lnTo>
                  <a:lnTo>
                    <a:pt x="8551" y="913"/>
                  </a:lnTo>
                  <a:lnTo>
                    <a:pt x="8551" y="913"/>
                  </a:lnTo>
                  <a:lnTo>
                    <a:pt x="10455" y="902"/>
                  </a:lnTo>
                  <a:lnTo>
                    <a:pt x="10455" y="902"/>
                  </a:lnTo>
                  <a:lnTo>
                    <a:pt x="10655" y="902"/>
                  </a:lnTo>
                  <a:lnTo>
                    <a:pt x="10755" y="880"/>
                  </a:lnTo>
                  <a:lnTo>
                    <a:pt x="10856" y="858"/>
                  </a:lnTo>
                  <a:lnTo>
                    <a:pt x="10945" y="836"/>
                  </a:lnTo>
                  <a:lnTo>
                    <a:pt x="11034" y="780"/>
                  </a:lnTo>
                  <a:lnTo>
                    <a:pt x="11100" y="724"/>
                  </a:lnTo>
                  <a:lnTo>
                    <a:pt x="11156" y="646"/>
                  </a:lnTo>
                  <a:lnTo>
                    <a:pt x="11156" y="646"/>
                  </a:lnTo>
                  <a:lnTo>
                    <a:pt x="11190" y="568"/>
                  </a:lnTo>
                  <a:lnTo>
                    <a:pt x="11212" y="490"/>
                  </a:lnTo>
                  <a:lnTo>
                    <a:pt x="11234" y="323"/>
                  </a:lnTo>
                  <a:lnTo>
                    <a:pt x="11256" y="156"/>
                  </a:lnTo>
                  <a:lnTo>
                    <a:pt x="11279" y="78"/>
                  </a:lnTo>
                  <a:lnTo>
                    <a:pt x="11312" y="1"/>
                  </a:lnTo>
                  <a:lnTo>
                    <a:pt x="11312" y="1"/>
                  </a:lnTo>
                  <a:lnTo>
                    <a:pt x="11390" y="45"/>
                  </a:lnTo>
                  <a:lnTo>
                    <a:pt x="11457" y="90"/>
                  </a:lnTo>
                  <a:lnTo>
                    <a:pt x="11524" y="145"/>
                  </a:lnTo>
                  <a:lnTo>
                    <a:pt x="11579" y="212"/>
                  </a:lnTo>
                  <a:lnTo>
                    <a:pt x="11691" y="346"/>
                  </a:lnTo>
                  <a:lnTo>
                    <a:pt x="11802" y="490"/>
                  </a:lnTo>
                  <a:lnTo>
                    <a:pt x="11902" y="646"/>
                  </a:lnTo>
                  <a:lnTo>
                    <a:pt x="12013" y="780"/>
                  </a:lnTo>
                  <a:lnTo>
                    <a:pt x="12069" y="847"/>
                  </a:lnTo>
                  <a:lnTo>
                    <a:pt x="12136" y="902"/>
                  </a:lnTo>
                  <a:lnTo>
                    <a:pt x="12203" y="947"/>
                  </a:lnTo>
                  <a:lnTo>
                    <a:pt x="12269" y="991"/>
                  </a:lnTo>
                  <a:lnTo>
                    <a:pt x="12269" y="991"/>
                  </a:lnTo>
                  <a:lnTo>
                    <a:pt x="12347" y="1025"/>
                  </a:lnTo>
                  <a:lnTo>
                    <a:pt x="12414" y="1047"/>
                  </a:lnTo>
                  <a:lnTo>
                    <a:pt x="12570" y="1080"/>
                  </a:lnTo>
                  <a:lnTo>
                    <a:pt x="12715" y="1092"/>
                  </a:lnTo>
                  <a:lnTo>
                    <a:pt x="12871" y="1092"/>
                  </a:lnTo>
                  <a:lnTo>
                    <a:pt x="12871" y="1092"/>
                  </a:lnTo>
                  <a:lnTo>
                    <a:pt x="13873" y="1092"/>
                  </a:lnTo>
                  <a:lnTo>
                    <a:pt x="13873" y="1092"/>
                  </a:lnTo>
                  <a:lnTo>
                    <a:pt x="13995" y="1092"/>
                  </a:lnTo>
                  <a:lnTo>
                    <a:pt x="14129" y="1103"/>
                  </a:lnTo>
                  <a:lnTo>
                    <a:pt x="14240" y="1125"/>
                  </a:lnTo>
                  <a:lnTo>
                    <a:pt x="14363" y="1170"/>
                  </a:lnTo>
                  <a:lnTo>
                    <a:pt x="14363" y="1170"/>
                  </a:lnTo>
                  <a:lnTo>
                    <a:pt x="14440" y="1214"/>
                  </a:lnTo>
                  <a:lnTo>
                    <a:pt x="14507" y="1270"/>
                  </a:lnTo>
                  <a:lnTo>
                    <a:pt x="14574" y="1337"/>
                  </a:lnTo>
                  <a:lnTo>
                    <a:pt x="14630" y="1414"/>
                  </a:lnTo>
                  <a:lnTo>
                    <a:pt x="14730" y="1581"/>
                  </a:lnTo>
                  <a:lnTo>
                    <a:pt x="14808" y="1748"/>
                  </a:lnTo>
                  <a:lnTo>
                    <a:pt x="14808" y="1748"/>
                  </a:lnTo>
                  <a:lnTo>
                    <a:pt x="14841" y="1826"/>
                  </a:lnTo>
                  <a:lnTo>
                    <a:pt x="14852" y="1860"/>
                  </a:lnTo>
                  <a:lnTo>
                    <a:pt x="14852" y="1904"/>
                  </a:lnTo>
                  <a:lnTo>
                    <a:pt x="14852" y="1904"/>
                  </a:lnTo>
                  <a:lnTo>
                    <a:pt x="14830" y="1960"/>
                  </a:lnTo>
                  <a:lnTo>
                    <a:pt x="14797" y="2005"/>
                  </a:lnTo>
                  <a:lnTo>
                    <a:pt x="14741" y="2038"/>
                  </a:lnTo>
                  <a:lnTo>
                    <a:pt x="14685" y="2060"/>
                  </a:lnTo>
                  <a:lnTo>
                    <a:pt x="14685" y="2060"/>
                  </a:lnTo>
                  <a:lnTo>
                    <a:pt x="14418" y="2183"/>
                  </a:lnTo>
                  <a:lnTo>
                    <a:pt x="14151" y="2283"/>
                  </a:lnTo>
                  <a:lnTo>
                    <a:pt x="13862" y="2361"/>
                  </a:lnTo>
                  <a:lnTo>
                    <a:pt x="13583" y="2428"/>
                  </a:lnTo>
                  <a:lnTo>
                    <a:pt x="13294" y="2483"/>
                  </a:lnTo>
                  <a:lnTo>
                    <a:pt x="12993" y="2528"/>
                  </a:lnTo>
                  <a:lnTo>
                    <a:pt x="12704" y="2561"/>
                  </a:lnTo>
                  <a:lnTo>
                    <a:pt x="12414" y="2583"/>
                  </a:lnTo>
                  <a:lnTo>
                    <a:pt x="12414" y="2583"/>
                  </a:lnTo>
                  <a:lnTo>
                    <a:pt x="11780" y="2628"/>
                  </a:lnTo>
                  <a:lnTo>
                    <a:pt x="11145" y="2661"/>
                  </a:lnTo>
                  <a:lnTo>
                    <a:pt x="9876" y="2684"/>
                  </a:lnTo>
                  <a:lnTo>
                    <a:pt x="9876" y="2684"/>
                  </a:lnTo>
                  <a:lnTo>
                    <a:pt x="6692" y="2750"/>
                  </a:lnTo>
                  <a:lnTo>
                    <a:pt x="6692" y="2750"/>
                  </a:lnTo>
                  <a:lnTo>
                    <a:pt x="5901" y="2762"/>
                  </a:lnTo>
                  <a:lnTo>
                    <a:pt x="5100" y="2762"/>
                  </a:lnTo>
                  <a:lnTo>
                    <a:pt x="4710" y="2750"/>
                  </a:lnTo>
                  <a:lnTo>
                    <a:pt x="4309" y="2728"/>
                  </a:lnTo>
                  <a:lnTo>
                    <a:pt x="3919" y="2695"/>
                  </a:lnTo>
                  <a:lnTo>
                    <a:pt x="3530" y="265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7379375" y="2715458"/>
              <a:ext cx="30860" cy="12837"/>
            </a:xfrm>
            <a:custGeom>
              <a:rect b="b" l="l" r="r" t="t"/>
              <a:pathLst>
                <a:path extrusionOk="0" h="547" w="1315">
                  <a:moveTo>
                    <a:pt x="713" y="1"/>
                  </a:moveTo>
                  <a:lnTo>
                    <a:pt x="635" y="12"/>
                  </a:lnTo>
                  <a:lnTo>
                    <a:pt x="479" y="56"/>
                  </a:lnTo>
                  <a:lnTo>
                    <a:pt x="334" y="101"/>
                  </a:lnTo>
                  <a:lnTo>
                    <a:pt x="212" y="123"/>
                  </a:lnTo>
                  <a:lnTo>
                    <a:pt x="145" y="134"/>
                  </a:lnTo>
                  <a:lnTo>
                    <a:pt x="78" y="157"/>
                  </a:lnTo>
                  <a:lnTo>
                    <a:pt x="34" y="190"/>
                  </a:lnTo>
                  <a:lnTo>
                    <a:pt x="12" y="201"/>
                  </a:lnTo>
                  <a:lnTo>
                    <a:pt x="0" y="223"/>
                  </a:lnTo>
                  <a:lnTo>
                    <a:pt x="0" y="246"/>
                  </a:lnTo>
                  <a:lnTo>
                    <a:pt x="0" y="279"/>
                  </a:lnTo>
                  <a:lnTo>
                    <a:pt x="12" y="312"/>
                  </a:lnTo>
                  <a:lnTo>
                    <a:pt x="34" y="346"/>
                  </a:lnTo>
                  <a:lnTo>
                    <a:pt x="78" y="390"/>
                  </a:lnTo>
                  <a:lnTo>
                    <a:pt x="123" y="424"/>
                  </a:lnTo>
                  <a:lnTo>
                    <a:pt x="179" y="446"/>
                  </a:lnTo>
                  <a:lnTo>
                    <a:pt x="234" y="468"/>
                  </a:lnTo>
                  <a:lnTo>
                    <a:pt x="334" y="502"/>
                  </a:lnTo>
                  <a:lnTo>
                    <a:pt x="446" y="524"/>
                  </a:lnTo>
                  <a:lnTo>
                    <a:pt x="557" y="535"/>
                  </a:lnTo>
                  <a:lnTo>
                    <a:pt x="657" y="546"/>
                  </a:lnTo>
                  <a:lnTo>
                    <a:pt x="769" y="546"/>
                  </a:lnTo>
                  <a:lnTo>
                    <a:pt x="880" y="535"/>
                  </a:lnTo>
                  <a:lnTo>
                    <a:pt x="991" y="524"/>
                  </a:lnTo>
                  <a:lnTo>
                    <a:pt x="1092" y="491"/>
                  </a:lnTo>
                  <a:lnTo>
                    <a:pt x="1181" y="468"/>
                  </a:lnTo>
                  <a:lnTo>
                    <a:pt x="1225" y="446"/>
                  </a:lnTo>
                  <a:lnTo>
                    <a:pt x="1259" y="424"/>
                  </a:lnTo>
                  <a:lnTo>
                    <a:pt x="1281" y="379"/>
                  </a:lnTo>
                  <a:lnTo>
                    <a:pt x="1303" y="346"/>
                  </a:lnTo>
                  <a:lnTo>
                    <a:pt x="1314" y="301"/>
                  </a:lnTo>
                  <a:lnTo>
                    <a:pt x="1303" y="257"/>
                  </a:lnTo>
                  <a:lnTo>
                    <a:pt x="1281" y="212"/>
                  </a:lnTo>
                  <a:lnTo>
                    <a:pt x="1247" y="179"/>
                  </a:lnTo>
                  <a:lnTo>
                    <a:pt x="1181" y="134"/>
                  </a:lnTo>
                  <a:lnTo>
                    <a:pt x="1103" y="79"/>
                  </a:lnTo>
                  <a:lnTo>
                    <a:pt x="1025" y="45"/>
                  </a:lnTo>
                  <a:lnTo>
                    <a:pt x="947" y="12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7357691" y="2701096"/>
              <a:ext cx="10208" cy="9434"/>
            </a:xfrm>
            <a:custGeom>
              <a:rect b="b" l="l" r="r" t="t"/>
              <a:pathLst>
                <a:path extrusionOk="0" h="402" w="435">
                  <a:moveTo>
                    <a:pt x="201" y="0"/>
                  </a:moveTo>
                  <a:lnTo>
                    <a:pt x="145" y="23"/>
                  </a:lnTo>
                  <a:lnTo>
                    <a:pt x="101" y="56"/>
                  </a:lnTo>
                  <a:lnTo>
                    <a:pt x="56" y="89"/>
                  </a:lnTo>
                  <a:lnTo>
                    <a:pt x="23" y="145"/>
                  </a:lnTo>
                  <a:lnTo>
                    <a:pt x="0" y="201"/>
                  </a:lnTo>
                  <a:lnTo>
                    <a:pt x="12" y="256"/>
                  </a:lnTo>
                  <a:lnTo>
                    <a:pt x="45" y="312"/>
                  </a:lnTo>
                  <a:lnTo>
                    <a:pt x="78" y="345"/>
                  </a:lnTo>
                  <a:lnTo>
                    <a:pt x="145" y="379"/>
                  </a:lnTo>
                  <a:lnTo>
                    <a:pt x="223" y="401"/>
                  </a:lnTo>
                  <a:lnTo>
                    <a:pt x="290" y="390"/>
                  </a:lnTo>
                  <a:lnTo>
                    <a:pt x="368" y="368"/>
                  </a:lnTo>
                  <a:lnTo>
                    <a:pt x="390" y="345"/>
                  </a:lnTo>
                  <a:lnTo>
                    <a:pt x="423" y="312"/>
                  </a:lnTo>
                  <a:lnTo>
                    <a:pt x="435" y="256"/>
                  </a:lnTo>
                  <a:lnTo>
                    <a:pt x="435" y="190"/>
                  </a:lnTo>
                  <a:lnTo>
                    <a:pt x="412" y="134"/>
                  </a:lnTo>
                  <a:lnTo>
                    <a:pt x="368" y="67"/>
                  </a:lnTo>
                  <a:lnTo>
                    <a:pt x="312" y="23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222612" y="2721724"/>
              <a:ext cx="10208" cy="9434"/>
            </a:xfrm>
            <a:custGeom>
              <a:rect b="b" l="l" r="r" t="t"/>
              <a:pathLst>
                <a:path extrusionOk="0" h="402" w="435">
                  <a:moveTo>
                    <a:pt x="256" y="1"/>
                  </a:moveTo>
                  <a:lnTo>
                    <a:pt x="201" y="12"/>
                  </a:lnTo>
                  <a:lnTo>
                    <a:pt x="145" y="23"/>
                  </a:lnTo>
                  <a:lnTo>
                    <a:pt x="89" y="57"/>
                  </a:lnTo>
                  <a:lnTo>
                    <a:pt x="45" y="101"/>
                  </a:lnTo>
                  <a:lnTo>
                    <a:pt x="12" y="146"/>
                  </a:lnTo>
                  <a:lnTo>
                    <a:pt x="0" y="201"/>
                  </a:lnTo>
                  <a:lnTo>
                    <a:pt x="12" y="257"/>
                  </a:lnTo>
                  <a:lnTo>
                    <a:pt x="34" y="313"/>
                  </a:lnTo>
                  <a:lnTo>
                    <a:pt x="78" y="346"/>
                  </a:lnTo>
                  <a:lnTo>
                    <a:pt x="145" y="391"/>
                  </a:lnTo>
                  <a:lnTo>
                    <a:pt x="212" y="402"/>
                  </a:lnTo>
                  <a:lnTo>
                    <a:pt x="290" y="391"/>
                  </a:lnTo>
                  <a:lnTo>
                    <a:pt x="357" y="368"/>
                  </a:lnTo>
                  <a:lnTo>
                    <a:pt x="390" y="346"/>
                  </a:lnTo>
                  <a:lnTo>
                    <a:pt x="412" y="313"/>
                  </a:lnTo>
                  <a:lnTo>
                    <a:pt x="435" y="257"/>
                  </a:lnTo>
                  <a:lnTo>
                    <a:pt x="435" y="190"/>
                  </a:lnTo>
                  <a:lnTo>
                    <a:pt x="412" y="146"/>
                  </a:lnTo>
                  <a:lnTo>
                    <a:pt x="368" y="68"/>
                  </a:lnTo>
                  <a:lnTo>
                    <a:pt x="312" y="2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7239321" y="2708676"/>
              <a:ext cx="18586" cy="16990"/>
            </a:xfrm>
            <a:custGeom>
              <a:rect b="b" l="l" r="r" t="t"/>
              <a:pathLst>
                <a:path extrusionOk="0" h="724" w="792">
                  <a:moveTo>
                    <a:pt x="368" y="0"/>
                  </a:moveTo>
                  <a:lnTo>
                    <a:pt x="313" y="22"/>
                  </a:lnTo>
                  <a:lnTo>
                    <a:pt x="268" y="34"/>
                  </a:lnTo>
                  <a:lnTo>
                    <a:pt x="168" y="89"/>
                  </a:lnTo>
                  <a:lnTo>
                    <a:pt x="90" y="167"/>
                  </a:lnTo>
                  <a:lnTo>
                    <a:pt x="57" y="212"/>
                  </a:lnTo>
                  <a:lnTo>
                    <a:pt x="34" y="256"/>
                  </a:lnTo>
                  <a:lnTo>
                    <a:pt x="12" y="312"/>
                  </a:lnTo>
                  <a:lnTo>
                    <a:pt x="1" y="356"/>
                  </a:lnTo>
                  <a:lnTo>
                    <a:pt x="1" y="412"/>
                  </a:lnTo>
                  <a:lnTo>
                    <a:pt x="12" y="468"/>
                  </a:lnTo>
                  <a:lnTo>
                    <a:pt x="34" y="523"/>
                  </a:lnTo>
                  <a:lnTo>
                    <a:pt x="68" y="568"/>
                  </a:lnTo>
                  <a:lnTo>
                    <a:pt x="101" y="601"/>
                  </a:lnTo>
                  <a:lnTo>
                    <a:pt x="135" y="624"/>
                  </a:lnTo>
                  <a:lnTo>
                    <a:pt x="201" y="657"/>
                  </a:lnTo>
                  <a:lnTo>
                    <a:pt x="257" y="690"/>
                  </a:lnTo>
                  <a:lnTo>
                    <a:pt x="324" y="713"/>
                  </a:lnTo>
                  <a:lnTo>
                    <a:pt x="391" y="724"/>
                  </a:lnTo>
                  <a:lnTo>
                    <a:pt x="457" y="724"/>
                  </a:lnTo>
                  <a:lnTo>
                    <a:pt x="524" y="713"/>
                  </a:lnTo>
                  <a:lnTo>
                    <a:pt x="591" y="690"/>
                  </a:lnTo>
                  <a:lnTo>
                    <a:pt x="658" y="657"/>
                  </a:lnTo>
                  <a:lnTo>
                    <a:pt x="702" y="624"/>
                  </a:lnTo>
                  <a:lnTo>
                    <a:pt x="736" y="601"/>
                  </a:lnTo>
                  <a:lnTo>
                    <a:pt x="758" y="557"/>
                  </a:lnTo>
                  <a:lnTo>
                    <a:pt x="769" y="512"/>
                  </a:lnTo>
                  <a:lnTo>
                    <a:pt x="780" y="457"/>
                  </a:lnTo>
                  <a:lnTo>
                    <a:pt x="791" y="401"/>
                  </a:lnTo>
                  <a:lnTo>
                    <a:pt x="780" y="345"/>
                  </a:lnTo>
                  <a:lnTo>
                    <a:pt x="769" y="290"/>
                  </a:lnTo>
                  <a:lnTo>
                    <a:pt x="747" y="256"/>
                  </a:lnTo>
                  <a:lnTo>
                    <a:pt x="702" y="178"/>
                  </a:lnTo>
                  <a:lnTo>
                    <a:pt x="658" y="123"/>
                  </a:lnTo>
                  <a:lnTo>
                    <a:pt x="613" y="67"/>
                  </a:lnTo>
                  <a:lnTo>
                    <a:pt x="558" y="34"/>
                  </a:lnTo>
                  <a:lnTo>
                    <a:pt x="513" y="11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7264407" y="2727473"/>
              <a:ext cx="35553" cy="15700"/>
            </a:xfrm>
            <a:custGeom>
              <a:rect b="b" l="l" r="r" t="t"/>
              <a:pathLst>
                <a:path extrusionOk="0" h="669" w="1515">
                  <a:moveTo>
                    <a:pt x="290" y="1"/>
                  </a:moveTo>
                  <a:lnTo>
                    <a:pt x="212" y="23"/>
                  </a:lnTo>
                  <a:lnTo>
                    <a:pt x="145" y="56"/>
                  </a:lnTo>
                  <a:lnTo>
                    <a:pt x="79" y="112"/>
                  </a:lnTo>
                  <a:lnTo>
                    <a:pt x="34" y="179"/>
                  </a:lnTo>
                  <a:lnTo>
                    <a:pt x="1" y="257"/>
                  </a:lnTo>
                  <a:lnTo>
                    <a:pt x="1" y="335"/>
                  </a:lnTo>
                  <a:lnTo>
                    <a:pt x="12" y="424"/>
                  </a:lnTo>
                  <a:lnTo>
                    <a:pt x="45" y="491"/>
                  </a:lnTo>
                  <a:lnTo>
                    <a:pt x="90" y="546"/>
                  </a:lnTo>
                  <a:lnTo>
                    <a:pt x="145" y="591"/>
                  </a:lnTo>
                  <a:lnTo>
                    <a:pt x="212" y="624"/>
                  </a:lnTo>
                  <a:lnTo>
                    <a:pt x="290" y="647"/>
                  </a:lnTo>
                  <a:lnTo>
                    <a:pt x="357" y="669"/>
                  </a:lnTo>
                  <a:lnTo>
                    <a:pt x="513" y="669"/>
                  </a:lnTo>
                  <a:lnTo>
                    <a:pt x="724" y="635"/>
                  </a:lnTo>
                  <a:lnTo>
                    <a:pt x="1070" y="546"/>
                  </a:lnTo>
                  <a:lnTo>
                    <a:pt x="1237" y="491"/>
                  </a:lnTo>
                  <a:lnTo>
                    <a:pt x="1392" y="435"/>
                  </a:lnTo>
                  <a:lnTo>
                    <a:pt x="1448" y="413"/>
                  </a:lnTo>
                  <a:lnTo>
                    <a:pt x="1481" y="379"/>
                  </a:lnTo>
                  <a:lnTo>
                    <a:pt x="1515" y="346"/>
                  </a:lnTo>
                  <a:lnTo>
                    <a:pt x="1515" y="324"/>
                  </a:lnTo>
                  <a:lnTo>
                    <a:pt x="1504" y="301"/>
                  </a:lnTo>
                  <a:lnTo>
                    <a:pt x="1459" y="279"/>
                  </a:lnTo>
                  <a:lnTo>
                    <a:pt x="1359" y="257"/>
                  </a:lnTo>
                  <a:lnTo>
                    <a:pt x="1170" y="246"/>
                  </a:lnTo>
                  <a:lnTo>
                    <a:pt x="1036" y="235"/>
                  </a:lnTo>
                  <a:lnTo>
                    <a:pt x="903" y="201"/>
                  </a:lnTo>
                  <a:lnTo>
                    <a:pt x="780" y="157"/>
                  </a:lnTo>
                  <a:lnTo>
                    <a:pt x="658" y="101"/>
                  </a:lnTo>
                  <a:lnTo>
                    <a:pt x="524" y="34"/>
                  </a:lnTo>
                  <a:lnTo>
                    <a:pt x="446" y="12"/>
                  </a:lnTo>
                  <a:lnTo>
                    <a:pt x="379" y="1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320072" y="2722521"/>
              <a:ext cx="47310" cy="12813"/>
            </a:xfrm>
            <a:custGeom>
              <a:rect b="b" l="l" r="r" t="t"/>
              <a:pathLst>
                <a:path extrusionOk="0" h="546" w="2016">
                  <a:moveTo>
                    <a:pt x="212" y="0"/>
                  </a:moveTo>
                  <a:lnTo>
                    <a:pt x="134" y="11"/>
                  </a:lnTo>
                  <a:lnTo>
                    <a:pt x="78" y="45"/>
                  </a:lnTo>
                  <a:lnTo>
                    <a:pt x="22" y="89"/>
                  </a:lnTo>
                  <a:lnTo>
                    <a:pt x="11" y="112"/>
                  </a:lnTo>
                  <a:lnTo>
                    <a:pt x="0" y="145"/>
                  </a:lnTo>
                  <a:lnTo>
                    <a:pt x="0" y="178"/>
                  </a:lnTo>
                  <a:lnTo>
                    <a:pt x="11" y="212"/>
                  </a:lnTo>
                  <a:lnTo>
                    <a:pt x="45" y="267"/>
                  </a:lnTo>
                  <a:lnTo>
                    <a:pt x="89" y="312"/>
                  </a:lnTo>
                  <a:lnTo>
                    <a:pt x="145" y="345"/>
                  </a:lnTo>
                  <a:lnTo>
                    <a:pt x="278" y="412"/>
                  </a:lnTo>
                  <a:lnTo>
                    <a:pt x="423" y="446"/>
                  </a:lnTo>
                  <a:lnTo>
                    <a:pt x="568" y="479"/>
                  </a:lnTo>
                  <a:lnTo>
                    <a:pt x="713" y="490"/>
                  </a:lnTo>
                  <a:lnTo>
                    <a:pt x="1069" y="535"/>
                  </a:lnTo>
                  <a:lnTo>
                    <a:pt x="1247" y="546"/>
                  </a:lnTo>
                  <a:lnTo>
                    <a:pt x="1425" y="546"/>
                  </a:lnTo>
                  <a:lnTo>
                    <a:pt x="1570" y="535"/>
                  </a:lnTo>
                  <a:lnTo>
                    <a:pt x="1793" y="501"/>
                  </a:lnTo>
                  <a:lnTo>
                    <a:pt x="1904" y="479"/>
                  </a:lnTo>
                  <a:lnTo>
                    <a:pt x="1982" y="457"/>
                  </a:lnTo>
                  <a:lnTo>
                    <a:pt x="2004" y="434"/>
                  </a:lnTo>
                  <a:lnTo>
                    <a:pt x="2015" y="412"/>
                  </a:lnTo>
                  <a:lnTo>
                    <a:pt x="2015" y="401"/>
                  </a:lnTo>
                  <a:lnTo>
                    <a:pt x="1993" y="379"/>
                  </a:lnTo>
                  <a:lnTo>
                    <a:pt x="1960" y="357"/>
                  </a:lnTo>
                  <a:lnTo>
                    <a:pt x="1915" y="345"/>
                  </a:lnTo>
                  <a:lnTo>
                    <a:pt x="1559" y="301"/>
                  </a:lnTo>
                  <a:lnTo>
                    <a:pt x="1191" y="245"/>
                  </a:lnTo>
                  <a:lnTo>
                    <a:pt x="835" y="167"/>
                  </a:lnTo>
                  <a:lnTo>
                    <a:pt x="657" y="123"/>
                  </a:lnTo>
                  <a:lnTo>
                    <a:pt x="490" y="67"/>
                  </a:lnTo>
                  <a:lnTo>
                    <a:pt x="345" y="23"/>
                  </a:lnTo>
                  <a:lnTo>
                    <a:pt x="278" y="11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7422226" y="2716256"/>
              <a:ext cx="48883" cy="19877"/>
            </a:xfrm>
            <a:custGeom>
              <a:rect b="b" l="l" r="r" t="t"/>
              <a:pathLst>
                <a:path extrusionOk="0" h="847" w="2083">
                  <a:moveTo>
                    <a:pt x="1938" y="0"/>
                  </a:moveTo>
                  <a:lnTo>
                    <a:pt x="1882" y="11"/>
                  </a:lnTo>
                  <a:lnTo>
                    <a:pt x="1771" y="45"/>
                  </a:lnTo>
                  <a:lnTo>
                    <a:pt x="1670" y="89"/>
                  </a:lnTo>
                  <a:lnTo>
                    <a:pt x="1570" y="156"/>
                  </a:lnTo>
                  <a:lnTo>
                    <a:pt x="1381" y="290"/>
                  </a:lnTo>
                  <a:lnTo>
                    <a:pt x="1192" y="434"/>
                  </a:lnTo>
                  <a:lnTo>
                    <a:pt x="1091" y="490"/>
                  </a:lnTo>
                  <a:lnTo>
                    <a:pt x="991" y="534"/>
                  </a:lnTo>
                  <a:lnTo>
                    <a:pt x="880" y="579"/>
                  </a:lnTo>
                  <a:lnTo>
                    <a:pt x="757" y="601"/>
                  </a:lnTo>
                  <a:lnTo>
                    <a:pt x="635" y="635"/>
                  </a:lnTo>
                  <a:lnTo>
                    <a:pt x="501" y="646"/>
                  </a:lnTo>
                  <a:lnTo>
                    <a:pt x="134" y="646"/>
                  </a:lnTo>
                  <a:lnTo>
                    <a:pt x="11" y="624"/>
                  </a:lnTo>
                  <a:lnTo>
                    <a:pt x="0" y="668"/>
                  </a:lnTo>
                  <a:lnTo>
                    <a:pt x="0" y="701"/>
                  </a:lnTo>
                  <a:lnTo>
                    <a:pt x="23" y="746"/>
                  </a:lnTo>
                  <a:lnTo>
                    <a:pt x="56" y="779"/>
                  </a:lnTo>
                  <a:lnTo>
                    <a:pt x="89" y="802"/>
                  </a:lnTo>
                  <a:lnTo>
                    <a:pt x="134" y="813"/>
                  </a:lnTo>
                  <a:lnTo>
                    <a:pt x="245" y="835"/>
                  </a:lnTo>
                  <a:lnTo>
                    <a:pt x="379" y="846"/>
                  </a:lnTo>
                  <a:lnTo>
                    <a:pt x="524" y="846"/>
                  </a:lnTo>
                  <a:lnTo>
                    <a:pt x="802" y="835"/>
                  </a:lnTo>
                  <a:lnTo>
                    <a:pt x="1002" y="813"/>
                  </a:lnTo>
                  <a:lnTo>
                    <a:pt x="1125" y="779"/>
                  </a:lnTo>
                  <a:lnTo>
                    <a:pt x="1236" y="735"/>
                  </a:lnTo>
                  <a:lnTo>
                    <a:pt x="1336" y="690"/>
                  </a:lnTo>
                  <a:lnTo>
                    <a:pt x="1425" y="635"/>
                  </a:lnTo>
                  <a:lnTo>
                    <a:pt x="1615" y="523"/>
                  </a:lnTo>
                  <a:lnTo>
                    <a:pt x="1715" y="468"/>
                  </a:lnTo>
                  <a:lnTo>
                    <a:pt x="1837" y="412"/>
                  </a:lnTo>
                  <a:lnTo>
                    <a:pt x="1926" y="379"/>
                  </a:lnTo>
                  <a:lnTo>
                    <a:pt x="2015" y="323"/>
                  </a:lnTo>
                  <a:lnTo>
                    <a:pt x="2049" y="278"/>
                  </a:lnTo>
                  <a:lnTo>
                    <a:pt x="2071" y="245"/>
                  </a:lnTo>
                  <a:lnTo>
                    <a:pt x="2082" y="200"/>
                  </a:lnTo>
                  <a:lnTo>
                    <a:pt x="2082" y="156"/>
                  </a:lnTo>
                  <a:lnTo>
                    <a:pt x="2071" y="100"/>
                  </a:lnTo>
                  <a:lnTo>
                    <a:pt x="2049" y="56"/>
                  </a:lnTo>
                  <a:lnTo>
                    <a:pt x="2015" y="22"/>
                  </a:lnTo>
                  <a:lnTo>
                    <a:pt x="1982" y="11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rgbClr val="DA87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7110531" y="2784171"/>
              <a:ext cx="435299" cy="56721"/>
            </a:xfrm>
            <a:custGeom>
              <a:rect b="b" l="l" r="r" t="t"/>
              <a:pathLst>
                <a:path extrusionOk="0" h="2417" w="18549">
                  <a:moveTo>
                    <a:pt x="18548" y="1"/>
                  </a:moveTo>
                  <a:lnTo>
                    <a:pt x="0" y="68"/>
                  </a:lnTo>
                  <a:lnTo>
                    <a:pt x="34" y="101"/>
                  </a:lnTo>
                  <a:lnTo>
                    <a:pt x="112" y="201"/>
                  </a:lnTo>
                  <a:lnTo>
                    <a:pt x="390" y="491"/>
                  </a:lnTo>
                  <a:lnTo>
                    <a:pt x="846" y="958"/>
                  </a:lnTo>
                  <a:lnTo>
                    <a:pt x="1024" y="1114"/>
                  </a:lnTo>
                  <a:lnTo>
                    <a:pt x="1236" y="1259"/>
                  </a:lnTo>
                  <a:lnTo>
                    <a:pt x="1470" y="1392"/>
                  </a:lnTo>
                  <a:lnTo>
                    <a:pt x="1748" y="1515"/>
                  </a:lnTo>
                  <a:lnTo>
                    <a:pt x="2049" y="1637"/>
                  </a:lnTo>
                  <a:lnTo>
                    <a:pt x="2383" y="1749"/>
                  </a:lnTo>
                  <a:lnTo>
                    <a:pt x="2750" y="1860"/>
                  </a:lnTo>
                  <a:lnTo>
                    <a:pt x="3140" y="1949"/>
                  </a:lnTo>
                  <a:lnTo>
                    <a:pt x="3563" y="2038"/>
                  </a:lnTo>
                  <a:lnTo>
                    <a:pt x="4019" y="2116"/>
                  </a:lnTo>
                  <a:lnTo>
                    <a:pt x="4509" y="2194"/>
                  </a:lnTo>
                  <a:lnTo>
                    <a:pt x="5032" y="2250"/>
                  </a:lnTo>
                  <a:lnTo>
                    <a:pt x="5589" y="2305"/>
                  </a:lnTo>
                  <a:lnTo>
                    <a:pt x="6179" y="2339"/>
                  </a:lnTo>
                  <a:lnTo>
                    <a:pt x="6792" y="2372"/>
                  </a:lnTo>
                  <a:lnTo>
                    <a:pt x="7448" y="2406"/>
                  </a:lnTo>
                  <a:lnTo>
                    <a:pt x="8606" y="2417"/>
                  </a:lnTo>
                  <a:lnTo>
                    <a:pt x="9786" y="2417"/>
                  </a:lnTo>
                  <a:lnTo>
                    <a:pt x="10377" y="2406"/>
                  </a:lnTo>
                  <a:lnTo>
                    <a:pt x="10967" y="2383"/>
                  </a:lnTo>
                  <a:lnTo>
                    <a:pt x="11557" y="2361"/>
                  </a:lnTo>
                  <a:lnTo>
                    <a:pt x="12136" y="2328"/>
                  </a:lnTo>
                  <a:lnTo>
                    <a:pt x="12703" y="2283"/>
                  </a:lnTo>
                  <a:lnTo>
                    <a:pt x="13260" y="2239"/>
                  </a:lnTo>
                  <a:lnTo>
                    <a:pt x="13794" y="2183"/>
                  </a:lnTo>
                  <a:lnTo>
                    <a:pt x="14318" y="2116"/>
                  </a:lnTo>
                  <a:lnTo>
                    <a:pt x="14808" y="2038"/>
                  </a:lnTo>
                  <a:lnTo>
                    <a:pt x="15286" y="1960"/>
                  </a:lnTo>
                  <a:lnTo>
                    <a:pt x="15732" y="1871"/>
                  </a:lnTo>
                  <a:lnTo>
                    <a:pt x="16155" y="1771"/>
                  </a:lnTo>
                  <a:lnTo>
                    <a:pt x="16478" y="1682"/>
                  </a:lnTo>
                  <a:lnTo>
                    <a:pt x="16778" y="1582"/>
                  </a:lnTo>
                  <a:lnTo>
                    <a:pt x="17034" y="1481"/>
                  </a:lnTo>
                  <a:lnTo>
                    <a:pt x="17268" y="1381"/>
                  </a:lnTo>
                  <a:lnTo>
                    <a:pt x="17413" y="1292"/>
                  </a:lnTo>
                  <a:lnTo>
                    <a:pt x="17546" y="1203"/>
                  </a:lnTo>
                  <a:lnTo>
                    <a:pt x="17669" y="1103"/>
                  </a:lnTo>
                  <a:lnTo>
                    <a:pt x="17791" y="1003"/>
                  </a:lnTo>
                  <a:lnTo>
                    <a:pt x="17903" y="891"/>
                  </a:lnTo>
                  <a:lnTo>
                    <a:pt x="18014" y="769"/>
                  </a:lnTo>
                  <a:lnTo>
                    <a:pt x="18203" y="546"/>
                  </a:lnTo>
                  <a:lnTo>
                    <a:pt x="18348" y="335"/>
                  </a:lnTo>
                  <a:lnTo>
                    <a:pt x="18459" y="157"/>
                  </a:lnTo>
                  <a:lnTo>
                    <a:pt x="18548" y="1"/>
                  </a:lnTo>
                  <a:close/>
                </a:path>
              </a:pathLst>
            </a:custGeom>
            <a:solidFill>
              <a:srgbClr val="5E39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876161" y="2710764"/>
              <a:ext cx="171946" cy="90678"/>
            </a:xfrm>
            <a:custGeom>
              <a:rect b="b" l="l" r="r" t="t"/>
              <a:pathLst>
                <a:path extrusionOk="0" h="3864" w="7327">
                  <a:moveTo>
                    <a:pt x="4287" y="0"/>
                  </a:moveTo>
                  <a:lnTo>
                    <a:pt x="4120" y="23"/>
                  </a:lnTo>
                  <a:lnTo>
                    <a:pt x="3953" y="67"/>
                  </a:lnTo>
                  <a:lnTo>
                    <a:pt x="3797" y="134"/>
                  </a:lnTo>
                  <a:lnTo>
                    <a:pt x="3641" y="212"/>
                  </a:lnTo>
                  <a:lnTo>
                    <a:pt x="3496" y="312"/>
                  </a:lnTo>
                  <a:lnTo>
                    <a:pt x="3363" y="434"/>
                  </a:lnTo>
                  <a:lnTo>
                    <a:pt x="3363" y="390"/>
                  </a:lnTo>
                  <a:lnTo>
                    <a:pt x="3352" y="345"/>
                  </a:lnTo>
                  <a:lnTo>
                    <a:pt x="3329" y="323"/>
                  </a:lnTo>
                  <a:lnTo>
                    <a:pt x="3296" y="290"/>
                  </a:lnTo>
                  <a:lnTo>
                    <a:pt x="3263" y="279"/>
                  </a:lnTo>
                  <a:lnTo>
                    <a:pt x="3218" y="256"/>
                  </a:lnTo>
                  <a:lnTo>
                    <a:pt x="3129" y="245"/>
                  </a:lnTo>
                  <a:lnTo>
                    <a:pt x="2951" y="267"/>
                  </a:lnTo>
                  <a:lnTo>
                    <a:pt x="2773" y="290"/>
                  </a:lnTo>
                  <a:lnTo>
                    <a:pt x="2606" y="334"/>
                  </a:lnTo>
                  <a:lnTo>
                    <a:pt x="2439" y="390"/>
                  </a:lnTo>
                  <a:lnTo>
                    <a:pt x="2272" y="457"/>
                  </a:lnTo>
                  <a:lnTo>
                    <a:pt x="2116" y="546"/>
                  </a:lnTo>
                  <a:lnTo>
                    <a:pt x="1960" y="646"/>
                  </a:lnTo>
                  <a:lnTo>
                    <a:pt x="1815" y="746"/>
                  </a:lnTo>
                  <a:lnTo>
                    <a:pt x="1682" y="869"/>
                  </a:lnTo>
                  <a:lnTo>
                    <a:pt x="1559" y="980"/>
                  </a:lnTo>
                  <a:lnTo>
                    <a:pt x="1437" y="1102"/>
                  </a:lnTo>
                  <a:lnTo>
                    <a:pt x="1314" y="1214"/>
                  </a:lnTo>
                  <a:lnTo>
                    <a:pt x="1181" y="1314"/>
                  </a:lnTo>
                  <a:lnTo>
                    <a:pt x="1114" y="1359"/>
                  </a:lnTo>
                  <a:lnTo>
                    <a:pt x="1036" y="1392"/>
                  </a:lnTo>
                  <a:lnTo>
                    <a:pt x="969" y="1425"/>
                  </a:lnTo>
                  <a:lnTo>
                    <a:pt x="880" y="1448"/>
                  </a:lnTo>
                  <a:lnTo>
                    <a:pt x="802" y="1459"/>
                  </a:lnTo>
                  <a:lnTo>
                    <a:pt x="713" y="1470"/>
                  </a:lnTo>
                  <a:lnTo>
                    <a:pt x="535" y="1459"/>
                  </a:lnTo>
                  <a:lnTo>
                    <a:pt x="357" y="1448"/>
                  </a:lnTo>
                  <a:lnTo>
                    <a:pt x="179" y="1448"/>
                  </a:lnTo>
                  <a:lnTo>
                    <a:pt x="90" y="1459"/>
                  </a:lnTo>
                  <a:lnTo>
                    <a:pt x="1" y="1481"/>
                  </a:lnTo>
                  <a:lnTo>
                    <a:pt x="23" y="1570"/>
                  </a:lnTo>
                  <a:lnTo>
                    <a:pt x="56" y="1637"/>
                  </a:lnTo>
                  <a:lnTo>
                    <a:pt x="101" y="1715"/>
                  </a:lnTo>
                  <a:lnTo>
                    <a:pt x="156" y="1770"/>
                  </a:lnTo>
                  <a:lnTo>
                    <a:pt x="212" y="1837"/>
                  </a:lnTo>
                  <a:lnTo>
                    <a:pt x="257" y="1904"/>
                  </a:lnTo>
                  <a:lnTo>
                    <a:pt x="301" y="1982"/>
                  </a:lnTo>
                  <a:lnTo>
                    <a:pt x="323" y="2060"/>
                  </a:lnTo>
                  <a:lnTo>
                    <a:pt x="323" y="2127"/>
                  </a:lnTo>
                  <a:lnTo>
                    <a:pt x="312" y="2194"/>
                  </a:lnTo>
                  <a:lnTo>
                    <a:pt x="268" y="2316"/>
                  </a:lnTo>
                  <a:lnTo>
                    <a:pt x="223" y="2450"/>
                  </a:lnTo>
                  <a:lnTo>
                    <a:pt x="201" y="2505"/>
                  </a:lnTo>
                  <a:lnTo>
                    <a:pt x="179" y="2572"/>
                  </a:lnTo>
                  <a:lnTo>
                    <a:pt x="179" y="2661"/>
                  </a:lnTo>
                  <a:lnTo>
                    <a:pt x="190" y="2750"/>
                  </a:lnTo>
                  <a:lnTo>
                    <a:pt x="223" y="2828"/>
                  </a:lnTo>
                  <a:lnTo>
                    <a:pt x="268" y="2906"/>
                  </a:lnTo>
                  <a:lnTo>
                    <a:pt x="323" y="2973"/>
                  </a:lnTo>
                  <a:lnTo>
                    <a:pt x="379" y="3029"/>
                  </a:lnTo>
                  <a:lnTo>
                    <a:pt x="457" y="3073"/>
                  </a:lnTo>
                  <a:lnTo>
                    <a:pt x="524" y="3106"/>
                  </a:lnTo>
                  <a:lnTo>
                    <a:pt x="602" y="3118"/>
                  </a:lnTo>
                  <a:lnTo>
                    <a:pt x="680" y="3129"/>
                  </a:lnTo>
                  <a:lnTo>
                    <a:pt x="758" y="3129"/>
                  </a:lnTo>
                  <a:lnTo>
                    <a:pt x="836" y="3118"/>
                  </a:lnTo>
                  <a:lnTo>
                    <a:pt x="991" y="3084"/>
                  </a:lnTo>
                  <a:lnTo>
                    <a:pt x="1147" y="3029"/>
                  </a:lnTo>
                  <a:lnTo>
                    <a:pt x="1259" y="2984"/>
                  </a:lnTo>
                  <a:lnTo>
                    <a:pt x="1370" y="2951"/>
                  </a:lnTo>
                  <a:lnTo>
                    <a:pt x="1492" y="2928"/>
                  </a:lnTo>
                  <a:lnTo>
                    <a:pt x="1548" y="2939"/>
                  </a:lnTo>
                  <a:lnTo>
                    <a:pt x="1604" y="2951"/>
                  </a:lnTo>
                  <a:lnTo>
                    <a:pt x="1648" y="2962"/>
                  </a:lnTo>
                  <a:lnTo>
                    <a:pt x="1693" y="2984"/>
                  </a:lnTo>
                  <a:lnTo>
                    <a:pt x="1735" y="3010"/>
                  </a:lnTo>
                  <a:lnTo>
                    <a:pt x="1735" y="3010"/>
                  </a:lnTo>
                  <a:lnTo>
                    <a:pt x="1737" y="3017"/>
                  </a:lnTo>
                  <a:lnTo>
                    <a:pt x="1782" y="3106"/>
                  </a:lnTo>
                  <a:lnTo>
                    <a:pt x="1838" y="3184"/>
                  </a:lnTo>
                  <a:lnTo>
                    <a:pt x="1893" y="3262"/>
                  </a:lnTo>
                  <a:lnTo>
                    <a:pt x="1971" y="3318"/>
                  </a:lnTo>
                  <a:lnTo>
                    <a:pt x="2038" y="3385"/>
                  </a:lnTo>
                  <a:lnTo>
                    <a:pt x="2205" y="3474"/>
                  </a:lnTo>
                  <a:lnTo>
                    <a:pt x="2372" y="3563"/>
                  </a:lnTo>
                  <a:lnTo>
                    <a:pt x="2606" y="3674"/>
                  </a:lnTo>
                  <a:lnTo>
                    <a:pt x="2851" y="3763"/>
                  </a:lnTo>
                  <a:lnTo>
                    <a:pt x="2973" y="3808"/>
                  </a:lnTo>
                  <a:lnTo>
                    <a:pt x="3096" y="3830"/>
                  </a:lnTo>
                  <a:lnTo>
                    <a:pt x="3218" y="3852"/>
                  </a:lnTo>
                  <a:lnTo>
                    <a:pt x="3341" y="3864"/>
                  </a:lnTo>
                  <a:lnTo>
                    <a:pt x="3474" y="3852"/>
                  </a:lnTo>
                  <a:lnTo>
                    <a:pt x="3597" y="3830"/>
                  </a:lnTo>
                  <a:lnTo>
                    <a:pt x="3719" y="3786"/>
                  </a:lnTo>
                  <a:lnTo>
                    <a:pt x="3842" y="3730"/>
                  </a:lnTo>
                  <a:lnTo>
                    <a:pt x="3942" y="3663"/>
                  </a:lnTo>
                  <a:lnTo>
                    <a:pt x="4042" y="3574"/>
                  </a:lnTo>
                  <a:lnTo>
                    <a:pt x="4131" y="3474"/>
                  </a:lnTo>
                  <a:lnTo>
                    <a:pt x="4198" y="3351"/>
                  </a:lnTo>
                  <a:lnTo>
                    <a:pt x="4231" y="3285"/>
                  </a:lnTo>
                  <a:lnTo>
                    <a:pt x="4265" y="3218"/>
                  </a:lnTo>
                  <a:lnTo>
                    <a:pt x="4309" y="3162"/>
                  </a:lnTo>
                  <a:lnTo>
                    <a:pt x="4331" y="3151"/>
                  </a:lnTo>
                  <a:lnTo>
                    <a:pt x="4365" y="3140"/>
                  </a:lnTo>
                  <a:lnTo>
                    <a:pt x="4432" y="3140"/>
                  </a:lnTo>
                  <a:lnTo>
                    <a:pt x="4498" y="3173"/>
                  </a:lnTo>
                  <a:lnTo>
                    <a:pt x="4643" y="3251"/>
                  </a:lnTo>
                  <a:lnTo>
                    <a:pt x="4777" y="3307"/>
                  </a:lnTo>
                  <a:lnTo>
                    <a:pt x="4921" y="3363"/>
                  </a:lnTo>
                  <a:lnTo>
                    <a:pt x="5066" y="3418"/>
                  </a:lnTo>
                  <a:lnTo>
                    <a:pt x="5211" y="3463"/>
                  </a:lnTo>
                  <a:lnTo>
                    <a:pt x="5356" y="3496"/>
                  </a:lnTo>
                  <a:lnTo>
                    <a:pt x="5500" y="3530"/>
                  </a:lnTo>
                  <a:lnTo>
                    <a:pt x="5656" y="3552"/>
                  </a:lnTo>
                  <a:lnTo>
                    <a:pt x="5801" y="3563"/>
                  </a:lnTo>
                  <a:lnTo>
                    <a:pt x="5957" y="3574"/>
                  </a:lnTo>
                  <a:lnTo>
                    <a:pt x="6257" y="3574"/>
                  </a:lnTo>
                  <a:lnTo>
                    <a:pt x="6402" y="3563"/>
                  </a:lnTo>
                  <a:lnTo>
                    <a:pt x="6558" y="3541"/>
                  </a:lnTo>
                  <a:lnTo>
                    <a:pt x="6703" y="3518"/>
                  </a:lnTo>
                  <a:lnTo>
                    <a:pt x="6848" y="3485"/>
                  </a:lnTo>
                  <a:lnTo>
                    <a:pt x="6937" y="3463"/>
                  </a:lnTo>
                  <a:lnTo>
                    <a:pt x="7026" y="3429"/>
                  </a:lnTo>
                  <a:lnTo>
                    <a:pt x="7104" y="3374"/>
                  </a:lnTo>
                  <a:lnTo>
                    <a:pt x="7182" y="3329"/>
                  </a:lnTo>
                  <a:lnTo>
                    <a:pt x="7248" y="3262"/>
                  </a:lnTo>
                  <a:lnTo>
                    <a:pt x="7293" y="3184"/>
                  </a:lnTo>
                  <a:lnTo>
                    <a:pt x="7315" y="3106"/>
                  </a:lnTo>
                  <a:lnTo>
                    <a:pt x="7326" y="3062"/>
                  </a:lnTo>
                  <a:lnTo>
                    <a:pt x="7315" y="3006"/>
                  </a:lnTo>
                  <a:lnTo>
                    <a:pt x="7304" y="2951"/>
                  </a:lnTo>
                  <a:lnTo>
                    <a:pt x="7282" y="2895"/>
                  </a:lnTo>
                  <a:lnTo>
                    <a:pt x="7226" y="2784"/>
                  </a:lnTo>
                  <a:lnTo>
                    <a:pt x="7170" y="2672"/>
                  </a:lnTo>
                  <a:lnTo>
                    <a:pt x="7148" y="2617"/>
                  </a:lnTo>
                  <a:lnTo>
                    <a:pt x="7137" y="2550"/>
                  </a:lnTo>
                  <a:lnTo>
                    <a:pt x="7137" y="2472"/>
                  </a:lnTo>
                  <a:lnTo>
                    <a:pt x="7159" y="2405"/>
                  </a:lnTo>
                  <a:lnTo>
                    <a:pt x="7182" y="2327"/>
                  </a:lnTo>
                  <a:lnTo>
                    <a:pt x="7215" y="2249"/>
                  </a:lnTo>
                  <a:lnTo>
                    <a:pt x="7282" y="2104"/>
                  </a:lnTo>
                  <a:lnTo>
                    <a:pt x="7304" y="2038"/>
                  </a:lnTo>
                  <a:lnTo>
                    <a:pt x="7315" y="1960"/>
                  </a:lnTo>
                  <a:lnTo>
                    <a:pt x="7304" y="1871"/>
                  </a:lnTo>
                  <a:lnTo>
                    <a:pt x="7282" y="1793"/>
                  </a:lnTo>
                  <a:lnTo>
                    <a:pt x="7248" y="1715"/>
                  </a:lnTo>
                  <a:lnTo>
                    <a:pt x="7204" y="1648"/>
                  </a:lnTo>
                  <a:lnTo>
                    <a:pt x="7148" y="1581"/>
                  </a:lnTo>
                  <a:lnTo>
                    <a:pt x="7081" y="1514"/>
                  </a:lnTo>
                  <a:lnTo>
                    <a:pt x="6948" y="1414"/>
                  </a:lnTo>
                  <a:lnTo>
                    <a:pt x="6725" y="1247"/>
                  </a:lnTo>
                  <a:lnTo>
                    <a:pt x="6603" y="1180"/>
                  </a:lnTo>
                  <a:lnTo>
                    <a:pt x="6480" y="1114"/>
                  </a:lnTo>
                  <a:lnTo>
                    <a:pt x="6358" y="1058"/>
                  </a:lnTo>
                  <a:lnTo>
                    <a:pt x="6235" y="1002"/>
                  </a:lnTo>
                  <a:lnTo>
                    <a:pt x="6113" y="980"/>
                  </a:lnTo>
                  <a:lnTo>
                    <a:pt x="5979" y="969"/>
                  </a:lnTo>
                  <a:lnTo>
                    <a:pt x="5868" y="969"/>
                  </a:lnTo>
                  <a:lnTo>
                    <a:pt x="5756" y="980"/>
                  </a:lnTo>
                  <a:lnTo>
                    <a:pt x="5645" y="991"/>
                  </a:lnTo>
                  <a:lnTo>
                    <a:pt x="5545" y="991"/>
                  </a:lnTo>
                  <a:lnTo>
                    <a:pt x="5434" y="969"/>
                  </a:lnTo>
                  <a:lnTo>
                    <a:pt x="5378" y="947"/>
                  </a:lnTo>
                  <a:lnTo>
                    <a:pt x="5333" y="913"/>
                  </a:lnTo>
                  <a:lnTo>
                    <a:pt x="5278" y="880"/>
                  </a:lnTo>
                  <a:lnTo>
                    <a:pt x="5244" y="835"/>
                  </a:lnTo>
                  <a:lnTo>
                    <a:pt x="5211" y="791"/>
                  </a:lnTo>
                  <a:lnTo>
                    <a:pt x="5189" y="735"/>
                  </a:lnTo>
                  <a:lnTo>
                    <a:pt x="5178" y="657"/>
                  </a:lnTo>
                  <a:lnTo>
                    <a:pt x="5166" y="590"/>
                  </a:lnTo>
                  <a:lnTo>
                    <a:pt x="5166" y="524"/>
                  </a:lnTo>
                  <a:lnTo>
                    <a:pt x="5155" y="446"/>
                  </a:lnTo>
                  <a:lnTo>
                    <a:pt x="5133" y="357"/>
                  </a:lnTo>
                  <a:lnTo>
                    <a:pt x="5088" y="279"/>
                  </a:lnTo>
                  <a:lnTo>
                    <a:pt x="5033" y="201"/>
                  </a:lnTo>
                  <a:lnTo>
                    <a:pt x="4955" y="145"/>
                  </a:lnTo>
                  <a:lnTo>
                    <a:pt x="4877" y="100"/>
                  </a:lnTo>
                  <a:lnTo>
                    <a:pt x="4799" y="56"/>
                  </a:lnTo>
                  <a:lnTo>
                    <a:pt x="4710" y="34"/>
                  </a:lnTo>
                  <a:lnTo>
                    <a:pt x="4621" y="11"/>
                  </a:lnTo>
                  <a:lnTo>
                    <a:pt x="4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863888" y="2737142"/>
              <a:ext cx="155472" cy="46278"/>
            </a:xfrm>
            <a:custGeom>
              <a:rect b="b" l="l" r="r" t="t"/>
              <a:pathLst>
                <a:path extrusionOk="0" h="1972" w="6625">
                  <a:moveTo>
                    <a:pt x="123" y="1"/>
                  </a:moveTo>
                  <a:lnTo>
                    <a:pt x="78" y="23"/>
                  </a:lnTo>
                  <a:lnTo>
                    <a:pt x="56" y="34"/>
                  </a:lnTo>
                  <a:lnTo>
                    <a:pt x="34" y="56"/>
                  </a:lnTo>
                  <a:lnTo>
                    <a:pt x="11" y="112"/>
                  </a:lnTo>
                  <a:lnTo>
                    <a:pt x="0" y="168"/>
                  </a:lnTo>
                  <a:lnTo>
                    <a:pt x="11" y="246"/>
                  </a:lnTo>
                  <a:lnTo>
                    <a:pt x="34" y="312"/>
                  </a:lnTo>
                  <a:lnTo>
                    <a:pt x="67" y="379"/>
                  </a:lnTo>
                  <a:lnTo>
                    <a:pt x="100" y="446"/>
                  </a:lnTo>
                  <a:lnTo>
                    <a:pt x="145" y="502"/>
                  </a:lnTo>
                  <a:lnTo>
                    <a:pt x="323" y="691"/>
                  </a:lnTo>
                  <a:lnTo>
                    <a:pt x="524" y="869"/>
                  </a:lnTo>
                  <a:lnTo>
                    <a:pt x="713" y="1036"/>
                  </a:lnTo>
                  <a:lnTo>
                    <a:pt x="924" y="1192"/>
                  </a:lnTo>
                  <a:lnTo>
                    <a:pt x="1136" y="1337"/>
                  </a:lnTo>
                  <a:lnTo>
                    <a:pt x="1359" y="1459"/>
                  </a:lnTo>
                  <a:lnTo>
                    <a:pt x="1592" y="1571"/>
                  </a:lnTo>
                  <a:lnTo>
                    <a:pt x="1815" y="1660"/>
                  </a:lnTo>
                  <a:lnTo>
                    <a:pt x="4955" y="1938"/>
                  </a:lnTo>
                  <a:lnTo>
                    <a:pt x="5155" y="1971"/>
                  </a:lnTo>
                  <a:lnTo>
                    <a:pt x="5344" y="1971"/>
                  </a:lnTo>
                  <a:lnTo>
                    <a:pt x="5545" y="1960"/>
                  </a:lnTo>
                  <a:lnTo>
                    <a:pt x="5745" y="1927"/>
                  </a:lnTo>
                  <a:lnTo>
                    <a:pt x="5934" y="1871"/>
                  </a:lnTo>
                  <a:lnTo>
                    <a:pt x="6124" y="1804"/>
                  </a:lnTo>
                  <a:lnTo>
                    <a:pt x="6302" y="1715"/>
                  </a:lnTo>
                  <a:lnTo>
                    <a:pt x="6480" y="1604"/>
                  </a:lnTo>
                  <a:lnTo>
                    <a:pt x="6524" y="1571"/>
                  </a:lnTo>
                  <a:lnTo>
                    <a:pt x="6569" y="1537"/>
                  </a:lnTo>
                  <a:lnTo>
                    <a:pt x="6602" y="1481"/>
                  </a:lnTo>
                  <a:lnTo>
                    <a:pt x="6625" y="1426"/>
                  </a:lnTo>
                  <a:lnTo>
                    <a:pt x="6625" y="1359"/>
                  </a:lnTo>
                  <a:lnTo>
                    <a:pt x="6602" y="1303"/>
                  </a:lnTo>
                  <a:lnTo>
                    <a:pt x="6569" y="1237"/>
                  </a:lnTo>
                  <a:lnTo>
                    <a:pt x="6536" y="1192"/>
                  </a:lnTo>
                  <a:lnTo>
                    <a:pt x="6413" y="1047"/>
                  </a:lnTo>
                  <a:lnTo>
                    <a:pt x="6291" y="936"/>
                  </a:lnTo>
                  <a:lnTo>
                    <a:pt x="6157" y="825"/>
                  </a:lnTo>
                  <a:lnTo>
                    <a:pt x="6023" y="724"/>
                  </a:lnTo>
                  <a:lnTo>
                    <a:pt x="5879" y="646"/>
                  </a:lnTo>
                  <a:lnTo>
                    <a:pt x="5723" y="569"/>
                  </a:lnTo>
                  <a:lnTo>
                    <a:pt x="5567" y="513"/>
                  </a:lnTo>
                  <a:lnTo>
                    <a:pt x="5411" y="457"/>
                  </a:lnTo>
                  <a:lnTo>
                    <a:pt x="5244" y="413"/>
                  </a:lnTo>
                  <a:lnTo>
                    <a:pt x="5077" y="379"/>
                  </a:lnTo>
                  <a:lnTo>
                    <a:pt x="4910" y="357"/>
                  </a:lnTo>
                  <a:lnTo>
                    <a:pt x="4743" y="335"/>
                  </a:lnTo>
                  <a:lnTo>
                    <a:pt x="4576" y="324"/>
                  </a:lnTo>
                  <a:lnTo>
                    <a:pt x="4398" y="324"/>
                  </a:lnTo>
                  <a:lnTo>
                    <a:pt x="4064" y="335"/>
                  </a:lnTo>
                  <a:lnTo>
                    <a:pt x="3730" y="357"/>
                  </a:lnTo>
                  <a:lnTo>
                    <a:pt x="3396" y="390"/>
                  </a:lnTo>
                  <a:lnTo>
                    <a:pt x="3062" y="424"/>
                  </a:lnTo>
                  <a:lnTo>
                    <a:pt x="2728" y="457"/>
                  </a:lnTo>
                  <a:lnTo>
                    <a:pt x="2394" y="468"/>
                  </a:lnTo>
                  <a:lnTo>
                    <a:pt x="2071" y="468"/>
                  </a:lnTo>
                  <a:lnTo>
                    <a:pt x="1904" y="457"/>
                  </a:lnTo>
                  <a:lnTo>
                    <a:pt x="1737" y="435"/>
                  </a:lnTo>
                  <a:lnTo>
                    <a:pt x="1570" y="413"/>
                  </a:lnTo>
                  <a:lnTo>
                    <a:pt x="1414" y="379"/>
                  </a:lnTo>
                  <a:lnTo>
                    <a:pt x="1258" y="335"/>
                  </a:lnTo>
                  <a:lnTo>
                    <a:pt x="1114" y="290"/>
                  </a:lnTo>
                  <a:lnTo>
                    <a:pt x="824" y="190"/>
                  </a:lnTo>
                  <a:lnTo>
                    <a:pt x="535" y="90"/>
                  </a:lnTo>
                  <a:lnTo>
                    <a:pt x="390" y="45"/>
                  </a:lnTo>
                  <a:lnTo>
                    <a:pt x="245" y="12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rgbClr val="A9CA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863888" y="2737142"/>
              <a:ext cx="155472" cy="46278"/>
            </a:xfrm>
            <a:custGeom>
              <a:rect b="b" l="l" r="r" t="t"/>
              <a:pathLst>
                <a:path extrusionOk="0" fill="none" h="1972" w="6625">
                  <a:moveTo>
                    <a:pt x="1815" y="1660"/>
                  </a:moveTo>
                  <a:lnTo>
                    <a:pt x="1815" y="1660"/>
                  </a:lnTo>
                  <a:lnTo>
                    <a:pt x="1592" y="1571"/>
                  </a:lnTo>
                  <a:lnTo>
                    <a:pt x="1359" y="1459"/>
                  </a:lnTo>
                  <a:lnTo>
                    <a:pt x="1136" y="1337"/>
                  </a:lnTo>
                  <a:lnTo>
                    <a:pt x="924" y="1192"/>
                  </a:lnTo>
                  <a:lnTo>
                    <a:pt x="713" y="1036"/>
                  </a:lnTo>
                  <a:lnTo>
                    <a:pt x="524" y="869"/>
                  </a:lnTo>
                  <a:lnTo>
                    <a:pt x="323" y="691"/>
                  </a:lnTo>
                  <a:lnTo>
                    <a:pt x="145" y="502"/>
                  </a:lnTo>
                  <a:lnTo>
                    <a:pt x="145" y="502"/>
                  </a:lnTo>
                  <a:lnTo>
                    <a:pt x="100" y="446"/>
                  </a:lnTo>
                  <a:lnTo>
                    <a:pt x="67" y="379"/>
                  </a:lnTo>
                  <a:lnTo>
                    <a:pt x="34" y="312"/>
                  </a:lnTo>
                  <a:lnTo>
                    <a:pt x="11" y="246"/>
                  </a:lnTo>
                  <a:lnTo>
                    <a:pt x="0" y="168"/>
                  </a:lnTo>
                  <a:lnTo>
                    <a:pt x="11" y="112"/>
                  </a:lnTo>
                  <a:lnTo>
                    <a:pt x="34" y="56"/>
                  </a:lnTo>
                  <a:lnTo>
                    <a:pt x="56" y="34"/>
                  </a:lnTo>
                  <a:lnTo>
                    <a:pt x="78" y="23"/>
                  </a:lnTo>
                  <a:lnTo>
                    <a:pt x="78" y="23"/>
                  </a:lnTo>
                  <a:lnTo>
                    <a:pt x="123" y="1"/>
                  </a:lnTo>
                  <a:lnTo>
                    <a:pt x="156" y="1"/>
                  </a:lnTo>
                  <a:lnTo>
                    <a:pt x="245" y="12"/>
                  </a:lnTo>
                  <a:lnTo>
                    <a:pt x="245" y="12"/>
                  </a:lnTo>
                  <a:lnTo>
                    <a:pt x="390" y="45"/>
                  </a:lnTo>
                  <a:lnTo>
                    <a:pt x="535" y="90"/>
                  </a:lnTo>
                  <a:lnTo>
                    <a:pt x="824" y="190"/>
                  </a:lnTo>
                  <a:lnTo>
                    <a:pt x="1114" y="290"/>
                  </a:lnTo>
                  <a:lnTo>
                    <a:pt x="1258" y="335"/>
                  </a:lnTo>
                  <a:lnTo>
                    <a:pt x="1414" y="379"/>
                  </a:lnTo>
                  <a:lnTo>
                    <a:pt x="1414" y="379"/>
                  </a:lnTo>
                  <a:lnTo>
                    <a:pt x="1570" y="413"/>
                  </a:lnTo>
                  <a:lnTo>
                    <a:pt x="1737" y="435"/>
                  </a:lnTo>
                  <a:lnTo>
                    <a:pt x="1904" y="457"/>
                  </a:lnTo>
                  <a:lnTo>
                    <a:pt x="2071" y="468"/>
                  </a:lnTo>
                  <a:lnTo>
                    <a:pt x="2394" y="468"/>
                  </a:lnTo>
                  <a:lnTo>
                    <a:pt x="2728" y="457"/>
                  </a:lnTo>
                  <a:lnTo>
                    <a:pt x="3062" y="424"/>
                  </a:lnTo>
                  <a:lnTo>
                    <a:pt x="3396" y="390"/>
                  </a:lnTo>
                  <a:lnTo>
                    <a:pt x="3730" y="357"/>
                  </a:lnTo>
                  <a:lnTo>
                    <a:pt x="4064" y="335"/>
                  </a:lnTo>
                  <a:lnTo>
                    <a:pt x="4064" y="335"/>
                  </a:lnTo>
                  <a:lnTo>
                    <a:pt x="4398" y="324"/>
                  </a:lnTo>
                  <a:lnTo>
                    <a:pt x="4576" y="324"/>
                  </a:lnTo>
                  <a:lnTo>
                    <a:pt x="4743" y="335"/>
                  </a:lnTo>
                  <a:lnTo>
                    <a:pt x="4910" y="357"/>
                  </a:lnTo>
                  <a:lnTo>
                    <a:pt x="5077" y="379"/>
                  </a:lnTo>
                  <a:lnTo>
                    <a:pt x="5244" y="413"/>
                  </a:lnTo>
                  <a:lnTo>
                    <a:pt x="5411" y="457"/>
                  </a:lnTo>
                  <a:lnTo>
                    <a:pt x="5567" y="513"/>
                  </a:lnTo>
                  <a:lnTo>
                    <a:pt x="5723" y="569"/>
                  </a:lnTo>
                  <a:lnTo>
                    <a:pt x="5879" y="646"/>
                  </a:lnTo>
                  <a:lnTo>
                    <a:pt x="6023" y="724"/>
                  </a:lnTo>
                  <a:lnTo>
                    <a:pt x="6157" y="825"/>
                  </a:lnTo>
                  <a:lnTo>
                    <a:pt x="6291" y="936"/>
                  </a:lnTo>
                  <a:lnTo>
                    <a:pt x="6413" y="1047"/>
                  </a:lnTo>
                  <a:lnTo>
                    <a:pt x="6536" y="1192"/>
                  </a:lnTo>
                  <a:lnTo>
                    <a:pt x="6536" y="1192"/>
                  </a:lnTo>
                  <a:lnTo>
                    <a:pt x="6569" y="1237"/>
                  </a:lnTo>
                  <a:lnTo>
                    <a:pt x="6602" y="1303"/>
                  </a:lnTo>
                  <a:lnTo>
                    <a:pt x="6625" y="1359"/>
                  </a:lnTo>
                  <a:lnTo>
                    <a:pt x="6625" y="1426"/>
                  </a:lnTo>
                  <a:lnTo>
                    <a:pt x="6625" y="1426"/>
                  </a:lnTo>
                  <a:lnTo>
                    <a:pt x="6602" y="1481"/>
                  </a:lnTo>
                  <a:lnTo>
                    <a:pt x="6569" y="1537"/>
                  </a:lnTo>
                  <a:lnTo>
                    <a:pt x="6524" y="1571"/>
                  </a:lnTo>
                  <a:lnTo>
                    <a:pt x="6480" y="1604"/>
                  </a:lnTo>
                  <a:lnTo>
                    <a:pt x="6480" y="1604"/>
                  </a:lnTo>
                  <a:lnTo>
                    <a:pt x="6302" y="1715"/>
                  </a:lnTo>
                  <a:lnTo>
                    <a:pt x="6124" y="1804"/>
                  </a:lnTo>
                  <a:lnTo>
                    <a:pt x="5934" y="1871"/>
                  </a:lnTo>
                  <a:lnTo>
                    <a:pt x="5745" y="1927"/>
                  </a:lnTo>
                  <a:lnTo>
                    <a:pt x="5545" y="1960"/>
                  </a:lnTo>
                  <a:lnTo>
                    <a:pt x="5344" y="1971"/>
                  </a:lnTo>
                  <a:lnTo>
                    <a:pt x="5155" y="1971"/>
                  </a:lnTo>
                  <a:lnTo>
                    <a:pt x="4955" y="193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6744485" y="2729562"/>
              <a:ext cx="190744" cy="90702"/>
            </a:xfrm>
            <a:custGeom>
              <a:rect b="b" l="l" r="r" t="t"/>
              <a:pathLst>
                <a:path extrusionOk="0" h="3865" w="8128">
                  <a:moveTo>
                    <a:pt x="4943" y="1"/>
                  </a:moveTo>
                  <a:lnTo>
                    <a:pt x="4754" y="12"/>
                  </a:lnTo>
                  <a:lnTo>
                    <a:pt x="4576" y="34"/>
                  </a:lnTo>
                  <a:lnTo>
                    <a:pt x="4387" y="79"/>
                  </a:lnTo>
                  <a:lnTo>
                    <a:pt x="4209" y="134"/>
                  </a:lnTo>
                  <a:lnTo>
                    <a:pt x="4042" y="224"/>
                  </a:lnTo>
                  <a:lnTo>
                    <a:pt x="3886" y="324"/>
                  </a:lnTo>
                  <a:lnTo>
                    <a:pt x="3730" y="435"/>
                  </a:lnTo>
                  <a:lnTo>
                    <a:pt x="3730" y="391"/>
                  </a:lnTo>
                  <a:lnTo>
                    <a:pt x="3719" y="357"/>
                  </a:lnTo>
                  <a:lnTo>
                    <a:pt x="3697" y="324"/>
                  </a:lnTo>
                  <a:lnTo>
                    <a:pt x="3663" y="301"/>
                  </a:lnTo>
                  <a:lnTo>
                    <a:pt x="3619" y="279"/>
                  </a:lnTo>
                  <a:lnTo>
                    <a:pt x="3563" y="268"/>
                  </a:lnTo>
                  <a:lnTo>
                    <a:pt x="3463" y="257"/>
                  </a:lnTo>
                  <a:lnTo>
                    <a:pt x="3273" y="268"/>
                  </a:lnTo>
                  <a:lnTo>
                    <a:pt x="3084" y="290"/>
                  </a:lnTo>
                  <a:lnTo>
                    <a:pt x="2895" y="335"/>
                  </a:lnTo>
                  <a:lnTo>
                    <a:pt x="2706" y="391"/>
                  </a:lnTo>
                  <a:lnTo>
                    <a:pt x="2516" y="468"/>
                  </a:lnTo>
                  <a:lnTo>
                    <a:pt x="2338" y="546"/>
                  </a:lnTo>
                  <a:lnTo>
                    <a:pt x="2171" y="647"/>
                  </a:lnTo>
                  <a:lnTo>
                    <a:pt x="2004" y="758"/>
                  </a:lnTo>
                  <a:lnTo>
                    <a:pt x="1860" y="869"/>
                  </a:lnTo>
                  <a:lnTo>
                    <a:pt x="1726" y="992"/>
                  </a:lnTo>
                  <a:lnTo>
                    <a:pt x="1592" y="1103"/>
                  </a:lnTo>
                  <a:lnTo>
                    <a:pt x="1448" y="1226"/>
                  </a:lnTo>
                  <a:lnTo>
                    <a:pt x="1303" y="1315"/>
                  </a:lnTo>
                  <a:lnTo>
                    <a:pt x="1225" y="1359"/>
                  </a:lnTo>
                  <a:lnTo>
                    <a:pt x="1147" y="1404"/>
                  </a:lnTo>
                  <a:lnTo>
                    <a:pt x="1058" y="1426"/>
                  </a:lnTo>
                  <a:lnTo>
                    <a:pt x="980" y="1448"/>
                  </a:lnTo>
                  <a:lnTo>
                    <a:pt x="880" y="1459"/>
                  </a:lnTo>
                  <a:lnTo>
                    <a:pt x="780" y="1470"/>
                  </a:lnTo>
                  <a:lnTo>
                    <a:pt x="590" y="1459"/>
                  </a:lnTo>
                  <a:lnTo>
                    <a:pt x="390" y="1448"/>
                  </a:lnTo>
                  <a:lnTo>
                    <a:pt x="190" y="1459"/>
                  </a:lnTo>
                  <a:lnTo>
                    <a:pt x="89" y="1470"/>
                  </a:lnTo>
                  <a:lnTo>
                    <a:pt x="0" y="1493"/>
                  </a:lnTo>
                  <a:lnTo>
                    <a:pt x="0" y="1537"/>
                  </a:lnTo>
                  <a:lnTo>
                    <a:pt x="11" y="1571"/>
                  </a:lnTo>
                  <a:lnTo>
                    <a:pt x="56" y="1649"/>
                  </a:lnTo>
                  <a:lnTo>
                    <a:pt x="100" y="1715"/>
                  </a:lnTo>
                  <a:lnTo>
                    <a:pt x="167" y="1782"/>
                  </a:lnTo>
                  <a:lnTo>
                    <a:pt x="223" y="1849"/>
                  </a:lnTo>
                  <a:lnTo>
                    <a:pt x="279" y="1916"/>
                  </a:lnTo>
                  <a:lnTo>
                    <a:pt x="323" y="1983"/>
                  </a:lnTo>
                  <a:lnTo>
                    <a:pt x="345" y="2072"/>
                  </a:lnTo>
                  <a:lnTo>
                    <a:pt x="357" y="2138"/>
                  </a:lnTo>
                  <a:lnTo>
                    <a:pt x="345" y="2194"/>
                  </a:lnTo>
                  <a:lnTo>
                    <a:pt x="323" y="2261"/>
                  </a:lnTo>
                  <a:lnTo>
                    <a:pt x="290" y="2328"/>
                  </a:lnTo>
                  <a:lnTo>
                    <a:pt x="234" y="2450"/>
                  </a:lnTo>
                  <a:lnTo>
                    <a:pt x="212" y="2517"/>
                  </a:lnTo>
                  <a:lnTo>
                    <a:pt x="201" y="2584"/>
                  </a:lnTo>
                  <a:lnTo>
                    <a:pt x="190" y="2662"/>
                  </a:lnTo>
                  <a:lnTo>
                    <a:pt x="212" y="2751"/>
                  </a:lnTo>
                  <a:lnTo>
                    <a:pt x="234" y="2829"/>
                  </a:lnTo>
                  <a:lnTo>
                    <a:pt x="290" y="2907"/>
                  </a:lnTo>
                  <a:lnTo>
                    <a:pt x="345" y="2973"/>
                  </a:lnTo>
                  <a:lnTo>
                    <a:pt x="412" y="3029"/>
                  </a:lnTo>
                  <a:lnTo>
                    <a:pt x="490" y="3074"/>
                  </a:lnTo>
                  <a:lnTo>
                    <a:pt x="579" y="3107"/>
                  </a:lnTo>
                  <a:lnTo>
                    <a:pt x="657" y="3129"/>
                  </a:lnTo>
                  <a:lnTo>
                    <a:pt x="746" y="3140"/>
                  </a:lnTo>
                  <a:lnTo>
                    <a:pt x="835" y="3129"/>
                  </a:lnTo>
                  <a:lnTo>
                    <a:pt x="924" y="3129"/>
                  </a:lnTo>
                  <a:lnTo>
                    <a:pt x="1091" y="3085"/>
                  </a:lnTo>
                  <a:lnTo>
                    <a:pt x="1269" y="3040"/>
                  </a:lnTo>
                  <a:lnTo>
                    <a:pt x="1392" y="2996"/>
                  </a:lnTo>
                  <a:lnTo>
                    <a:pt x="1514" y="2951"/>
                  </a:lnTo>
                  <a:lnTo>
                    <a:pt x="1648" y="2940"/>
                  </a:lnTo>
                  <a:lnTo>
                    <a:pt x="1715" y="2940"/>
                  </a:lnTo>
                  <a:lnTo>
                    <a:pt x="1770" y="2951"/>
                  </a:lnTo>
                  <a:lnTo>
                    <a:pt x="1826" y="2962"/>
                  </a:lnTo>
                  <a:lnTo>
                    <a:pt x="1882" y="2985"/>
                  </a:lnTo>
                  <a:lnTo>
                    <a:pt x="1925" y="3013"/>
                  </a:lnTo>
                  <a:lnTo>
                    <a:pt x="1926" y="3018"/>
                  </a:lnTo>
                  <a:lnTo>
                    <a:pt x="1971" y="3107"/>
                  </a:lnTo>
                  <a:lnTo>
                    <a:pt x="2027" y="3185"/>
                  </a:lnTo>
                  <a:lnTo>
                    <a:pt x="2104" y="3263"/>
                  </a:lnTo>
                  <a:lnTo>
                    <a:pt x="2182" y="3330"/>
                  </a:lnTo>
                  <a:lnTo>
                    <a:pt x="2260" y="3385"/>
                  </a:lnTo>
                  <a:lnTo>
                    <a:pt x="2438" y="3486"/>
                  </a:lnTo>
                  <a:lnTo>
                    <a:pt x="2628" y="3564"/>
                  </a:lnTo>
                  <a:lnTo>
                    <a:pt x="2895" y="3675"/>
                  </a:lnTo>
                  <a:lnTo>
                    <a:pt x="3162" y="3775"/>
                  </a:lnTo>
                  <a:lnTo>
                    <a:pt x="3296" y="3808"/>
                  </a:lnTo>
                  <a:lnTo>
                    <a:pt x="3429" y="3842"/>
                  </a:lnTo>
                  <a:lnTo>
                    <a:pt x="3574" y="3853"/>
                  </a:lnTo>
                  <a:lnTo>
                    <a:pt x="3708" y="3864"/>
                  </a:lnTo>
                  <a:lnTo>
                    <a:pt x="3852" y="3853"/>
                  </a:lnTo>
                  <a:lnTo>
                    <a:pt x="3986" y="3831"/>
                  </a:lnTo>
                  <a:lnTo>
                    <a:pt x="4131" y="3797"/>
                  </a:lnTo>
                  <a:lnTo>
                    <a:pt x="4264" y="3742"/>
                  </a:lnTo>
                  <a:lnTo>
                    <a:pt x="4376" y="3664"/>
                  </a:lnTo>
                  <a:lnTo>
                    <a:pt x="4487" y="3575"/>
                  </a:lnTo>
                  <a:lnTo>
                    <a:pt x="4587" y="3474"/>
                  </a:lnTo>
                  <a:lnTo>
                    <a:pt x="4654" y="3352"/>
                  </a:lnTo>
                  <a:lnTo>
                    <a:pt x="4687" y="3285"/>
                  </a:lnTo>
                  <a:lnTo>
                    <a:pt x="4732" y="3218"/>
                  </a:lnTo>
                  <a:lnTo>
                    <a:pt x="4776" y="3174"/>
                  </a:lnTo>
                  <a:lnTo>
                    <a:pt x="4810" y="3152"/>
                  </a:lnTo>
                  <a:lnTo>
                    <a:pt x="4843" y="3140"/>
                  </a:lnTo>
                  <a:lnTo>
                    <a:pt x="4877" y="3140"/>
                  </a:lnTo>
                  <a:lnTo>
                    <a:pt x="4921" y="3152"/>
                  </a:lnTo>
                  <a:lnTo>
                    <a:pt x="4999" y="3185"/>
                  </a:lnTo>
                  <a:lnTo>
                    <a:pt x="5144" y="3252"/>
                  </a:lnTo>
                  <a:lnTo>
                    <a:pt x="5300" y="3319"/>
                  </a:lnTo>
                  <a:lnTo>
                    <a:pt x="5467" y="3374"/>
                  </a:lnTo>
                  <a:lnTo>
                    <a:pt x="5623" y="3419"/>
                  </a:lnTo>
                  <a:lnTo>
                    <a:pt x="5790" y="3463"/>
                  </a:lnTo>
                  <a:lnTo>
                    <a:pt x="5946" y="3497"/>
                  </a:lnTo>
                  <a:lnTo>
                    <a:pt x="6113" y="3530"/>
                  </a:lnTo>
                  <a:lnTo>
                    <a:pt x="6280" y="3552"/>
                  </a:lnTo>
                  <a:lnTo>
                    <a:pt x="6447" y="3575"/>
                  </a:lnTo>
                  <a:lnTo>
                    <a:pt x="6614" y="3575"/>
                  </a:lnTo>
                  <a:lnTo>
                    <a:pt x="6781" y="3586"/>
                  </a:lnTo>
                  <a:lnTo>
                    <a:pt x="6948" y="3575"/>
                  </a:lnTo>
                  <a:lnTo>
                    <a:pt x="7115" y="3564"/>
                  </a:lnTo>
                  <a:lnTo>
                    <a:pt x="7282" y="3552"/>
                  </a:lnTo>
                  <a:lnTo>
                    <a:pt x="7449" y="3519"/>
                  </a:lnTo>
                  <a:lnTo>
                    <a:pt x="7616" y="3486"/>
                  </a:lnTo>
                  <a:lnTo>
                    <a:pt x="7705" y="3463"/>
                  </a:lnTo>
                  <a:lnTo>
                    <a:pt x="7805" y="3430"/>
                  </a:lnTo>
                  <a:lnTo>
                    <a:pt x="7894" y="3385"/>
                  </a:lnTo>
                  <a:lnTo>
                    <a:pt x="7972" y="3330"/>
                  </a:lnTo>
                  <a:lnTo>
                    <a:pt x="8050" y="3263"/>
                  </a:lnTo>
                  <a:lnTo>
                    <a:pt x="8094" y="3185"/>
                  </a:lnTo>
                  <a:lnTo>
                    <a:pt x="8117" y="3152"/>
                  </a:lnTo>
                  <a:lnTo>
                    <a:pt x="8128" y="3107"/>
                  </a:lnTo>
                  <a:lnTo>
                    <a:pt x="8128" y="3063"/>
                  </a:lnTo>
                  <a:lnTo>
                    <a:pt x="8128" y="3018"/>
                  </a:lnTo>
                  <a:lnTo>
                    <a:pt x="8117" y="2951"/>
                  </a:lnTo>
                  <a:lnTo>
                    <a:pt x="8094" y="2896"/>
                  </a:lnTo>
                  <a:lnTo>
                    <a:pt x="8027" y="2784"/>
                  </a:lnTo>
                  <a:lnTo>
                    <a:pt x="7972" y="2673"/>
                  </a:lnTo>
                  <a:lnTo>
                    <a:pt x="7950" y="2617"/>
                  </a:lnTo>
                  <a:lnTo>
                    <a:pt x="7927" y="2562"/>
                  </a:lnTo>
                  <a:lnTo>
                    <a:pt x="7927" y="2484"/>
                  </a:lnTo>
                  <a:lnTo>
                    <a:pt x="7950" y="2406"/>
                  </a:lnTo>
                  <a:lnTo>
                    <a:pt x="7983" y="2328"/>
                  </a:lnTo>
                  <a:lnTo>
                    <a:pt x="8016" y="2261"/>
                  </a:lnTo>
                  <a:lnTo>
                    <a:pt x="8083" y="2116"/>
                  </a:lnTo>
                  <a:lnTo>
                    <a:pt x="8105" y="2038"/>
                  </a:lnTo>
                  <a:lnTo>
                    <a:pt x="8117" y="1960"/>
                  </a:lnTo>
                  <a:lnTo>
                    <a:pt x="8117" y="1871"/>
                  </a:lnTo>
                  <a:lnTo>
                    <a:pt x="8094" y="1793"/>
                  </a:lnTo>
                  <a:lnTo>
                    <a:pt x="8050" y="1715"/>
                  </a:lnTo>
                  <a:lnTo>
                    <a:pt x="7994" y="1649"/>
                  </a:lnTo>
                  <a:lnTo>
                    <a:pt x="7938" y="1582"/>
                  </a:lnTo>
                  <a:lnTo>
                    <a:pt x="7872" y="1526"/>
                  </a:lnTo>
                  <a:lnTo>
                    <a:pt x="7716" y="1415"/>
                  </a:lnTo>
                  <a:lnTo>
                    <a:pt x="7471" y="1259"/>
                  </a:lnTo>
                  <a:lnTo>
                    <a:pt x="7337" y="1181"/>
                  </a:lnTo>
                  <a:lnTo>
                    <a:pt x="7204" y="1114"/>
                  </a:lnTo>
                  <a:lnTo>
                    <a:pt x="7070" y="1059"/>
                  </a:lnTo>
                  <a:lnTo>
                    <a:pt x="6925" y="1014"/>
                  </a:lnTo>
                  <a:lnTo>
                    <a:pt x="6792" y="981"/>
                  </a:lnTo>
                  <a:lnTo>
                    <a:pt x="6636" y="969"/>
                  </a:lnTo>
                  <a:lnTo>
                    <a:pt x="6513" y="981"/>
                  </a:lnTo>
                  <a:lnTo>
                    <a:pt x="6402" y="992"/>
                  </a:lnTo>
                  <a:lnTo>
                    <a:pt x="6157" y="992"/>
                  </a:lnTo>
                  <a:lnTo>
                    <a:pt x="6090" y="981"/>
                  </a:lnTo>
                  <a:lnTo>
                    <a:pt x="6035" y="969"/>
                  </a:lnTo>
                  <a:lnTo>
                    <a:pt x="5968" y="947"/>
                  </a:lnTo>
                  <a:lnTo>
                    <a:pt x="5912" y="914"/>
                  </a:lnTo>
                  <a:lnTo>
                    <a:pt x="5868" y="880"/>
                  </a:lnTo>
                  <a:lnTo>
                    <a:pt x="5823" y="836"/>
                  </a:lnTo>
                  <a:lnTo>
                    <a:pt x="5790" y="791"/>
                  </a:lnTo>
                  <a:lnTo>
                    <a:pt x="5767" y="736"/>
                  </a:lnTo>
                  <a:lnTo>
                    <a:pt x="5745" y="669"/>
                  </a:lnTo>
                  <a:lnTo>
                    <a:pt x="5745" y="591"/>
                  </a:lnTo>
                  <a:lnTo>
                    <a:pt x="5734" y="524"/>
                  </a:lnTo>
                  <a:lnTo>
                    <a:pt x="5723" y="457"/>
                  </a:lnTo>
                  <a:lnTo>
                    <a:pt x="5701" y="357"/>
                  </a:lnTo>
                  <a:lnTo>
                    <a:pt x="5645" y="279"/>
                  </a:lnTo>
                  <a:lnTo>
                    <a:pt x="5589" y="212"/>
                  </a:lnTo>
                  <a:lnTo>
                    <a:pt x="5511" y="157"/>
                  </a:lnTo>
                  <a:lnTo>
                    <a:pt x="5422" y="101"/>
                  </a:lnTo>
                  <a:lnTo>
                    <a:pt x="5322" y="68"/>
                  </a:lnTo>
                  <a:lnTo>
                    <a:pt x="5233" y="34"/>
                  </a:lnTo>
                  <a:lnTo>
                    <a:pt x="5133" y="23"/>
                  </a:lnTo>
                  <a:lnTo>
                    <a:pt x="4943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744485" y="2729562"/>
              <a:ext cx="190744" cy="90702"/>
            </a:xfrm>
            <a:custGeom>
              <a:rect b="b" l="l" r="r" t="t"/>
              <a:pathLst>
                <a:path extrusionOk="0" fill="none" h="3865" w="8128">
                  <a:moveTo>
                    <a:pt x="2739" y="3207"/>
                  </a:moveTo>
                  <a:lnTo>
                    <a:pt x="2739" y="3207"/>
                  </a:lnTo>
                  <a:lnTo>
                    <a:pt x="2661" y="3230"/>
                  </a:lnTo>
                  <a:lnTo>
                    <a:pt x="2594" y="3241"/>
                  </a:lnTo>
                  <a:lnTo>
                    <a:pt x="2516" y="3252"/>
                  </a:lnTo>
                  <a:lnTo>
                    <a:pt x="2450" y="3252"/>
                  </a:lnTo>
                  <a:lnTo>
                    <a:pt x="2383" y="3241"/>
                  </a:lnTo>
                  <a:lnTo>
                    <a:pt x="2305" y="3218"/>
                  </a:lnTo>
                  <a:lnTo>
                    <a:pt x="2238" y="3196"/>
                  </a:lnTo>
                  <a:lnTo>
                    <a:pt x="2171" y="3174"/>
                  </a:lnTo>
                  <a:lnTo>
                    <a:pt x="2171" y="3174"/>
                  </a:lnTo>
                  <a:lnTo>
                    <a:pt x="2071" y="3107"/>
                  </a:lnTo>
                  <a:lnTo>
                    <a:pt x="1982" y="3051"/>
                  </a:lnTo>
                  <a:lnTo>
                    <a:pt x="1882" y="2985"/>
                  </a:lnTo>
                  <a:lnTo>
                    <a:pt x="1826" y="2962"/>
                  </a:lnTo>
                  <a:lnTo>
                    <a:pt x="1770" y="2951"/>
                  </a:lnTo>
                  <a:lnTo>
                    <a:pt x="1770" y="2951"/>
                  </a:lnTo>
                  <a:lnTo>
                    <a:pt x="1715" y="2940"/>
                  </a:lnTo>
                  <a:lnTo>
                    <a:pt x="1648" y="2940"/>
                  </a:lnTo>
                  <a:lnTo>
                    <a:pt x="1514" y="2951"/>
                  </a:lnTo>
                  <a:lnTo>
                    <a:pt x="1392" y="2996"/>
                  </a:lnTo>
                  <a:lnTo>
                    <a:pt x="1269" y="3040"/>
                  </a:lnTo>
                  <a:lnTo>
                    <a:pt x="1269" y="3040"/>
                  </a:lnTo>
                  <a:lnTo>
                    <a:pt x="1091" y="3085"/>
                  </a:lnTo>
                  <a:lnTo>
                    <a:pt x="924" y="3129"/>
                  </a:lnTo>
                  <a:lnTo>
                    <a:pt x="835" y="3129"/>
                  </a:lnTo>
                  <a:lnTo>
                    <a:pt x="746" y="3140"/>
                  </a:lnTo>
                  <a:lnTo>
                    <a:pt x="657" y="3129"/>
                  </a:lnTo>
                  <a:lnTo>
                    <a:pt x="579" y="3107"/>
                  </a:lnTo>
                  <a:lnTo>
                    <a:pt x="579" y="3107"/>
                  </a:lnTo>
                  <a:lnTo>
                    <a:pt x="490" y="3074"/>
                  </a:lnTo>
                  <a:lnTo>
                    <a:pt x="412" y="3029"/>
                  </a:lnTo>
                  <a:lnTo>
                    <a:pt x="345" y="2973"/>
                  </a:lnTo>
                  <a:lnTo>
                    <a:pt x="290" y="2907"/>
                  </a:lnTo>
                  <a:lnTo>
                    <a:pt x="234" y="2829"/>
                  </a:lnTo>
                  <a:lnTo>
                    <a:pt x="212" y="2751"/>
                  </a:lnTo>
                  <a:lnTo>
                    <a:pt x="190" y="2662"/>
                  </a:lnTo>
                  <a:lnTo>
                    <a:pt x="201" y="2584"/>
                  </a:lnTo>
                  <a:lnTo>
                    <a:pt x="201" y="2584"/>
                  </a:lnTo>
                  <a:lnTo>
                    <a:pt x="212" y="2517"/>
                  </a:lnTo>
                  <a:lnTo>
                    <a:pt x="234" y="2450"/>
                  </a:lnTo>
                  <a:lnTo>
                    <a:pt x="290" y="2328"/>
                  </a:lnTo>
                  <a:lnTo>
                    <a:pt x="323" y="2261"/>
                  </a:lnTo>
                  <a:lnTo>
                    <a:pt x="345" y="2194"/>
                  </a:lnTo>
                  <a:lnTo>
                    <a:pt x="357" y="2138"/>
                  </a:lnTo>
                  <a:lnTo>
                    <a:pt x="345" y="2072"/>
                  </a:lnTo>
                  <a:lnTo>
                    <a:pt x="345" y="2072"/>
                  </a:lnTo>
                  <a:lnTo>
                    <a:pt x="323" y="1983"/>
                  </a:lnTo>
                  <a:lnTo>
                    <a:pt x="279" y="1916"/>
                  </a:lnTo>
                  <a:lnTo>
                    <a:pt x="223" y="1849"/>
                  </a:lnTo>
                  <a:lnTo>
                    <a:pt x="167" y="1782"/>
                  </a:lnTo>
                  <a:lnTo>
                    <a:pt x="100" y="1715"/>
                  </a:lnTo>
                  <a:lnTo>
                    <a:pt x="56" y="1649"/>
                  </a:lnTo>
                  <a:lnTo>
                    <a:pt x="11" y="1571"/>
                  </a:lnTo>
                  <a:lnTo>
                    <a:pt x="0" y="1537"/>
                  </a:lnTo>
                  <a:lnTo>
                    <a:pt x="0" y="1493"/>
                  </a:lnTo>
                  <a:lnTo>
                    <a:pt x="0" y="1493"/>
                  </a:lnTo>
                  <a:lnTo>
                    <a:pt x="89" y="1470"/>
                  </a:lnTo>
                  <a:lnTo>
                    <a:pt x="190" y="1459"/>
                  </a:lnTo>
                  <a:lnTo>
                    <a:pt x="390" y="1448"/>
                  </a:lnTo>
                  <a:lnTo>
                    <a:pt x="590" y="1459"/>
                  </a:lnTo>
                  <a:lnTo>
                    <a:pt x="780" y="1470"/>
                  </a:lnTo>
                  <a:lnTo>
                    <a:pt x="780" y="1470"/>
                  </a:lnTo>
                  <a:lnTo>
                    <a:pt x="880" y="1459"/>
                  </a:lnTo>
                  <a:lnTo>
                    <a:pt x="980" y="1448"/>
                  </a:lnTo>
                  <a:lnTo>
                    <a:pt x="1058" y="1426"/>
                  </a:lnTo>
                  <a:lnTo>
                    <a:pt x="1147" y="1404"/>
                  </a:lnTo>
                  <a:lnTo>
                    <a:pt x="1225" y="1359"/>
                  </a:lnTo>
                  <a:lnTo>
                    <a:pt x="1303" y="1315"/>
                  </a:lnTo>
                  <a:lnTo>
                    <a:pt x="1448" y="1226"/>
                  </a:lnTo>
                  <a:lnTo>
                    <a:pt x="1592" y="1103"/>
                  </a:lnTo>
                  <a:lnTo>
                    <a:pt x="1726" y="992"/>
                  </a:lnTo>
                  <a:lnTo>
                    <a:pt x="1860" y="869"/>
                  </a:lnTo>
                  <a:lnTo>
                    <a:pt x="2004" y="758"/>
                  </a:lnTo>
                  <a:lnTo>
                    <a:pt x="2004" y="758"/>
                  </a:lnTo>
                  <a:lnTo>
                    <a:pt x="2171" y="647"/>
                  </a:lnTo>
                  <a:lnTo>
                    <a:pt x="2338" y="546"/>
                  </a:lnTo>
                  <a:lnTo>
                    <a:pt x="2516" y="468"/>
                  </a:lnTo>
                  <a:lnTo>
                    <a:pt x="2706" y="391"/>
                  </a:lnTo>
                  <a:lnTo>
                    <a:pt x="2895" y="335"/>
                  </a:lnTo>
                  <a:lnTo>
                    <a:pt x="3084" y="290"/>
                  </a:lnTo>
                  <a:lnTo>
                    <a:pt x="3273" y="268"/>
                  </a:lnTo>
                  <a:lnTo>
                    <a:pt x="3463" y="257"/>
                  </a:lnTo>
                  <a:lnTo>
                    <a:pt x="3463" y="257"/>
                  </a:lnTo>
                  <a:lnTo>
                    <a:pt x="3563" y="268"/>
                  </a:lnTo>
                  <a:lnTo>
                    <a:pt x="3619" y="279"/>
                  </a:lnTo>
                  <a:lnTo>
                    <a:pt x="3663" y="301"/>
                  </a:lnTo>
                  <a:lnTo>
                    <a:pt x="3697" y="324"/>
                  </a:lnTo>
                  <a:lnTo>
                    <a:pt x="3719" y="357"/>
                  </a:lnTo>
                  <a:lnTo>
                    <a:pt x="3730" y="391"/>
                  </a:lnTo>
                  <a:lnTo>
                    <a:pt x="3730" y="435"/>
                  </a:lnTo>
                  <a:lnTo>
                    <a:pt x="3730" y="435"/>
                  </a:lnTo>
                  <a:lnTo>
                    <a:pt x="3886" y="324"/>
                  </a:lnTo>
                  <a:lnTo>
                    <a:pt x="4042" y="224"/>
                  </a:lnTo>
                  <a:lnTo>
                    <a:pt x="4209" y="134"/>
                  </a:lnTo>
                  <a:lnTo>
                    <a:pt x="4387" y="79"/>
                  </a:lnTo>
                  <a:lnTo>
                    <a:pt x="4576" y="34"/>
                  </a:lnTo>
                  <a:lnTo>
                    <a:pt x="4754" y="12"/>
                  </a:lnTo>
                  <a:lnTo>
                    <a:pt x="4943" y="1"/>
                  </a:lnTo>
                  <a:lnTo>
                    <a:pt x="5133" y="23"/>
                  </a:lnTo>
                  <a:lnTo>
                    <a:pt x="5133" y="23"/>
                  </a:lnTo>
                  <a:lnTo>
                    <a:pt x="5233" y="34"/>
                  </a:lnTo>
                  <a:lnTo>
                    <a:pt x="5322" y="68"/>
                  </a:lnTo>
                  <a:lnTo>
                    <a:pt x="5422" y="101"/>
                  </a:lnTo>
                  <a:lnTo>
                    <a:pt x="5511" y="157"/>
                  </a:lnTo>
                  <a:lnTo>
                    <a:pt x="5589" y="212"/>
                  </a:lnTo>
                  <a:lnTo>
                    <a:pt x="5645" y="279"/>
                  </a:lnTo>
                  <a:lnTo>
                    <a:pt x="5701" y="357"/>
                  </a:lnTo>
                  <a:lnTo>
                    <a:pt x="5723" y="457"/>
                  </a:lnTo>
                  <a:lnTo>
                    <a:pt x="5723" y="457"/>
                  </a:lnTo>
                  <a:lnTo>
                    <a:pt x="5734" y="524"/>
                  </a:lnTo>
                  <a:lnTo>
                    <a:pt x="5745" y="591"/>
                  </a:lnTo>
                  <a:lnTo>
                    <a:pt x="5745" y="669"/>
                  </a:lnTo>
                  <a:lnTo>
                    <a:pt x="5767" y="736"/>
                  </a:lnTo>
                  <a:lnTo>
                    <a:pt x="5767" y="736"/>
                  </a:lnTo>
                  <a:lnTo>
                    <a:pt x="5790" y="791"/>
                  </a:lnTo>
                  <a:lnTo>
                    <a:pt x="5823" y="836"/>
                  </a:lnTo>
                  <a:lnTo>
                    <a:pt x="5868" y="880"/>
                  </a:lnTo>
                  <a:lnTo>
                    <a:pt x="5912" y="914"/>
                  </a:lnTo>
                  <a:lnTo>
                    <a:pt x="5968" y="947"/>
                  </a:lnTo>
                  <a:lnTo>
                    <a:pt x="6035" y="969"/>
                  </a:lnTo>
                  <a:lnTo>
                    <a:pt x="6090" y="981"/>
                  </a:lnTo>
                  <a:lnTo>
                    <a:pt x="6157" y="992"/>
                  </a:lnTo>
                  <a:lnTo>
                    <a:pt x="6157" y="992"/>
                  </a:lnTo>
                  <a:lnTo>
                    <a:pt x="6280" y="992"/>
                  </a:lnTo>
                  <a:lnTo>
                    <a:pt x="6402" y="992"/>
                  </a:lnTo>
                  <a:lnTo>
                    <a:pt x="6513" y="981"/>
                  </a:lnTo>
                  <a:lnTo>
                    <a:pt x="6636" y="969"/>
                  </a:lnTo>
                  <a:lnTo>
                    <a:pt x="6636" y="969"/>
                  </a:lnTo>
                  <a:lnTo>
                    <a:pt x="6792" y="981"/>
                  </a:lnTo>
                  <a:lnTo>
                    <a:pt x="6925" y="1014"/>
                  </a:lnTo>
                  <a:lnTo>
                    <a:pt x="7070" y="1059"/>
                  </a:lnTo>
                  <a:lnTo>
                    <a:pt x="7204" y="1114"/>
                  </a:lnTo>
                  <a:lnTo>
                    <a:pt x="7337" y="1181"/>
                  </a:lnTo>
                  <a:lnTo>
                    <a:pt x="7471" y="1259"/>
                  </a:lnTo>
                  <a:lnTo>
                    <a:pt x="7716" y="1415"/>
                  </a:lnTo>
                  <a:lnTo>
                    <a:pt x="7716" y="1415"/>
                  </a:lnTo>
                  <a:lnTo>
                    <a:pt x="7872" y="1526"/>
                  </a:lnTo>
                  <a:lnTo>
                    <a:pt x="7938" y="1582"/>
                  </a:lnTo>
                  <a:lnTo>
                    <a:pt x="7994" y="1649"/>
                  </a:lnTo>
                  <a:lnTo>
                    <a:pt x="8050" y="1715"/>
                  </a:lnTo>
                  <a:lnTo>
                    <a:pt x="8094" y="1793"/>
                  </a:lnTo>
                  <a:lnTo>
                    <a:pt x="8117" y="1871"/>
                  </a:lnTo>
                  <a:lnTo>
                    <a:pt x="8117" y="1960"/>
                  </a:lnTo>
                  <a:lnTo>
                    <a:pt x="8117" y="1960"/>
                  </a:lnTo>
                  <a:lnTo>
                    <a:pt x="8105" y="2038"/>
                  </a:lnTo>
                  <a:lnTo>
                    <a:pt x="8083" y="2116"/>
                  </a:lnTo>
                  <a:lnTo>
                    <a:pt x="8016" y="2261"/>
                  </a:lnTo>
                  <a:lnTo>
                    <a:pt x="7983" y="2328"/>
                  </a:lnTo>
                  <a:lnTo>
                    <a:pt x="7950" y="2406"/>
                  </a:lnTo>
                  <a:lnTo>
                    <a:pt x="7927" y="2484"/>
                  </a:lnTo>
                  <a:lnTo>
                    <a:pt x="7927" y="2562"/>
                  </a:lnTo>
                  <a:lnTo>
                    <a:pt x="7927" y="2562"/>
                  </a:lnTo>
                  <a:lnTo>
                    <a:pt x="7950" y="2617"/>
                  </a:lnTo>
                  <a:lnTo>
                    <a:pt x="7972" y="2673"/>
                  </a:lnTo>
                  <a:lnTo>
                    <a:pt x="8027" y="2784"/>
                  </a:lnTo>
                  <a:lnTo>
                    <a:pt x="8094" y="2896"/>
                  </a:lnTo>
                  <a:lnTo>
                    <a:pt x="8117" y="2951"/>
                  </a:lnTo>
                  <a:lnTo>
                    <a:pt x="8128" y="3018"/>
                  </a:lnTo>
                  <a:lnTo>
                    <a:pt x="8128" y="3018"/>
                  </a:lnTo>
                  <a:lnTo>
                    <a:pt x="8128" y="3063"/>
                  </a:lnTo>
                  <a:lnTo>
                    <a:pt x="8128" y="3107"/>
                  </a:lnTo>
                  <a:lnTo>
                    <a:pt x="8117" y="3152"/>
                  </a:lnTo>
                  <a:lnTo>
                    <a:pt x="8094" y="3185"/>
                  </a:lnTo>
                  <a:lnTo>
                    <a:pt x="8050" y="3263"/>
                  </a:lnTo>
                  <a:lnTo>
                    <a:pt x="7972" y="3330"/>
                  </a:lnTo>
                  <a:lnTo>
                    <a:pt x="7894" y="3385"/>
                  </a:lnTo>
                  <a:lnTo>
                    <a:pt x="7805" y="3430"/>
                  </a:lnTo>
                  <a:lnTo>
                    <a:pt x="7705" y="3463"/>
                  </a:lnTo>
                  <a:lnTo>
                    <a:pt x="7616" y="3486"/>
                  </a:lnTo>
                  <a:lnTo>
                    <a:pt x="7616" y="3486"/>
                  </a:lnTo>
                  <a:lnTo>
                    <a:pt x="7449" y="3519"/>
                  </a:lnTo>
                  <a:lnTo>
                    <a:pt x="7282" y="3552"/>
                  </a:lnTo>
                  <a:lnTo>
                    <a:pt x="7115" y="3564"/>
                  </a:lnTo>
                  <a:lnTo>
                    <a:pt x="6948" y="3575"/>
                  </a:lnTo>
                  <a:lnTo>
                    <a:pt x="6781" y="3586"/>
                  </a:lnTo>
                  <a:lnTo>
                    <a:pt x="6614" y="3575"/>
                  </a:lnTo>
                  <a:lnTo>
                    <a:pt x="6447" y="3575"/>
                  </a:lnTo>
                  <a:lnTo>
                    <a:pt x="6280" y="3552"/>
                  </a:lnTo>
                  <a:lnTo>
                    <a:pt x="6113" y="3530"/>
                  </a:lnTo>
                  <a:lnTo>
                    <a:pt x="5946" y="3497"/>
                  </a:lnTo>
                  <a:lnTo>
                    <a:pt x="5790" y="3463"/>
                  </a:lnTo>
                  <a:lnTo>
                    <a:pt x="5623" y="3419"/>
                  </a:lnTo>
                  <a:lnTo>
                    <a:pt x="5467" y="3374"/>
                  </a:lnTo>
                  <a:lnTo>
                    <a:pt x="5300" y="3319"/>
                  </a:lnTo>
                  <a:lnTo>
                    <a:pt x="5144" y="3252"/>
                  </a:lnTo>
                  <a:lnTo>
                    <a:pt x="4999" y="3185"/>
                  </a:lnTo>
                  <a:lnTo>
                    <a:pt x="4999" y="3185"/>
                  </a:lnTo>
                  <a:lnTo>
                    <a:pt x="4921" y="3152"/>
                  </a:lnTo>
                  <a:lnTo>
                    <a:pt x="4877" y="3140"/>
                  </a:lnTo>
                  <a:lnTo>
                    <a:pt x="4843" y="3140"/>
                  </a:lnTo>
                  <a:lnTo>
                    <a:pt x="4843" y="3140"/>
                  </a:lnTo>
                  <a:lnTo>
                    <a:pt x="4810" y="3152"/>
                  </a:lnTo>
                  <a:lnTo>
                    <a:pt x="4776" y="3174"/>
                  </a:lnTo>
                  <a:lnTo>
                    <a:pt x="4732" y="3218"/>
                  </a:lnTo>
                  <a:lnTo>
                    <a:pt x="4687" y="3285"/>
                  </a:lnTo>
                  <a:lnTo>
                    <a:pt x="4654" y="3352"/>
                  </a:lnTo>
                  <a:lnTo>
                    <a:pt x="4654" y="3352"/>
                  </a:lnTo>
                  <a:lnTo>
                    <a:pt x="4587" y="3474"/>
                  </a:lnTo>
                  <a:lnTo>
                    <a:pt x="4487" y="3575"/>
                  </a:lnTo>
                  <a:lnTo>
                    <a:pt x="4376" y="3664"/>
                  </a:lnTo>
                  <a:lnTo>
                    <a:pt x="4264" y="3742"/>
                  </a:lnTo>
                  <a:lnTo>
                    <a:pt x="4131" y="3797"/>
                  </a:lnTo>
                  <a:lnTo>
                    <a:pt x="3986" y="3831"/>
                  </a:lnTo>
                  <a:lnTo>
                    <a:pt x="3852" y="3853"/>
                  </a:lnTo>
                  <a:lnTo>
                    <a:pt x="3708" y="3864"/>
                  </a:lnTo>
                  <a:lnTo>
                    <a:pt x="3708" y="3864"/>
                  </a:lnTo>
                  <a:lnTo>
                    <a:pt x="3574" y="3853"/>
                  </a:lnTo>
                  <a:lnTo>
                    <a:pt x="3429" y="3842"/>
                  </a:lnTo>
                  <a:lnTo>
                    <a:pt x="3296" y="3808"/>
                  </a:lnTo>
                  <a:lnTo>
                    <a:pt x="3162" y="3775"/>
                  </a:lnTo>
                  <a:lnTo>
                    <a:pt x="2895" y="3675"/>
                  </a:lnTo>
                  <a:lnTo>
                    <a:pt x="2628" y="3564"/>
                  </a:lnTo>
                  <a:lnTo>
                    <a:pt x="2628" y="3564"/>
                  </a:lnTo>
                  <a:lnTo>
                    <a:pt x="2438" y="3486"/>
                  </a:lnTo>
                  <a:lnTo>
                    <a:pt x="2260" y="3385"/>
                  </a:lnTo>
                  <a:lnTo>
                    <a:pt x="2182" y="3330"/>
                  </a:lnTo>
                  <a:lnTo>
                    <a:pt x="2104" y="3263"/>
                  </a:lnTo>
                  <a:lnTo>
                    <a:pt x="2027" y="3185"/>
                  </a:lnTo>
                  <a:lnTo>
                    <a:pt x="1971" y="3107"/>
                  </a:lnTo>
                  <a:lnTo>
                    <a:pt x="1971" y="3107"/>
                  </a:lnTo>
                  <a:lnTo>
                    <a:pt x="1926" y="3018"/>
                  </a:lnTo>
                  <a:lnTo>
                    <a:pt x="1893" y="2918"/>
                  </a:lnTo>
                  <a:lnTo>
                    <a:pt x="1882" y="2806"/>
                  </a:lnTo>
                  <a:lnTo>
                    <a:pt x="1882" y="2706"/>
                  </a:lnTo>
                  <a:lnTo>
                    <a:pt x="1904" y="2606"/>
                  </a:lnTo>
                  <a:lnTo>
                    <a:pt x="1949" y="2517"/>
                  </a:lnTo>
                  <a:lnTo>
                    <a:pt x="2004" y="2439"/>
                  </a:lnTo>
                  <a:lnTo>
                    <a:pt x="2038" y="2417"/>
                  </a:lnTo>
                  <a:lnTo>
                    <a:pt x="2082" y="238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730639" y="2755963"/>
              <a:ext cx="172979" cy="46254"/>
            </a:xfrm>
            <a:custGeom>
              <a:rect b="b" l="l" r="r" t="t"/>
              <a:pathLst>
                <a:path extrusionOk="0" h="1971" w="7371">
                  <a:moveTo>
                    <a:pt x="178" y="0"/>
                  </a:moveTo>
                  <a:lnTo>
                    <a:pt x="134" y="11"/>
                  </a:lnTo>
                  <a:lnTo>
                    <a:pt x="89" y="23"/>
                  </a:lnTo>
                  <a:lnTo>
                    <a:pt x="56" y="34"/>
                  </a:lnTo>
                  <a:lnTo>
                    <a:pt x="34" y="56"/>
                  </a:lnTo>
                  <a:lnTo>
                    <a:pt x="11" y="112"/>
                  </a:lnTo>
                  <a:lnTo>
                    <a:pt x="0" y="178"/>
                  </a:lnTo>
                  <a:lnTo>
                    <a:pt x="11" y="245"/>
                  </a:lnTo>
                  <a:lnTo>
                    <a:pt x="34" y="312"/>
                  </a:lnTo>
                  <a:lnTo>
                    <a:pt x="67" y="390"/>
                  </a:lnTo>
                  <a:lnTo>
                    <a:pt x="112" y="446"/>
                  </a:lnTo>
                  <a:lnTo>
                    <a:pt x="167" y="501"/>
                  </a:lnTo>
                  <a:lnTo>
                    <a:pt x="368" y="702"/>
                  </a:lnTo>
                  <a:lnTo>
                    <a:pt x="579" y="880"/>
                  </a:lnTo>
                  <a:lnTo>
                    <a:pt x="802" y="1047"/>
                  </a:lnTo>
                  <a:lnTo>
                    <a:pt x="1024" y="1192"/>
                  </a:lnTo>
                  <a:lnTo>
                    <a:pt x="1269" y="1336"/>
                  </a:lnTo>
                  <a:lnTo>
                    <a:pt x="1514" y="1459"/>
                  </a:lnTo>
                  <a:lnTo>
                    <a:pt x="1770" y="1570"/>
                  </a:lnTo>
                  <a:lnTo>
                    <a:pt x="2026" y="1670"/>
                  </a:lnTo>
                  <a:lnTo>
                    <a:pt x="5511" y="1949"/>
                  </a:lnTo>
                  <a:lnTo>
                    <a:pt x="5734" y="1971"/>
                  </a:lnTo>
                  <a:lnTo>
                    <a:pt x="5945" y="1971"/>
                  </a:lnTo>
                  <a:lnTo>
                    <a:pt x="6168" y="1960"/>
                  </a:lnTo>
                  <a:lnTo>
                    <a:pt x="6380" y="1926"/>
                  </a:lnTo>
                  <a:lnTo>
                    <a:pt x="6602" y="1871"/>
                  </a:lnTo>
                  <a:lnTo>
                    <a:pt x="6803" y="1804"/>
                  </a:lnTo>
                  <a:lnTo>
                    <a:pt x="7003" y="1715"/>
                  </a:lnTo>
                  <a:lnTo>
                    <a:pt x="7204" y="1615"/>
                  </a:lnTo>
                  <a:lnTo>
                    <a:pt x="7259" y="1581"/>
                  </a:lnTo>
                  <a:lnTo>
                    <a:pt x="7304" y="1537"/>
                  </a:lnTo>
                  <a:lnTo>
                    <a:pt x="7348" y="1481"/>
                  </a:lnTo>
                  <a:lnTo>
                    <a:pt x="7371" y="1425"/>
                  </a:lnTo>
                  <a:lnTo>
                    <a:pt x="7359" y="1359"/>
                  </a:lnTo>
                  <a:lnTo>
                    <a:pt x="7337" y="1303"/>
                  </a:lnTo>
                  <a:lnTo>
                    <a:pt x="7304" y="1247"/>
                  </a:lnTo>
                  <a:lnTo>
                    <a:pt x="7259" y="1192"/>
                  </a:lnTo>
                  <a:lnTo>
                    <a:pt x="7137" y="1058"/>
                  </a:lnTo>
                  <a:lnTo>
                    <a:pt x="6992" y="936"/>
                  </a:lnTo>
                  <a:lnTo>
                    <a:pt x="6847" y="824"/>
                  </a:lnTo>
                  <a:lnTo>
                    <a:pt x="6691" y="735"/>
                  </a:lnTo>
                  <a:lnTo>
                    <a:pt x="6536" y="646"/>
                  </a:lnTo>
                  <a:lnTo>
                    <a:pt x="6369" y="579"/>
                  </a:lnTo>
                  <a:lnTo>
                    <a:pt x="6190" y="512"/>
                  </a:lnTo>
                  <a:lnTo>
                    <a:pt x="6012" y="457"/>
                  </a:lnTo>
                  <a:lnTo>
                    <a:pt x="5834" y="423"/>
                  </a:lnTo>
                  <a:lnTo>
                    <a:pt x="5645" y="379"/>
                  </a:lnTo>
                  <a:lnTo>
                    <a:pt x="5467" y="357"/>
                  </a:lnTo>
                  <a:lnTo>
                    <a:pt x="5277" y="345"/>
                  </a:lnTo>
                  <a:lnTo>
                    <a:pt x="5088" y="334"/>
                  </a:lnTo>
                  <a:lnTo>
                    <a:pt x="4899" y="323"/>
                  </a:lnTo>
                  <a:lnTo>
                    <a:pt x="4520" y="334"/>
                  </a:lnTo>
                  <a:lnTo>
                    <a:pt x="4153" y="357"/>
                  </a:lnTo>
                  <a:lnTo>
                    <a:pt x="3774" y="390"/>
                  </a:lnTo>
                  <a:lnTo>
                    <a:pt x="3407" y="423"/>
                  </a:lnTo>
                  <a:lnTo>
                    <a:pt x="3040" y="457"/>
                  </a:lnTo>
                  <a:lnTo>
                    <a:pt x="2672" y="468"/>
                  </a:lnTo>
                  <a:lnTo>
                    <a:pt x="2294" y="468"/>
                  </a:lnTo>
                  <a:lnTo>
                    <a:pt x="2116" y="457"/>
                  </a:lnTo>
                  <a:lnTo>
                    <a:pt x="1937" y="446"/>
                  </a:lnTo>
                  <a:lnTo>
                    <a:pt x="1748" y="412"/>
                  </a:lnTo>
                  <a:lnTo>
                    <a:pt x="1570" y="379"/>
                  </a:lnTo>
                  <a:lnTo>
                    <a:pt x="1403" y="345"/>
                  </a:lnTo>
                  <a:lnTo>
                    <a:pt x="1247" y="301"/>
                  </a:lnTo>
                  <a:lnTo>
                    <a:pt x="924" y="201"/>
                  </a:lnTo>
                  <a:lnTo>
                    <a:pt x="601" y="101"/>
                  </a:lnTo>
                  <a:lnTo>
                    <a:pt x="434" y="56"/>
                  </a:lnTo>
                  <a:lnTo>
                    <a:pt x="267" y="11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A9CA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730639" y="2755963"/>
              <a:ext cx="172979" cy="46254"/>
            </a:xfrm>
            <a:custGeom>
              <a:rect b="b" l="l" r="r" t="t"/>
              <a:pathLst>
                <a:path extrusionOk="0" fill="none" h="1971" w="7371">
                  <a:moveTo>
                    <a:pt x="2026" y="1670"/>
                  </a:moveTo>
                  <a:lnTo>
                    <a:pt x="2026" y="1670"/>
                  </a:lnTo>
                  <a:lnTo>
                    <a:pt x="1770" y="1570"/>
                  </a:lnTo>
                  <a:lnTo>
                    <a:pt x="1514" y="1459"/>
                  </a:lnTo>
                  <a:lnTo>
                    <a:pt x="1269" y="1336"/>
                  </a:lnTo>
                  <a:lnTo>
                    <a:pt x="1024" y="1192"/>
                  </a:lnTo>
                  <a:lnTo>
                    <a:pt x="802" y="1047"/>
                  </a:lnTo>
                  <a:lnTo>
                    <a:pt x="579" y="880"/>
                  </a:lnTo>
                  <a:lnTo>
                    <a:pt x="368" y="702"/>
                  </a:lnTo>
                  <a:lnTo>
                    <a:pt x="167" y="501"/>
                  </a:lnTo>
                  <a:lnTo>
                    <a:pt x="167" y="501"/>
                  </a:lnTo>
                  <a:lnTo>
                    <a:pt x="112" y="446"/>
                  </a:lnTo>
                  <a:lnTo>
                    <a:pt x="67" y="390"/>
                  </a:lnTo>
                  <a:lnTo>
                    <a:pt x="34" y="312"/>
                  </a:lnTo>
                  <a:lnTo>
                    <a:pt x="11" y="245"/>
                  </a:lnTo>
                  <a:lnTo>
                    <a:pt x="0" y="178"/>
                  </a:lnTo>
                  <a:lnTo>
                    <a:pt x="11" y="112"/>
                  </a:lnTo>
                  <a:lnTo>
                    <a:pt x="34" y="56"/>
                  </a:lnTo>
                  <a:lnTo>
                    <a:pt x="56" y="34"/>
                  </a:lnTo>
                  <a:lnTo>
                    <a:pt x="89" y="23"/>
                  </a:lnTo>
                  <a:lnTo>
                    <a:pt x="89" y="23"/>
                  </a:lnTo>
                  <a:lnTo>
                    <a:pt x="134" y="11"/>
                  </a:lnTo>
                  <a:lnTo>
                    <a:pt x="178" y="0"/>
                  </a:lnTo>
                  <a:lnTo>
                    <a:pt x="267" y="11"/>
                  </a:lnTo>
                  <a:lnTo>
                    <a:pt x="267" y="11"/>
                  </a:lnTo>
                  <a:lnTo>
                    <a:pt x="434" y="56"/>
                  </a:lnTo>
                  <a:lnTo>
                    <a:pt x="601" y="101"/>
                  </a:lnTo>
                  <a:lnTo>
                    <a:pt x="924" y="201"/>
                  </a:lnTo>
                  <a:lnTo>
                    <a:pt x="1247" y="301"/>
                  </a:lnTo>
                  <a:lnTo>
                    <a:pt x="1403" y="345"/>
                  </a:lnTo>
                  <a:lnTo>
                    <a:pt x="1570" y="379"/>
                  </a:lnTo>
                  <a:lnTo>
                    <a:pt x="1570" y="379"/>
                  </a:lnTo>
                  <a:lnTo>
                    <a:pt x="1748" y="412"/>
                  </a:lnTo>
                  <a:lnTo>
                    <a:pt x="1937" y="446"/>
                  </a:lnTo>
                  <a:lnTo>
                    <a:pt x="2116" y="457"/>
                  </a:lnTo>
                  <a:lnTo>
                    <a:pt x="2294" y="468"/>
                  </a:lnTo>
                  <a:lnTo>
                    <a:pt x="2672" y="468"/>
                  </a:lnTo>
                  <a:lnTo>
                    <a:pt x="3040" y="457"/>
                  </a:lnTo>
                  <a:lnTo>
                    <a:pt x="3407" y="423"/>
                  </a:lnTo>
                  <a:lnTo>
                    <a:pt x="3774" y="390"/>
                  </a:lnTo>
                  <a:lnTo>
                    <a:pt x="4153" y="357"/>
                  </a:lnTo>
                  <a:lnTo>
                    <a:pt x="4520" y="334"/>
                  </a:lnTo>
                  <a:lnTo>
                    <a:pt x="4520" y="334"/>
                  </a:lnTo>
                  <a:lnTo>
                    <a:pt x="4899" y="323"/>
                  </a:lnTo>
                  <a:lnTo>
                    <a:pt x="5088" y="334"/>
                  </a:lnTo>
                  <a:lnTo>
                    <a:pt x="5277" y="345"/>
                  </a:lnTo>
                  <a:lnTo>
                    <a:pt x="5467" y="357"/>
                  </a:lnTo>
                  <a:lnTo>
                    <a:pt x="5645" y="379"/>
                  </a:lnTo>
                  <a:lnTo>
                    <a:pt x="5834" y="423"/>
                  </a:lnTo>
                  <a:lnTo>
                    <a:pt x="6012" y="457"/>
                  </a:lnTo>
                  <a:lnTo>
                    <a:pt x="6190" y="512"/>
                  </a:lnTo>
                  <a:lnTo>
                    <a:pt x="6369" y="579"/>
                  </a:lnTo>
                  <a:lnTo>
                    <a:pt x="6536" y="646"/>
                  </a:lnTo>
                  <a:lnTo>
                    <a:pt x="6691" y="735"/>
                  </a:lnTo>
                  <a:lnTo>
                    <a:pt x="6847" y="824"/>
                  </a:lnTo>
                  <a:lnTo>
                    <a:pt x="6992" y="936"/>
                  </a:lnTo>
                  <a:lnTo>
                    <a:pt x="7137" y="1058"/>
                  </a:lnTo>
                  <a:lnTo>
                    <a:pt x="7259" y="1192"/>
                  </a:lnTo>
                  <a:lnTo>
                    <a:pt x="7259" y="1192"/>
                  </a:lnTo>
                  <a:lnTo>
                    <a:pt x="7304" y="1247"/>
                  </a:lnTo>
                  <a:lnTo>
                    <a:pt x="7337" y="1303"/>
                  </a:lnTo>
                  <a:lnTo>
                    <a:pt x="7359" y="1359"/>
                  </a:lnTo>
                  <a:lnTo>
                    <a:pt x="7371" y="1425"/>
                  </a:lnTo>
                  <a:lnTo>
                    <a:pt x="7371" y="1425"/>
                  </a:lnTo>
                  <a:lnTo>
                    <a:pt x="7348" y="1481"/>
                  </a:lnTo>
                  <a:lnTo>
                    <a:pt x="7304" y="1537"/>
                  </a:lnTo>
                  <a:lnTo>
                    <a:pt x="7259" y="1581"/>
                  </a:lnTo>
                  <a:lnTo>
                    <a:pt x="7204" y="1615"/>
                  </a:lnTo>
                  <a:lnTo>
                    <a:pt x="7204" y="1615"/>
                  </a:lnTo>
                  <a:lnTo>
                    <a:pt x="7003" y="1715"/>
                  </a:lnTo>
                  <a:lnTo>
                    <a:pt x="6803" y="1804"/>
                  </a:lnTo>
                  <a:lnTo>
                    <a:pt x="6602" y="1871"/>
                  </a:lnTo>
                  <a:lnTo>
                    <a:pt x="6380" y="1926"/>
                  </a:lnTo>
                  <a:lnTo>
                    <a:pt x="6168" y="1960"/>
                  </a:lnTo>
                  <a:lnTo>
                    <a:pt x="5945" y="1971"/>
                  </a:lnTo>
                  <a:lnTo>
                    <a:pt x="5734" y="1971"/>
                  </a:lnTo>
                  <a:lnTo>
                    <a:pt x="5511" y="194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92546" y="2767204"/>
              <a:ext cx="63785" cy="8894"/>
            </a:xfrm>
            <a:custGeom>
              <a:rect b="b" l="l" r="r" t="t"/>
              <a:pathLst>
                <a:path extrusionOk="0" h="379" w="2718">
                  <a:moveTo>
                    <a:pt x="1537" y="0"/>
                  </a:moveTo>
                  <a:lnTo>
                    <a:pt x="1159" y="22"/>
                  </a:lnTo>
                  <a:lnTo>
                    <a:pt x="780" y="56"/>
                  </a:lnTo>
                  <a:lnTo>
                    <a:pt x="23" y="123"/>
                  </a:lnTo>
                  <a:lnTo>
                    <a:pt x="1" y="134"/>
                  </a:lnTo>
                  <a:lnTo>
                    <a:pt x="1" y="145"/>
                  </a:lnTo>
                  <a:lnTo>
                    <a:pt x="1" y="167"/>
                  </a:lnTo>
                  <a:lnTo>
                    <a:pt x="23" y="178"/>
                  </a:lnTo>
                  <a:lnTo>
                    <a:pt x="736" y="167"/>
                  </a:lnTo>
                  <a:lnTo>
                    <a:pt x="1448" y="156"/>
                  </a:lnTo>
                  <a:lnTo>
                    <a:pt x="1749" y="156"/>
                  </a:lnTo>
                  <a:lnTo>
                    <a:pt x="1905" y="167"/>
                  </a:lnTo>
                  <a:lnTo>
                    <a:pt x="2060" y="178"/>
                  </a:lnTo>
                  <a:lnTo>
                    <a:pt x="2194" y="212"/>
                  </a:lnTo>
                  <a:lnTo>
                    <a:pt x="2328" y="256"/>
                  </a:lnTo>
                  <a:lnTo>
                    <a:pt x="2406" y="290"/>
                  </a:lnTo>
                  <a:lnTo>
                    <a:pt x="2472" y="323"/>
                  </a:lnTo>
                  <a:lnTo>
                    <a:pt x="2550" y="356"/>
                  </a:lnTo>
                  <a:lnTo>
                    <a:pt x="2617" y="379"/>
                  </a:lnTo>
                  <a:lnTo>
                    <a:pt x="2662" y="379"/>
                  </a:lnTo>
                  <a:lnTo>
                    <a:pt x="2695" y="356"/>
                  </a:lnTo>
                  <a:lnTo>
                    <a:pt x="2717" y="323"/>
                  </a:lnTo>
                  <a:lnTo>
                    <a:pt x="2706" y="301"/>
                  </a:lnTo>
                  <a:lnTo>
                    <a:pt x="2695" y="278"/>
                  </a:lnTo>
                  <a:lnTo>
                    <a:pt x="2651" y="223"/>
                  </a:lnTo>
                  <a:lnTo>
                    <a:pt x="2595" y="178"/>
                  </a:lnTo>
                  <a:lnTo>
                    <a:pt x="2528" y="145"/>
                  </a:lnTo>
                  <a:lnTo>
                    <a:pt x="2461" y="111"/>
                  </a:lnTo>
                  <a:lnTo>
                    <a:pt x="2305" y="67"/>
                  </a:lnTo>
                  <a:lnTo>
                    <a:pt x="2172" y="33"/>
                  </a:lnTo>
                  <a:lnTo>
                    <a:pt x="2016" y="1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769290" y="2773986"/>
              <a:ext cx="53083" cy="5257"/>
            </a:xfrm>
            <a:custGeom>
              <a:rect b="b" l="l" r="r" t="t"/>
              <a:pathLst>
                <a:path extrusionOk="0" h="224" w="2262">
                  <a:moveTo>
                    <a:pt x="12" y="1"/>
                  </a:moveTo>
                  <a:lnTo>
                    <a:pt x="1" y="12"/>
                  </a:lnTo>
                  <a:lnTo>
                    <a:pt x="1" y="23"/>
                  </a:lnTo>
                  <a:lnTo>
                    <a:pt x="12" y="34"/>
                  </a:lnTo>
                  <a:lnTo>
                    <a:pt x="558" y="123"/>
                  </a:lnTo>
                  <a:lnTo>
                    <a:pt x="1103" y="179"/>
                  </a:lnTo>
                  <a:lnTo>
                    <a:pt x="1393" y="201"/>
                  </a:lnTo>
                  <a:lnTo>
                    <a:pt x="1671" y="212"/>
                  </a:lnTo>
                  <a:lnTo>
                    <a:pt x="1960" y="223"/>
                  </a:lnTo>
                  <a:lnTo>
                    <a:pt x="2239" y="201"/>
                  </a:lnTo>
                  <a:lnTo>
                    <a:pt x="2261" y="201"/>
                  </a:lnTo>
                  <a:lnTo>
                    <a:pt x="2261" y="179"/>
                  </a:lnTo>
                  <a:lnTo>
                    <a:pt x="2261" y="168"/>
                  </a:lnTo>
                  <a:lnTo>
                    <a:pt x="2239" y="168"/>
                  </a:lnTo>
                  <a:lnTo>
                    <a:pt x="1972" y="145"/>
                  </a:lnTo>
                  <a:lnTo>
                    <a:pt x="1693" y="145"/>
                  </a:lnTo>
                  <a:lnTo>
                    <a:pt x="1426" y="134"/>
                  </a:lnTo>
                  <a:lnTo>
                    <a:pt x="1148" y="123"/>
                  </a:lnTo>
                  <a:lnTo>
                    <a:pt x="869" y="101"/>
                  </a:lnTo>
                  <a:lnTo>
                    <a:pt x="580" y="78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6836970" y="2776591"/>
              <a:ext cx="17014" cy="4740"/>
            </a:xfrm>
            <a:custGeom>
              <a:rect b="b" l="l" r="r" t="t"/>
              <a:pathLst>
                <a:path extrusionOk="0" h="202" w="725">
                  <a:moveTo>
                    <a:pt x="34" y="1"/>
                  </a:moveTo>
                  <a:lnTo>
                    <a:pt x="12" y="12"/>
                  </a:lnTo>
                  <a:lnTo>
                    <a:pt x="0" y="34"/>
                  </a:lnTo>
                  <a:lnTo>
                    <a:pt x="0" y="57"/>
                  </a:lnTo>
                  <a:lnTo>
                    <a:pt x="0" y="79"/>
                  </a:lnTo>
                  <a:lnTo>
                    <a:pt x="12" y="90"/>
                  </a:lnTo>
                  <a:lnTo>
                    <a:pt x="34" y="112"/>
                  </a:lnTo>
                  <a:lnTo>
                    <a:pt x="56" y="112"/>
                  </a:lnTo>
                  <a:lnTo>
                    <a:pt x="390" y="157"/>
                  </a:lnTo>
                  <a:lnTo>
                    <a:pt x="535" y="190"/>
                  </a:lnTo>
                  <a:lnTo>
                    <a:pt x="613" y="201"/>
                  </a:lnTo>
                  <a:lnTo>
                    <a:pt x="680" y="201"/>
                  </a:lnTo>
                  <a:lnTo>
                    <a:pt x="713" y="190"/>
                  </a:lnTo>
                  <a:lnTo>
                    <a:pt x="724" y="168"/>
                  </a:lnTo>
                  <a:lnTo>
                    <a:pt x="724" y="134"/>
                  </a:lnTo>
                  <a:lnTo>
                    <a:pt x="702" y="112"/>
                  </a:lnTo>
                  <a:lnTo>
                    <a:pt x="624" y="90"/>
                  </a:lnTo>
                  <a:lnTo>
                    <a:pt x="546" y="68"/>
                  </a:lnTo>
                  <a:lnTo>
                    <a:pt x="379" y="45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6932600" y="2750471"/>
              <a:ext cx="59326" cy="5773"/>
            </a:xfrm>
            <a:custGeom>
              <a:rect b="b" l="l" r="r" t="t"/>
              <a:pathLst>
                <a:path extrusionOk="0" h="246" w="2528">
                  <a:moveTo>
                    <a:pt x="1615" y="1"/>
                  </a:moveTo>
                  <a:lnTo>
                    <a:pt x="1292" y="12"/>
                  </a:lnTo>
                  <a:lnTo>
                    <a:pt x="668" y="45"/>
                  </a:lnTo>
                  <a:lnTo>
                    <a:pt x="357" y="56"/>
                  </a:lnTo>
                  <a:lnTo>
                    <a:pt x="201" y="45"/>
                  </a:lnTo>
                  <a:lnTo>
                    <a:pt x="45" y="23"/>
                  </a:lnTo>
                  <a:lnTo>
                    <a:pt x="11" y="34"/>
                  </a:lnTo>
                  <a:lnTo>
                    <a:pt x="0" y="56"/>
                  </a:lnTo>
                  <a:lnTo>
                    <a:pt x="0" y="78"/>
                  </a:lnTo>
                  <a:lnTo>
                    <a:pt x="11" y="90"/>
                  </a:lnTo>
                  <a:lnTo>
                    <a:pt x="23" y="101"/>
                  </a:lnTo>
                  <a:lnTo>
                    <a:pt x="178" y="123"/>
                  </a:lnTo>
                  <a:lnTo>
                    <a:pt x="334" y="134"/>
                  </a:lnTo>
                  <a:lnTo>
                    <a:pt x="646" y="145"/>
                  </a:lnTo>
                  <a:lnTo>
                    <a:pt x="947" y="134"/>
                  </a:lnTo>
                  <a:lnTo>
                    <a:pt x="1258" y="123"/>
                  </a:lnTo>
                  <a:lnTo>
                    <a:pt x="1570" y="123"/>
                  </a:lnTo>
                  <a:lnTo>
                    <a:pt x="1882" y="134"/>
                  </a:lnTo>
                  <a:lnTo>
                    <a:pt x="2038" y="145"/>
                  </a:lnTo>
                  <a:lnTo>
                    <a:pt x="2182" y="168"/>
                  </a:lnTo>
                  <a:lnTo>
                    <a:pt x="2338" y="201"/>
                  </a:lnTo>
                  <a:lnTo>
                    <a:pt x="2494" y="245"/>
                  </a:lnTo>
                  <a:lnTo>
                    <a:pt x="2516" y="245"/>
                  </a:lnTo>
                  <a:lnTo>
                    <a:pt x="2528" y="234"/>
                  </a:lnTo>
                  <a:lnTo>
                    <a:pt x="2528" y="212"/>
                  </a:lnTo>
                  <a:lnTo>
                    <a:pt x="2516" y="190"/>
                  </a:lnTo>
                  <a:lnTo>
                    <a:pt x="2372" y="123"/>
                  </a:lnTo>
                  <a:lnTo>
                    <a:pt x="2216" y="78"/>
                  </a:lnTo>
                  <a:lnTo>
                    <a:pt x="2071" y="45"/>
                  </a:lnTo>
                  <a:lnTo>
                    <a:pt x="1915" y="23"/>
                  </a:lnTo>
                  <a:lnTo>
                    <a:pt x="1759" y="12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6954801" y="2760140"/>
              <a:ext cx="25885" cy="7862"/>
            </a:xfrm>
            <a:custGeom>
              <a:rect b="b" l="l" r="r" t="t"/>
              <a:pathLst>
                <a:path extrusionOk="0" h="335" w="1103">
                  <a:moveTo>
                    <a:pt x="34" y="0"/>
                  </a:moveTo>
                  <a:lnTo>
                    <a:pt x="23" y="23"/>
                  </a:lnTo>
                  <a:lnTo>
                    <a:pt x="12" y="34"/>
                  </a:lnTo>
                  <a:lnTo>
                    <a:pt x="1" y="56"/>
                  </a:lnTo>
                  <a:lnTo>
                    <a:pt x="12" y="78"/>
                  </a:lnTo>
                  <a:lnTo>
                    <a:pt x="23" y="101"/>
                  </a:lnTo>
                  <a:lnTo>
                    <a:pt x="34" y="112"/>
                  </a:lnTo>
                  <a:lnTo>
                    <a:pt x="56" y="123"/>
                  </a:lnTo>
                  <a:lnTo>
                    <a:pt x="312" y="156"/>
                  </a:lnTo>
                  <a:lnTo>
                    <a:pt x="557" y="212"/>
                  </a:lnTo>
                  <a:lnTo>
                    <a:pt x="791" y="268"/>
                  </a:lnTo>
                  <a:lnTo>
                    <a:pt x="1014" y="334"/>
                  </a:lnTo>
                  <a:lnTo>
                    <a:pt x="1036" y="334"/>
                  </a:lnTo>
                  <a:lnTo>
                    <a:pt x="1058" y="323"/>
                  </a:lnTo>
                  <a:lnTo>
                    <a:pt x="1092" y="290"/>
                  </a:lnTo>
                  <a:lnTo>
                    <a:pt x="1103" y="268"/>
                  </a:lnTo>
                  <a:lnTo>
                    <a:pt x="1092" y="245"/>
                  </a:lnTo>
                  <a:lnTo>
                    <a:pt x="1092" y="234"/>
                  </a:lnTo>
                  <a:lnTo>
                    <a:pt x="1069" y="212"/>
                  </a:lnTo>
                  <a:lnTo>
                    <a:pt x="947" y="167"/>
                  </a:lnTo>
                  <a:lnTo>
                    <a:pt x="825" y="134"/>
                  </a:lnTo>
                  <a:lnTo>
                    <a:pt x="702" y="101"/>
                  </a:lnTo>
                  <a:lnTo>
                    <a:pt x="568" y="67"/>
                  </a:lnTo>
                  <a:lnTo>
                    <a:pt x="312" y="34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6703722" y="2781824"/>
              <a:ext cx="362409" cy="55149"/>
            </a:xfrm>
            <a:custGeom>
              <a:rect b="b" l="l" r="r" t="t"/>
              <a:pathLst>
                <a:path extrusionOk="0" h="2350" w="15443">
                  <a:moveTo>
                    <a:pt x="0" y="1"/>
                  </a:moveTo>
                  <a:lnTo>
                    <a:pt x="12" y="45"/>
                  </a:lnTo>
                  <a:lnTo>
                    <a:pt x="45" y="168"/>
                  </a:lnTo>
                  <a:lnTo>
                    <a:pt x="78" y="245"/>
                  </a:lnTo>
                  <a:lnTo>
                    <a:pt x="134" y="346"/>
                  </a:lnTo>
                  <a:lnTo>
                    <a:pt x="190" y="457"/>
                  </a:lnTo>
                  <a:lnTo>
                    <a:pt x="279" y="568"/>
                  </a:lnTo>
                  <a:lnTo>
                    <a:pt x="368" y="702"/>
                  </a:lnTo>
                  <a:lnTo>
                    <a:pt x="490" y="836"/>
                  </a:lnTo>
                  <a:lnTo>
                    <a:pt x="635" y="980"/>
                  </a:lnTo>
                  <a:lnTo>
                    <a:pt x="813" y="1125"/>
                  </a:lnTo>
                  <a:lnTo>
                    <a:pt x="1002" y="1281"/>
                  </a:lnTo>
                  <a:lnTo>
                    <a:pt x="1236" y="1426"/>
                  </a:lnTo>
                  <a:lnTo>
                    <a:pt x="1492" y="1581"/>
                  </a:lnTo>
                  <a:lnTo>
                    <a:pt x="1782" y="1726"/>
                  </a:lnTo>
                  <a:lnTo>
                    <a:pt x="1904" y="1782"/>
                  </a:lnTo>
                  <a:lnTo>
                    <a:pt x="2038" y="1838"/>
                  </a:lnTo>
                  <a:lnTo>
                    <a:pt x="2350" y="1927"/>
                  </a:lnTo>
                  <a:lnTo>
                    <a:pt x="2706" y="2005"/>
                  </a:lnTo>
                  <a:lnTo>
                    <a:pt x="3107" y="2082"/>
                  </a:lnTo>
                  <a:lnTo>
                    <a:pt x="3552" y="2138"/>
                  </a:lnTo>
                  <a:lnTo>
                    <a:pt x="4020" y="2194"/>
                  </a:lnTo>
                  <a:lnTo>
                    <a:pt x="4509" y="2238"/>
                  </a:lnTo>
                  <a:lnTo>
                    <a:pt x="5022" y="2272"/>
                  </a:lnTo>
                  <a:lnTo>
                    <a:pt x="5545" y="2305"/>
                  </a:lnTo>
                  <a:lnTo>
                    <a:pt x="6090" y="2327"/>
                  </a:lnTo>
                  <a:lnTo>
                    <a:pt x="7170" y="2350"/>
                  </a:lnTo>
                  <a:lnTo>
                    <a:pt x="8239" y="2350"/>
                  </a:lnTo>
                  <a:lnTo>
                    <a:pt x="9241" y="2327"/>
                  </a:lnTo>
                  <a:lnTo>
                    <a:pt x="9776" y="2305"/>
                  </a:lnTo>
                  <a:lnTo>
                    <a:pt x="10299" y="2272"/>
                  </a:lnTo>
                  <a:lnTo>
                    <a:pt x="10789" y="2227"/>
                  </a:lnTo>
                  <a:lnTo>
                    <a:pt x="11245" y="2183"/>
                  </a:lnTo>
                  <a:lnTo>
                    <a:pt x="11679" y="2116"/>
                  </a:lnTo>
                  <a:lnTo>
                    <a:pt x="12091" y="2049"/>
                  </a:lnTo>
                  <a:lnTo>
                    <a:pt x="12470" y="1971"/>
                  </a:lnTo>
                  <a:lnTo>
                    <a:pt x="12826" y="1882"/>
                  </a:lnTo>
                  <a:lnTo>
                    <a:pt x="13160" y="1793"/>
                  </a:lnTo>
                  <a:lnTo>
                    <a:pt x="13461" y="1693"/>
                  </a:lnTo>
                  <a:lnTo>
                    <a:pt x="13739" y="1581"/>
                  </a:lnTo>
                  <a:lnTo>
                    <a:pt x="13995" y="1459"/>
                  </a:lnTo>
                  <a:lnTo>
                    <a:pt x="14218" y="1337"/>
                  </a:lnTo>
                  <a:lnTo>
                    <a:pt x="14418" y="1203"/>
                  </a:lnTo>
                  <a:lnTo>
                    <a:pt x="14596" y="1069"/>
                  </a:lnTo>
                  <a:lnTo>
                    <a:pt x="14752" y="925"/>
                  </a:lnTo>
                  <a:lnTo>
                    <a:pt x="15131" y="479"/>
                  </a:lnTo>
                  <a:lnTo>
                    <a:pt x="15353" y="201"/>
                  </a:lnTo>
                  <a:lnTo>
                    <a:pt x="15420" y="101"/>
                  </a:lnTo>
                  <a:lnTo>
                    <a:pt x="15442" y="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706069" y="2788348"/>
              <a:ext cx="253989" cy="45762"/>
            </a:xfrm>
            <a:custGeom>
              <a:rect b="b" l="l" r="r" t="t"/>
              <a:pathLst>
                <a:path extrusionOk="0" h="1950" w="10823">
                  <a:moveTo>
                    <a:pt x="1" y="1"/>
                  </a:moveTo>
                  <a:lnTo>
                    <a:pt x="67" y="134"/>
                  </a:lnTo>
                  <a:lnTo>
                    <a:pt x="179" y="290"/>
                  </a:lnTo>
                  <a:lnTo>
                    <a:pt x="312" y="468"/>
                  </a:lnTo>
                  <a:lnTo>
                    <a:pt x="491" y="658"/>
                  </a:lnTo>
                  <a:lnTo>
                    <a:pt x="713" y="847"/>
                  </a:lnTo>
                  <a:lnTo>
                    <a:pt x="836" y="947"/>
                  </a:lnTo>
                  <a:lnTo>
                    <a:pt x="980" y="1047"/>
                  </a:lnTo>
                  <a:lnTo>
                    <a:pt x="1136" y="1148"/>
                  </a:lnTo>
                  <a:lnTo>
                    <a:pt x="1303" y="1248"/>
                  </a:lnTo>
                  <a:lnTo>
                    <a:pt x="1481" y="1348"/>
                  </a:lnTo>
                  <a:lnTo>
                    <a:pt x="1682" y="1448"/>
                  </a:lnTo>
                  <a:lnTo>
                    <a:pt x="1893" y="1537"/>
                  </a:lnTo>
                  <a:lnTo>
                    <a:pt x="2138" y="1615"/>
                  </a:lnTo>
                  <a:lnTo>
                    <a:pt x="2417" y="1693"/>
                  </a:lnTo>
                  <a:lnTo>
                    <a:pt x="2728" y="1749"/>
                  </a:lnTo>
                  <a:lnTo>
                    <a:pt x="3062" y="1816"/>
                  </a:lnTo>
                  <a:lnTo>
                    <a:pt x="3430" y="1860"/>
                  </a:lnTo>
                  <a:lnTo>
                    <a:pt x="3808" y="1905"/>
                  </a:lnTo>
                  <a:lnTo>
                    <a:pt x="4209" y="1949"/>
                  </a:lnTo>
                  <a:lnTo>
                    <a:pt x="3908" y="1838"/>
                  </a:lnTo>
                  <a:lnTo>
                    <a:pt x="3697" y="1749"/>
                  </a:lnTo>
                  <a:lnTo>
                    <a:pt x="3508" y="1660"/>
                  </a:lnTo>
                  <a:lnTo>
                    <a:pt x="3318" y="1560"/>
                  </a:lnTo>
                  <a:lnTo>
                    <a:pt x="3163" y="1459"/>
                  </a:lnTo>
                  <a:lnTo>
                    <a:pt x="3007" y="1359"/>
                  </a:lnTo>
                  <a:lnTo>
                    <a:pt x="2884" y="1248"/>
                  </a:lnTo>
                  <a:lnTo>
                    <a:pt x="2773" y="1136"/>
                  </a:lnTo>
                  <a:lnTo>
                    <a:pt x="2673" y="1025"/>
                  </a:lnTo>
                  <a:lnTo>
                    <a:pt x="2617" y="936"/>
                  </a:lnTo>
                  <a:lnTo>
                    <a:pt x="2584" y="847"/>
                  </a:lnTo>
                  <a:lnTo>
                    <a:pt x="2572" y="802"/>
                  </a:lnTo>
                  <a:lnTo>
                    <a:pt x="2572" y="758"/>
                  </a:lnTo>
                  <a:lnTo>
                    <a:pt x="2572" y="713"/>
                  </a:lnTo>
                  <a:lnTo>
                    <a:pt x="2595" y="669"/>
                  </a:lnTo>
                  <a:lnTo>
                    <a:pt x="2617" y="624"/>
                  </a:lnTo>
                  <a:lnTo>
                    <a:pt x="2650" y="580"/>
                  </a:lnTo>
                  <a:lnTo>
                    <a:pt x="2695" y="535"/>
                  </a:lnTo>
                  <a:lnTo>
                    <a:pt x="2751" y="502"/>
                  </a:lnTo>
                  <a:lnTo>
                    <a:pt x="2817" y="457"/>
                  </a:lnTo>
                  <a:lnTo>
                    <a:pt x="2895" y="435"/>
                  </a:lnTo>
                  <a:lnTo>
                    <a:pt x="2973" y="402"/>
                  </a:lnTo>
                  <a:lnTo>
                    <a:pt x="3073" y="379"/>
                  </a:lnTo>
                  <a:lnTo>
                    <a:pt x="3218" y="357"/>
                  </a:lnTo>
                  <a:lnTo>
                    <a:pt x="3363" y="346"/>
                  </a:lnTo>
                  <a:lnTo>
                    <a:pt x="3675" y="346"/>
                  </a:lnTo>
                  <a:lnTo>
                    <a:pt x="5467" y="335"/>
                  </a:lnTo>
                  <a:lnTo>
                    <a:pt x="7260" y="324"/>
                  </a:lnTo>
                  <a:lnTo>
                    <a:pt x="8161" y="301"/>
                  </a:lnTo>
                  <a:lnTo>
                    <a:pt x="9052" y="268"/>
                  </a:lnTo>
                  <a:lnTo>
                    <a:pt x="9932" y="224"/>
                  </a:lnTo>
                  <a:lnTo>
                    <a:pt x="10822" y="168"/>
                  </a:lnTo>
                  <a:lnTo>
                    <a:pt x="10511" y="146"/>
                  </a:lnTo>
                  <a:lnTo>
                    <a:pt x="10188" y="134"/>
                  </a:lnTo>
                  <a:lnTo>
                    <a:pt x="9553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ED5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7632026" y="2817095"/>
              <a:ext cx="83098" cy="20135"/>
            </a:xfrm>
            <a:custGeom>
              <a:rect b="b" l="l" r="r" t="t"/>
              <a:pathLst>
                <a:path extrusionOk="0" h="858" w="3541">
                  <a:moveTo>
                    <a:pt x="3485" y="1"/>
                  </a:moveTo>
                  <a:lnTo>
                    <a:pt x="0" y="301"/>
                  </a:lnTo>
                  <a:lnTo>
                    <a:pt x="12" y="568"/>
                  </a:lnTo>
                  <a:lnTo>
                    <a:pt x="23" y="702"/>
                  </a:lnTo>
                  <a:lnTo>
                    <a:pt x="45" y="824"/>
                  </a:lnTo>
                  <a:lnTo>
                    <a:pt x="501" y="847"/>
                  </a:lnTo>
                  <a:lnTo>
                    <a:pt x="1025" y="858"/>
                  </a:lnTo>
                  <a:lnTo>
                    <a:pt x="2116" y="858"/>
                  </a:lnTo>
                  <a:lnTo>
                    <a:pt x="3051" y="836"/>
                  </a:lnTo>
                  <a:lnTo>
                    <a:pt x="3363" y="824"/>
                  </a:lnTo>
                  <a:lnTo>
                    <a:pt x="3530" y="813"/>
                  </a:lnTo>
                  <a:lnTo>
                    <a:pt x="3541" y="613"/>
                  </a:lnTo>
                  <a:lnTo>
                    <a:pt x="3541" y="390"/>
                  </a:lnTo>
                  <a:lnTo>
                    <a:pt x="3519" y="179"/>
                  </a:lnTo>
                  <a:lnTo>
                    <a:pt x="3485" y="1"/>
                  </a:lnTo>
                  <a:close/>
                </a:path>
              </a:pathLst>
            </a:custGeom>
            <a:solidFill>
              <a:srgbClr val="D8DE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7632026" y="2817095"/>
              <a:ext cx="83098" cy="20135"/>
            </a:xfrm>
            <a:custGeom>
              <a:rect b="b" l="l" r="r" t="t"/>
              <a:pathLst>
                <a:path extrusionOk="0" fill="none" h="858" w="3541">
                  <a:moveTo>
                    <a:pt x="0" y="301"/>
                  </a:moveTo>
                  <a:lnTo>
                    <a:pt x="0" y="301"/>
                  </a:lnTo>
                  <a:lnTo>
                    <a:pt x="12" y="568"/>
                  </a:lnTo>
                  <a:lnTo>
                    <a:pt x="23" y="702"/>
                  </a:lnTo>
                  <a:lnTo>
                    <a:pt x="45" y="824"/>
                  </a:lnTo>
                  <a:lnTo>
                    <a:pt x="45" y="824"/>
                  </a:lnTo>
                  <a:lnTo>
                    <a:pt x="501" y="847"/>
                  </a:lnTo>
                  <a:lnTo>
                    <a:pt x="1025" y="858"/>
                  </a:lnTo>
                  <a:lnTo>
                    <a:pt x="1570" y="858"/>
                  </a:lnTo>
                  <a:lnTo>
                    <a:pt x="2116" y="858"/>
                  </a:lnTo>
                  <a:lnTo>
                    <a:pt x="3051" y="836"/>
                  </a:lnTo>
                  <a:lnTo>
                    <a:pt x="3363" y="824"/>
                  </a:lnTo>
                  <a:lnTo>
                    <a:pt x="3530" y="813"/>
                  </a:lnTo>
                  <a:lnTo>
                    <a:pt x="3530" y="813"/>
                  </a:lnTo>
                  <a:lnTo>
                    <a:pt x="3541" y="613"/>
                  </a:lnTo>
                  <a:lnTo>
                    <a:pt x="3541" y="390"/>
                  </a:lnTo>
                  <a:lnTo>
                    <a:pt x="3519" y="179"/>
                  </a:lnTo>
                  <a:lnTo>
                    <a:pt x="348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7603536" y="2690911"/>
              <a:ext cx="150779" cy="75260"/>
            </a:xfrm>
            <a:custGeom>
              <a:rect b="b" l="l" r="r" t="t"/>
              <a:pathLst>
                <a:path extrusionOk="0" h="3207" w="6425">
                  <a:moveTo>
                    <a:pt x="3296" y="0"/>
                  </a:moveTo>
                  <a:lnTo>
                    <a:pt x="3163" y="11"/>
                  </a:lnTo>
                  <a:lnTo>
                    <a:pt x="3040" y="45"/>
                  </a:lnTo>
                  <a:lnTo>
                    <a:pt x="2907" y="89"/>
                  </a:lnTo>
                  <a:lnTo>
                    <a:pt x="2784" y="145"/>
                  </a:lnTo>
                  <a:lnTo>
                    <a:pt x="2673" y="223"/>
                  </a:lnTo>
                  <a:lnTo>
                    <a:pt x="2550" y="301"/>
                  </a:lnTo>
                  <a:lnTo>
                    <a:pt x="2339" y="468"/>
                  </a:lnTo>
                  <a:lnTo>
                    <a:pt x="2261" y="512"/>
                  </a:lnTo>
                  <a:lnTo>
                    <a:pt x="2183" y="568"/>
                  </a:lnTo>
                  <a:lnTo>
                    <a:pt x="2105" y="590"/>
                  </a:lnTo>
                  <a:lnTo>
                    <a:pt x="2061" y="601"/>
                  </a:lnTo>
                  <a:lnTo>
                    <a:pt x="2016" y="601"/>
                  </a:lnTo>
                  <a:lnTo>
                    <a:pt x="1972" y="579"/>
                  </a:lnTo>
                  <a:lnTo>
                    <a:pt x="1916" y="557"/>
                  </a:lnTo>
                  <a:lnTo>
                    <a:pt x="1827" y="512"/>
                  </a:lnTo>
                  <a:lnTo>
                    <a:pt x="1760" y="479"/>
                  </a:lnTo>
                  <a:lnTo>
                    <a:pt x="1682" y="457"/>
                  </a:lnTo>
                  <a:lnTo>
                    <a:pt x="1604" y="445"/>
                  </a:lnTo>
                  <a:lnTo>
                    <a:pt x="1537" y="434"/>
                  </a:lnTo>
                  <a:lnTo>
                    <a:pt x="1459" y="445"/>
                  </a:lnTo>
                  <a:lnTo>
                    <a:pt x="1381" y="457"/>
                  </a:lnTo>
                  <a:lnTo>
                    <a:pt x="1304" y="479"/>
                  </a:lnTo>
                  <a:lnTo>
                    <a:pt x="1237" y="512"/>
                  </a:lnTo>
                  <a:lnTo>
                    <a:pt x="1170" y="546"/>
                  </a:lnTo>
                  <a:lnTo>
                    <a:pt x="1103" y="590"/>
                  </a:lnTo>
                  <a:lnTo>
                    <a:pt x="1047" y="646"/>
                  </a:lnTo>
                  <a:lnTo>
                    <a:pt x="992" y="690"/>
                  </a:lnTo>
                  <a:lnTo>
                    <a:pt x="947" y="757"/>
                  </a:lnTo>
                  <a:lnTo>
                    <a:pt x="914" y="824"/>
                  </a:lnTo>
                  <a:lnTo>
                    <a:pt x="880" y="891"/>
                  </a:lnTo>
                  <a:lnTo>
                    <a:pt x="869" y="969"/>
                  </a:lnTo>
                  <a:lnTo>
                    <a:pt x="747" y="958"/>
                  </a:lnTo>
                  <a:lnTo>
                    <a:pt x="624" y="980"/>
                  </a:lnTo>
                  <a:lnTo>
                    <a:pt x="513" y="1013"/>
                  </a:lnTo>
                  <a:lnTo>
                    <a:pt x="402" y="1069"/>
                  </a:lnTo>
                  <a:lnTo>
                    <a:pt x="302" y="1147"/>
                  </a:lnTo>
                  <a:lnTo>
                    <a:pt x="212" y="1236"/>
                  </a:lnTo>
                  <a:lnTo>
                    <a:pt x="146" y="1336"/>
                  </a:lnTo>
                  <a:lnTo>
                    <a:pt x="79" y="1447"/>
                  </a:lnTo>
                  <a:lnTo>
                    <a:pt x="45" y="1559"/>
                  </a:lnTo>
                  <a:lnTo>
                    <a:pt x="12" y="1670"/>
                  </a:lnTo>
                  <a:lnTo>
                    <a:pt x="1" y="1793"/>
                  </a:lnTo>
                  <a:lnTo>
                    <a:pt x="1" y="1915"/>
                  </a:lnTo>
                  <a:lnTo>
                    <a:pt x="12" y="2038"/>
                  </a:lnTo>
                  <a:lnTo>
                    <a:pt x="23" y="2160"/>
                  </a:lnTo>
                  <a:lnTo>
                    <a:pt x="57" y="2282"/>
                  </a:lnTo>
                  <a:lnTo>
                    <a:pt x="90" y="2405"/>
                  </a:lnTo>
                  <a:lnTo>
                    <a:pt x="4488" y="3084"/>
                  </a:lnTo>
                  <a:lnTo>
                    <a:pt x="4588" y="3117"/>
                  </a:lnTo>
                  <a:lnTo>
                    <a:pt x="4688" y="3151"/>
                  </a:lnTo>
                  <a:lnTo>
                    <a:pt x="4799" y="3173"/>
                  </a:lnTo>
                  <a:lnTo>
                    <a:pt x="4911" y="3195"/>
                  </a:lnTo>
                  <a:lnTo>
                    <a:pt x="5022" y="3207"/>
                  </a:lnTo>
                  <a:lnTo>
                    <a:pt x="5245" y="3207"/>
                  </a:lnTo>
                  <a:lnTo>
                    <a:pt x="5356" y="3195"/>
                  </a:lnTo>
                  <a:lnTo>
                    <a:pt x="5467" y="3173"/>
                  </a:lnTo>
                  <a:lnTo>
                    <a:pt x="5579" y="3151"/>
                  </a:lnTo>
                  <a:lnTo>
                    <a:pt x="5679" y="3106"/>
                  </a:lnTo>
                  <a:lnTo>
                    <a:pt x="5779" y="3073"/>
                  </a:lnTo>
                  <a:lnTo>
                    <a:pt x="5879" y="3017"/>
                  </a:lnTo>
                  <a:lnTo>
                    <a:pt x="5968" y="2962"/>
                  </a:lnTo>
                  <a:lnTo>
                    <a:pt x="6057" y="2895"/>
                  </a:lnTo>
                  <a:lnTo>
                    <a:pt x="6135" y="2817"/>
                  </a:lnTo>
                  <a:lnTo>
                    <a:pt x="6202" y="2739"/>
                  </a:lnTo>
                  <a:lnTo>
                    <a:pt x="6269" y="2650"/>
                  </a:lnTo>
                  <a:lnTo>
                    <a:pt x="6325" y="2550"/>
                  </a:lnTo>
                  <a:lnTo>
                    <a:pt x="6358" y="2449"/>
                  </a:lnTo>
                  <a:lnTo>
                    <a:pt x="6391" y="2338"/>
                  </a:lnTo>
                  <a:lnTo>
                    <a:pt x="6414" y="2238"/>
                  </a:lnTo>
                  <a:lnTo>
                    <a:pt x="6425" y="2127"/>
                  </a:lnTo>
                  <a:lnTo>
                    <a:pt x="6425" y="2015"/>
                  </a:lnTo>
                  <a:lnTo>
                    <a:pt x="6425" y="1904"/>
                  </a:lnTo>
                  <a:lnTo>
                    <a:pt x="6403" y="1804"/>
                  </a:lnTo>
                  <a:lnTo>
                    <a:pt x="6369" y="1692"/>
                  </a:lnTo>
                  <a:lnTo>
                    <a:pt x="6336" y="1603"/>
                  </a:lnTo>
                  <a:lnTo>
                    <a:pt x="6280" y="1503"/>
                  </a:lnTo>
                  <a:lnTo>
                    <a:pt x="6213" y="1425"/>
                  </a:lnTo>
                  <a:lnTo>
                    <a:pt x="6147" y="1347"/>
                  </a:lnTo>
                  <a:lnTo>
                    <a:pt x="6057" y="1269"/>
                  </a:lnTo>
                  <a:lnTo>
                    <a:pt x="5935" y="1203"/>
                  </a:lnTo>
                  <a:lnTo>
                    <a:pt x="5801" y="1147"/>
                  </a:lnTo>
                  <a:lnTo>
                    <a:pt x="5668" y="1113"/>
                  </a:lnTo>
                  <a:lnTo>
                    <a:pt x="5523" y="1091"/>
                  </a:lnTo>
                  <a:lnTo>
                    <a:pt x="5378" y="1080"/>
                  </a:lnTo>
                  <a:lnTo>
                    <a:pt x="5234" y="1080"/>
                  </a:lnTo>
                  <a:lnTo>
                    <a:pt x="5089" y="1091"/>
                  </a:lnTo>
                  <a:lnTo>
                    <a:pt x="4944" y="1102"/>
                  </a:lnTo>
                  <a:lnTo>
                    <a:pt x="4944" y="1013"/>
                  </a:lnTo>
                  <a:lnTo>
                    <a:pt x="4933" y="935"/>
                  </a:lnTo>
                  <a:lnTo>
                    <a:pt x="4900" y="846"/>
                  </a:lnTo>
                  <a:lnTo>
                    <a:pt x="4866" y="768"/>
                  </a:lnTo>
                  <a:lnTo>
                    <a:pt x="4822" y="702"/>
                  </a:lnTo>
                  <a:lnTo>
                    <a:pt x="4755" y="635"/>
                  </a:lnTo>
                  <a:lnTo>
                    <a:pt x="4688" y="579"/>
                  </a:lnTo>
                  <a:lnTo>
                    <a:pt x="4610" y="535"/>
                  </a:lnTo>
                  <a:lnTo>
                    <a:pt x="4532" y="512"/>
                  </a:lnTo>
                  <a:lnTo>
                    <a:pt x="4443" y="490"/>
                  </a:lnTo>
                  <a:lnTo>
                    <a:pt x="4354" y="490"/>
                  </a:lnTo>
                  <a:lnTo>
                    <a:pt x="4265" y="501"/>
                  </a:lnTo>
                  <a:lnTo>
                    <a:pt x="4187" y="523"/>
                  </a:lnTo>
                  <a:lnTo>
                    <a:pt x="4109" y="557"/>
                  </a:lnTo>
                  <a:lnTo>
                    <a:pt x="4031" y="601"/>
                  </a:lnTo>
                  <a:lnTo>
                    <a:pt x="3964" y="657"/>
                  </a:lnTo>
                  <a:lnTo>
                    <a:pt x="3976" y="590"/>
                  </a:lnTo>
                  <a:lnTo>
                    <a:pt x="3976" y="535"/>
                  </a:lnTo>
                  <a:lnTo>
                    <a:pt x="3964" y="468"/>
                  </a:lnTo>
                  <a:lnTo>
                    <a:pt x="3953" y="412"/>
                  </a:lnTo>
                  <a:lnTo>
                    <a:pt x="3920" y="345"/>
                  </a:lnTo>
                  <a:lnTo>
                    <a:pt x="3886" y="290"/>
                  </a:lnTo>
                  <a:lnTo>
                    <a:pt x="3853" y="245"/>
                  </a:lnTo>
                  <a:lnTo>
                    <a:pt x="3809" y="189"/>
                  </a:lnTo>
                  <a:lnTo>
                    <a:pt x="3697" y="111"/>
                  </a:lnTo>
                  <a:lnTo>
                    <a:pt x="3575" y="45"/>
                  </a:lnTo>
                  <a:lnTo>
                    <a:pt x="3508" y="22"/>
                  </a:lnTo>
                  <a:lnTo>
                    <a:pt x="3441" y="11"/>
                  </a:lnTo>
                  <a:lnTo>
                    <a:pt x="3363" y="0"/>
                  </a:lnTo>
                  <a:close/>
                </a:path>
              </a:pathLst>
            </a:custGeom>
            <a:solidFill>
              <a:srgbClr val="EAF0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603536" y="2690911"/>
              <a:ext cx="150779" cy="75260"/>
            </a:xfrm>
            <a:custGeom>
              <a:rect b="b" l="l" r="r" t="t"/>
              <a:pathLst>
                <a:path extrusionOk="0" fill="none" h="3207" w="6425">
                  <a:moveTo>
                    <a:pt x="90" y="2405"/>
                  </a:moveTo>
                  <a:lnTo>
                    <a:pt x="90" y="2405"/>
                  </a:lnTo>
                  <a:lnTo>
                    <a:pt x="57" y="2282"/>
                  </a:lnTo>
                  <a:lnTo>
                    <a:pt x="23" y="2160"/>
                  </a:lnTo>
                  <a:lnTo>
                    <a:pt x="12" y="2038"/>
                  </a:lnTo>
                  <a:lnTo>
                    <a:pt x="1" y="1915"/>
                  </a:lnTo>
                  <a:lnTo>
                    <a:pt x="1" y="1793"/>
                  </a:lnTo>
                  <a:lnTo>
                    <a:pt x="12" y="1670"/>
                  </a:lnTo>
                  <a:lnTo>
                    <a:pt x="45" y="1559"/>
                  </a:lnTo>
                  <a:lnTo>
                    <a:pt x="79" y="1447"/>
                  </a:lnTo>
                  <a:lnTo>
                    <a:pt x="79" y="1447"/>
                  </a:lnTo>
                  <a:lnTo>
                    <a:pt x="146" y="1336"/>
                  </a:lnTo>
                  <a:lnTo>
                    <a:pt x="212" y="1236"/>
                  </a:lnTo>
                  <a:lnTo>
                    <a:pt x="302" y="1147"/>
                  </a:lnTo>
                  <a:lnTo>
                    <a:pt x="402" y="1069"/>
                  </a:lnTo>
                  <a:lnTo>
                    <a:pt x="513" y="1013"/>
                  </a:lnTo>
                  <a:lnTo>
                    <a:pt x="624" y="980"/>
                  </a:lnTo>
                  <a:lnTo>
                    <a:pt x="747" y="958"/>
                  </a:lnTo>
                  <a:lnTo>
                    <a:pt x="869" y="969"/>
                  </a:lnTo>
                  <a:lnTo>
                    <a:pt x="869" y="969"/>
                  </a:lnTo>
                  <a:lnTo>
                    <a:pt x="880" y="891"/>
                  </a:lnTo>
                  <a:lnTo>
                    <a:pt x="914" y="824"/>
                  </a:lnTo>
                  <a:lnTo>
                    <a:pt x="947" y="757"/>
                  </a:lnTo>
                  <a:lnTo>
                    <a:pt x="992" y="690"/>
                  </a:lnTo>
                  <a:lnTo>
                    <a:pt x="1047" y="646"/>
                  </a:lnTo>
                  <a:lnTo>
                    <a:pt x="1103" y="590"/>
                  </a:lnTo>
                  <a:lnTo>
                    <a:pt x="1170" y="546"/>
                  </a:lnTo>
                  <a:lnTo>
                    <a:pt x="1237" y="512"/>
                  </a:lnTo>
                  <a:lnTo>
                    <a:pt x="1304" y="479"/>
                  </a:lnTo>
                  <a:lnTo>
                    <a:pt x="1381" y="457"/>
                  </a:lnTo>
                  <a:lnTo>
                    <a:pt x="1459" y="445"/>
                  </a:lnTo>
                  <a:lnTo>
                    <a:pt x="1537" y="434"/>
                  </a:lnTo>
                  <a:lnTo>
                    <a:pt x="1604" y="445"/>
                  </a:lnTo>
                  <a:lnTo>
                    <a:pt x="1682" y="457"/>
                  </a:lnTo>
                  <a:lnTo>
                    <a:pt x="1760" y="479"/>
                  </a:lnTo>
                  <a:lnTo>
                    <a:pt x="1827" y="512"/>
                  </a:lnTo>
                  <a:lnTo>
                    <a:pt x="1827" y="512"/>
                  </a:lnTo>
                  <a:lnTo>
                    <a:pt x="1916" y="557"/>
                  </a:lnTo>
                  <a:lnTo>
                    <a:pt x="1972" y="579"/>
                  </a:lnTo>
                  <a:lnTo>
                    <a:pt x="2016" y="601"/>
                  </a:lnTo>
                  <a:lnTo>
                    <a:pt x="2016" y="601"/>
                  </a:lnTo>
                  <a:lnTo>
                    <a:pt x="2061" y="601"/>
                  </a:lnTo>
                  <a:lnTo>
                    <a:pt x="2105" y="590"/>
                  </a:lnTo>
                  <a:lnTo>
                    <a:pt x="2183" y="568"/>
                  </a:lnTo>
                  <a:lnTo>
                    <a:pt x="2261" y="512"/>
                  </a:lnTo>
                  <a:lnTo>
                    <a:pt x="2339" y="468"/>
                  </a:lnTo>
                  <a:lnTo>
                    <a:pt x="2339" y="468"/>
                  </a:lnTo>
                  <a:lnTo>
                    <a:pt x="2550" y="301"/>
                  </a:lnTo>
                  <a:lnTo>
                    <a:pt x="2673" y="223"/>
                  </a:lnTo>
                  <a:lnTo>
                    <a:pt x="2784" y="145"/>
                  </a:lnTo>
                  <a:lnTo>
                    <a:pt x="2907" y="89"/>
                  </a:lnTo>
                  <a:lnTo>
                    <a:pt x="3040" y="45"/>
                  </a:lnTo>
                  <a:lnTo>
                    <a:pt x="3163" y="11"/>
                  </a:lnTo>
                  <a:lnTo>
                    <a:pt x="3296" y="0"/>
                  </a:lnTo>
                  <a:lnTo>
                    <a:pt x="3296" y="0"/>
                  </a:lnTo>
                  <a:lnTo>
                    <a:pt x="3363" y="0"/>
                  </a:lnTo>
                  <a:lnTo>
                    <a:pt x="3441" y="11"/>
                  </a:lnTo>
                  <a:lnTo>
                    <a:pt x="3508" y="22"/>
                  </a:lnTo>
                  <a:lnTo>
                    <a:pt x="3575" y="45"/>
                  </a:lnTo>
                  <a:lnTo>
                    <a:pt x="3697" y="111"/>
                  </a:lnTo>
                  <a:lnTo>
                    <a:pt x="3809" y="189"/>
                  </a:lnTo>
                  <a:lnTo>
                    <a:pt x="3853" y="245"/>
                  </a:lnTo>
                  <a:lnTo>
                    <a:pt x="3886" y="290"/>
                  </a:lnTo>
                  <a:lnTo>
                    <a:pt x="3920" y="345"/>
                  </a:lnTo>
                  <a:lnTo>
                    <a:pt x="3953" y="412"/>
                  </a:lnTo>
                  <a:lnTo>
                    <a:pt x="3964" y="468"/>
                  </a:lnTo>
                  <a:lnTo>
                    <a:pt x="3976" y="535"/>
                  </a:lnTo>
                  <a:lnTo>
                    <a:pt x="3976" y="590"/>
                  </a:lnTo>
                  <a:lnTo>
                    <a:pt x="3964" y="657"/>
                  </a:lnTo>
                  <a:lnTo>
                    <a:pt x="3964" y="657"/>
                  </a:lnTo>
                  <a:lnTo>
                    <a:pt x="4031" y="601"/>
                  </a:lnTo>
                  <a:lnTo>
                    <a:pt x="4109" y="557"/>
                  </a:lnTo>
                  <a:lnTo>
                    <a:pt x="4187" y="523"/>
                  </a:lnTo>
                  <a:lnTo>
                    <a:pt x="4265" y="501"/>
                  </a:lnTo>
                  <a:lnTo>
                    <a:pt x="4354" y="490"/>
                  </a:lnTo>
                  <a:lnTo>
                    <a:pt x="4443" y="490"/>
                  </a:lnTo>
                  <a:lnTo>
                    <a:pt x="4532" y="512"/>
                  </a:lnTo>
                  <a:lnTo>
                    <a:pt x="4610" y="535"/>
                  </a:lnTo>
                  <a:lnTo>
                    <a:pt x="4610" y="535"/>
                  </a:lnTo>
                  <a:lnTo>
                    <a:pt x="4688" y="579"/>
                  </a:lnTo>
                  <a:lnTo>
                    <a:pt x="4755" y="635"/>
                  </a:lnTo>
                  <a:lnTo>
                    <a:pt x="4822" y="702"/>
                  </a:lnTo>
                  <a:lnTo>
                    <a:pt x="4866" y="768"/>
                  </a:lnTo>
                  <a:lnTo>
                    <a:pt x="4900" y="846"/>
                  </a:lnTo>
                  <a:lnTo>
                    <a:pt x="4933" y="935"/>
                  </a:lnTo>
                  <a:lnTo>
                    <a:pt x="4944" y="1013"/>
                  </a:lnTo>
                  <a:lnTo>
                    <a:pt x="4944" y="1102"/>
                  </a:lnTo>
                  <a:lnTo>
                    <a:pt x="4944" y="1102"/>
                  </a:lnTo>
                  <a:lnTo>
                    <a:pt x="5089" y="1091"/>
                  </a:lnTo>
                  <a:lnTo>
                    <a:pt x="5234" y="1080"/>
                  </a:lnTo>
                  <a:lnTo>
                    <a:pt x="5378" y="1080"/>
                  </a:lnTo>
                  <a:lnTo>
                    <a:pt x="5523" y="1091"/>
                  </a:lnTo>
                  <a:lnTo>
                    <a:pt x="5668" y="1113"/>
                  </a:lnTo>
                  <a:lnTo>
                    <a:pt x="5801" y="1147"/>
                  </a:lnTo>
                  <a:lnTo>
                    <a:pt x="5935" y="1203"/>
                  </a:lnTo>
                  <a:lnTo>
                    <a:pt x="6057" y="1269"/>
                  </a:lnTo>
                  <a:lnTo>
                    <a:pt x="6057" y="1269"/>
                  </a:lnTo>
                  <a:lnTo>
                    <a:pt x="6147" y="1347"/>
                  </a:lnTo>
                  <a:lnTo>
                    <a:pt x="6213" y="1425"/>
                  </a:lnTo>
                  <a:lnTo>
                    <a:pt x="6280" y="1503"/>
                  </a:lnTo>
                  <a:lnTo>
                    <a:pt x="6336" y="1603"/>
                  </a:lnTo>
                  <a:lnTo>
                    <a:pt x="6369" y="1692"/>
                  </a:lnTo>
                  <a:lnTo>
                    <a:pt x="6403" y="1804"/>
                  </a:lnTo>
                  <a:lnTo>
                    <a:pt x="6425" y="1904"/>
                  </a:lnTo>
                  <a:lnTo>
                    <a:pt x="6425" y="2015"/>
                  </a:lnTo>
                  <a:lnTo>
                    <a:pt x="6425" y="2127"/>
                  </a:lnTo>
                  <a:lnTo>
                    <a:pt x="6414" y="2238"/>
                  </a:lnTo>
                  <a:lnTo>
                    <a:pt x="6391" y="2338"/>
                  </a:lnTo>
                  <a:lnTo>
                    <a:pt x="6358" y="2449"/>
                  </a:lnTo>
                  <a:lnTo>
                    <a:pt x="6325" y="2550"/>
                  </a:lnTo>
                  <a:lnTo>
                    <a:pt x="6269" y="2650"/>
                  </a:lnTo>
                  <a:lnTo>
                    <a:pt x="6202" y="2739"/>
                  </a:lnTo>
                  <a:lnTo>
                    <a:pt x="6135" y="2817"/>
                  </a:lnTo>
                  <a:lnTo>
                    <a:pt x="6135" y="2817"/>
                  </a:lnTo>
                  <a:lnTo>
                    <a:pt x="6057" y="2895"/>
                  </a:lnTo>
                  <a:lnTo>
                    <a:pt x="5968" y="2962"/>
                  </a:lnTo>
                  <a:lnTo>
                    <a:pt x="5879" y="3017"/>
                  </a:lnTo>
                  <a:lnTo>
                    <a:pt x="5779" y="3073"/>
                  </a:lnTo>
                  <a:lnTo>
                    <a:pt x="5679" y="3106"/>
                  </a:lnTo>
                  <a:lnTo>
                    <a:pt x="5579" y="3151"/>
                  </a:lnTo>
                  <a:lnTo>
                    <a:pt x="5467" y="3173"/>
                  </a:lnTo>
                  <a:lnTo>
                    <a:pt x="5356" y="3195"/>
                  </a:lnTo>
                  <a:lnTo>
                    <a:pt x="5245" y="3207"/>
                  </a:lnTo>
                  <a:lnTo>
                    <a:pt x="5133" y="3207"/>
                  </a:lnTo>
                  <a:lnTo>
                    <a:pt x="5022" y="3207"/>
                  </a:lnTo>
                  <a:lnTo>
                    <a:pt x="4911" y="3195"/>
                  </a:lnTo>
                  <a:lnTo>
                    <a:pt x="4799" y="3173"/>
                  </a:lnTo>
                  <a:lnTo>
                    <a:pt x="4688" y="3151"/>
                  </a:lnTo>
                  <a:lnTo>
                    <a:pt x="4588" y="3117"/>
                  </a:lnTo>
                  <a:lnTo>
                    <a:pt x="4488" y="308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7578731" y="2731134"/>
              <a:ext cx="183962" cy="99056"/>
            </a:xfrm>
            <a:custGeom>
              <a:rect b="b" l="l" r="r" t="t"/>
              <a:pathLst>
                <a:path extrusionOk="0" h="4221" w="7839">
                  <a:moveTo>
                    <a:pt x="7838" y="1"/>
                  </a:moveTo>
                  <a:lnTo>
                    <a:pt x="0" y="123"/>
                  </a:lnTo>
                  <a:lnTo>
                    <a:pt x="45" y="357"/>
                  </a:lnTo>
                  <a:lnTo>
                    <a:pt x="156" y="858"/>
                  </a:lnTo>
                  <a:lnTo>
                    <a:pt x="357" y="1682"/>
                  </a:lnTo>
                  <a:lnTo>
                    <a:pt x="423" y="1938"/>
                  </a:lnTo>
                  <a:lnTo>
                    <a:pt x="512" y="2194"/>
                  </a:lnTo>
                  <a:lnTo>
                    <a:pt x="624" y="2428"/>
                  </a:lnTo>
                  <a:lnTo>
                    <a:pt x="735" y="2650"/>
                  </a:lnTo>
                  <a:lnTo>
                    <a:pt x="858" y="2862"/>
                  </a:lnTo>
                  <a:lnTo>
                    <a:pt x="1002" y="3051"/>
                  </a:lnTo>
                  <a:lnTo>
                    <a:pt x="1158" y="3240"/>
                  </a:lnTo>
                  <a:lnTo>
                    <a:pt x="1325" y="3407"/>
                  </a:lnTo>
                  <a:lnTo>
                    <a:pt x="1503" y="3552"/>
                  </a:lnTo>
                  <a:lnTo>
                    <a:pt x="1693" y="3697"/>
                  </a:lnTo>
                  <a:lnTo>
                    <a:pt x="1904" y="3819"/>
                  </a:lnTo>
                  <a:lnTo>
                    <a:pt x="2127" y="3920"/>
                  </a:lnTo>
                  <a:lnTo>
                    <a:pt x="2361" y="4009"/>
                  </a:lnTo>
                  <a:lnTo>
                    <a:pt x="2605" y="4087"/>
                  </a:lnTo>
                  <a:lnTo>
                    <a:pt x="2873" y="4142"/>
                  </a:lnTo>
                  <a:lnTo>
                    <a:pt x="3151" y="4187"/>
                  </a:lnTo>
                  <a:lnTo>
                    <a:pt x="3385" y="4209"/>
                  </a:lnTo>
                  <a:lnTo>
                    <a:pt x="3641" y="4220"/>
                  </a:lnTo>
                  <a:lnTo>
                    <a:pt x="3886" y="4220"/>
                  </a:lnTo>
                  <a:lnTo>
                    <a:pt x="4142" y="4209"/>
                  </a:lnTo>
                  <a:lnTo>
                    <a:pt x="4387" y="4198"/>
                  </a:lnTo>
                  <a:lnTo>
                    <a:pt x="4632" y="4165"/>
                  </a:lnTo>
                  <a:lnTo>
                    <a:pt x="4888" y="4120"/>
                  </a:lnTo>
                  <a:lnTo>
                    <a:pt x="5133" y="4053"/>
                  </a:lnTo>
                  <a:lnTo>
                    <a:pt x="5367" y="3986"/>
                  </a:lnTo>
                  <a:lnTo>
                    <a:pt x="5600" y="3908"/>
                  </a:lnTo>
                  <a:lnTo>
                    <a:pt x="5834" y="3808"/>
                  </a:lnTo>
                  <a:lnTo>
                    <a:pt x="6046" y="3697"/>
                  </a:lnTo>
                  <a:lnTo>
                    <a:pt x="6257" y="3563"/>
                  </a:lnTo>
                  <a:lnTo>
                    <a:pt x="6458" y="3419"/>
                  </a:lnTo>
                  <a:lnTo>
                    <a:pt x="6658" y="3263"/>
                  </a:lnTo>
                  <a:lnTo>
                    <a:pt x="6825" y="3085"/>
                  </a:lnTo>
                  <a:lnTo>
                    <a:pt x="6970" y="2929"/>
                  </a:lnTo>
                  <a:lnTo>
                    <a:pt x="7092" y="2762"/>
                  </a:lnTo>
                  <a:lnTo>
                    <a:pt x="7204" y="2584"/>
                  </a:lnTo>
                  <a:lnTo>
                    <a:pt x="7304" y="2405"/>
                  </a:lnTo>
                  <a:lnTo>
                    <a:pt x="7359" y="2261"/>
                  </a:lnTo>
                  <a:lnTo>
                    <a:pt x="7415" y="2105"/>
                  </a:lnTo>
                  <a:lnTo>
                    <a:pt x="7471" y="1938"/>
                  </a:lnTo>
                  <a:lnTo>
                    <a:pt x="7526" y="1749"/>
                  </a:lnTo>
                  <a:lnTo>
                    <a:pt x="7615" y="1348"/>
                  </a:lnTo>
                  <a:lnTo>
                    <a:pt x="7693" y="958"/>
                  </a:lnTo>
                  <a:lnTo>
                    <a:pt x="7760" y="591"/>
                  </a:lnTo>
                  <a:lnTo>
                    <a:pt x="7805" y="290"/>
                  </a:lnTo>
                  <a:lnTo>
                    <a:pt x="78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7651879" y="2714683"/>
              <a:ext cx="12555" cy="5773"/>
            </a:xfrm>
            <a:custGeom>
              <a:rect b="b" l="l" r="r" t="t"/>
              <a:pathLst>
                <a:path extrusionOk="0" h="246" w="535">
                  <a:moveTo>
                    <a:pt x="123" y="0"/>
                  </a:moveTo>
                  <a:lnTo>
                    <a:pt x="79" y="11"/>
                  </a:lnTo>
                  <a:lnTo>
                    <a:pt x="45" y="45"/>
                  </a:lnTo>
                  <a:lnTo>
                    <a:pt x="12" y="78"/>
                  </a:lnTo>
                  <a:lnTo>
                    <a:pt x="1" y="123"/>
                  </a:lnTo>
                  <a:lnTo>
                    <a:pt x="12" y="167"/>
                  </a:lnTo>
                  <a:lnTo>
                    <a:pt x="34" y="212"/>
                  </a:lnTo>
                  <a:lnTo>
                    <a:pt x="79" y="234"/>
                  </a:lnTo>
                  <a:lnTo>
                    <a:pt x="123" y="245"/>
                  </a:lnTo>
                  <a:lnTo>
                    <a:pt x="413" y="245"/>
                  </a:lnTo>
                  <a:lnTo>
                    <a:pt x="457" y="234"/>
                  </a:lnTo>
                  <a:lnTo>
                    <a:pt x="490" y="212"/>
                  </a:lnTo>
                  <a:lnTo>
                    <a:pt x="513" y="190"/>
                  </a:lnTo>
                  <a:lnTo>
                    <a:pt x="535" y="156"/>
                  </a:lnTo>
                  <a:lnTo>
                    <a:pt x="535" y="134"/>
                  </a:lnTo>
                  <a:lnTo>
                    <a:pt x="524" y="100"/>
                  </a:lnTo>
                  <a:lnTo>
                    <a:pt x="479" y="56"/>
                  </a:lnTo>
                  <a:lnTo>
                    <a:pt x="435" y="34"/>
                  </a:lnTo>
                  <a:lnTo>
                    <a:pt x="390" y="11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7678280" y="2706047"/>
              <a:ext cx="12555" cy="6829"/>
            </a:xfrm>
            <a:custGeom>
              <a:rect b="b" l="l" r="r" t="t"/>
              <a:pathLst>
                <a:path extrusionOk="0" h="291" w="535">
                  <a:moveTo>
                    <a:pt x="145" y="1"/>
                  </a:moveTo>
                  <a:lnTo>
                    <a:pt x="78" y="23"/>
                  </a:lnTo>
                  <a:lnTo>
                    <a:pt x="33" y="45"/>
                  </a:lnTo>
                  <a:lnTo>
                    <a:pt x="11" y="79"/>
                  </a:lnTo>
                  <a:lnTo>
                    <a:pt x="0" y="123"/>
                  </a:lnTo>
                  <a:lnTo>
                    <a:pt x="11" y="157"/>
                  </a:lnTo>
                  <a:lnTo>
                    <a:pt x="22" y="201"/>
                  </a:lnTo>
                  <a:lnTo>
                    <a:pt x="56" y="224"/>
                  </a:lnTo>
                  <a:lnTo>
                    <a:pt x="89" y="246"/>
                  </a:lnTo>
                  <a:lnTo>
                    <a:pt x="145" y="235"/>
                  </a:lnTo>
                  <a:lnTo>
                    <a:pt x="223" y="235"/>
                  </a:lnTo>
                  <a:lnTo>
                    <a:pt x="290" y="246"/>
                  </a:lnTo>
                  <a:lnTo>
                    <a:pt x="356" y="268"/>
                  </a:lnTo>
                  <a:lnTo>
                    <a:pt x="434" y="290"/>
                  </a:lnTo>
                  <a:lnTo>
                    <a:pt x="479" y="290"/>
                  </a:lnTo>
                  <a:lnTo>
                    <a:pt x="512" y="268"/>
                  </a:lnTo>
                  <a:lnTo>
                    <a:pt x="534" y="235"/>
                  </a:lnTo>
                  <a:lnTo>
                    <a:pt x="534" y="190"/>
                  </a:lnTo>
                  <a:lnTo>
                    <a:pt x="512" y="123"/>
                  </a:lnTo>
                  <a:lnTo>
                    <a:pt x="468" y="79"/>
                  </a:lnTo>
                  <a:lnTo>
                    <a:pt x="412" y="34"/>
                  </a:lnTo>
                  <a:lnTo>
                    <a:pt x="345" y="12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7694473" y="2721465"/>
              <a:ext cx="8120" cy="7603"/>
            </a:xfrm>
            <a:custGeom>
              <a:rect b="b" l="l" r="r" t="t"/>
              <a:pathLst>
                <a:path extrusionOk="0" h="324" w="346">
                  <a:moveTo>
                    <a:pt x="234" y="1"/>
                  </a:moveTo>
                  <a:lnTo>
                    <a:pt x="201" y="12"/>
                  </a:lnTo>
                  <a:lnTo>
                    <a:pt x="156" y="23"/>
                  </a:lnTo>
                  <a:lnTo>
                    <a:pt x="123" y="45"/>
                  </a:lnTo>
                  <a:lnTo>
                    <a:pt x="56" y="112"/>
                  </a:lnTo>
                  <a:lnTo>
                    <a:pt x="11" y="190"/>
                  </a:lnTo>
                  <a:lnTo>
                    <a:pt x="0" y="223"/>
                  </a:lnTo>
                  <a:lnTo>
                    <a:pt x="0" y="257"/>
                  </a:lnTo>
                  <a:lnTo>
                    <a:pt x="23" y="279"/>
                  </a:lnTo>
                  <a:lnTo>
                    <a:pt x="45" y="312"/>
                  </a:lnTo>
                  <a:lnTo>
                    <a:pt x="78" y="324"/>
                  </a:lnTo>
                  <a:lnTo>
                    <a:pt x="112" y="312"/>
                  </a:lnTo>
                  <a:lnTo>
                    <a:pt x="145" y="301"/>
                  </a:lnTo>
                  <a:lnTo>
                    <a:pt x="167" y="279"/>
                  </a:lnTo>
                  <a:lnTo>
                    <a:pt x="201" y="235"/>
                  </a:lnTo>
                  <a:lnTo>
                    <a:pt x="245" y="201"/>
                  </a:lnTo>
                  <a:lnTo>
                    <a:pt x="290" y="168"/>
                  </a:lnTo>
                  <a:lnTo>
                    <a:pt x="334" y="123"/>
                  </a:lnTo>
                  <a:lnTo>
                    <a:pt x="345" y="90"/>
                  </a:lnTo>
                  <a:lnTo>
                    <a:pt x="334" y="56"/>
                  </a:lnTo>
                  <a:lnTo>
                    <a:pt x="312" y="23"/>
                  </a:lnTo>
                  <a:lnTo>
                    <a:pt x="290" y="12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7710407" y="2712595"/>
              <a:ext cx="8120" cy="5515"/>
            </a:xfrm>
            <a:custGeom>
              <a:rect b="b" l="l" r="r" t="t"/>
              <a:pathLst>
                <a:path extrusionOk="0" h="235" w="346">
                  <a:moveTo>
                    <a:pt x="123" y="0"/>
                  </a:moveTo>
                  <a:lnTo>
                    <a:pt x="56" y="22"/>
                  </a:lnTo>
                  <a:lnTo>
                    <a:pt x="23" y="67"/>
                  </a:lnTo>
                  <a:lnTo>
                    <a:pt x="0" y="112"/>
                  </a:lnTo>
                  <a:lnTo>
                    <a:pt x="0" y="134"/>
                  </a:lnTo>
                  <a:lnTo>
                    <a:pt x="0" y="167"/>
                  </a:lnTo>
                  <a:lnTo>
                    <a:pt x="23" y="189"/>
                  </a:lnTo>
                  <a:lnTo>
                    <a:pt x="45" y="212"/>
                  </a:lnTo>
                  <a:lnTo>
                    <a:pt x="90" y="234"/>
                  </a:lnTo>
                  <a:lnTo>
                    <a:pt x="234" y="234"/>
                  </a:lnTo>
                  <a:lnTo>
                    <a:pt x="279" y="223"/>
                  </a:lnTo>
                  <a:lnTo>
                    <a:pt x="312" y="201"/>
                  </a:lnTo>
                  <a:lnTo>
                    <a:pt x="334" y="167"/>
                  </a:lnTo>
                  <a:lnTo>
                    <a:pt x="346" y="134"/>
                  </a:lnTo>
                  <a:lnTo>
                    <a:pt x="346" y="89"/>
                  </a:lnTo>
                  <a:lnTo>
                    <a:pt x="334" y="56"/>
                  </a:lnTo>
                  <a:lnTo>
                    <a:pt x="301" y="34"/>
                  </a:lnTo>
                  <a:lnTo>
                    <a:pt x="268" y="11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723737" y="2722780"/>
              <a:ext cx="4201" cy="3426"/>
            </a:xfrm>
            <a:custGeom>
              <a:rect b="b" l="l" r="r" t="t"/>
              <a:pathLst>
                <a:path extrusionOk="0" h="146" w="179">
                  <a:moveTo>
                    <a:pt x="56" y="0"/>
                  </a:moveTo>
                  <a:lnTo>
                    <a:pt x="34" y="12"/>
                  </a:lnTo>
                  <a:lnTo>
                    <a:pt x="11" y="23"/>
                  </a:lnTo>
                  <a:lnTo>
                    <a:pt x="0" y="45"/>
                  </a:lnTo>
                  <a:lnTo>
                    <a:pt x="0" y="67"/>
                  </a:lnTo>
                  <a:lnTo>
                    <a:pt x="0" y="89"/>
                  </a:lnTo>
                  <a:lnTo>
                    <a:pt x="11" y="101"/>
                  </a:lnTo>
                  <a:lnTo>
                    <a:pt x="34" y="112"/>
                  </a:lnTo>
                  <a:lnTo>
                    <a:pt x="56" y="123"/>
                  </a:lnTo>
                  <a:lnTo>
                    <a:pt x="67" y="123"/>
                  </a:lnTo>
                  <a:lnTo>
                    <a:pt x="89" y="134"/>
                  </a:lnTo>
                  <a:lnTo>
                    <a:pt x="100" y="145"/>
                  </a:lnTo>
                  <a:lnTo>
                    <a:pt x="156" y="145"/>
                  </a:lnTo>
                  <a:lnTo>
                    <a:pt x="167" y="123"/>
                  </a:lnTo>
                  <a:lnTo>
                    <a:pt x="178" y="101"/>
                  </a:lnTo>
                  <a:lnTo>
                    <a:pt x="167" y="56"/>
                  </a:lnTo>
                  <a:lnTo>
                    <a:pt x="134" y="23"/>
                  </a:lnTo>
                  <a:lnTo>
                    <a:pt x="100" y="1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7620010" y="2713885"/>
              <a:ext cx="15442" cy="8660"/>
            </a:xfrm>
            <a:custGeom>
              <a:rect b="b" l="l" r="r" t="t"/>
              <a:pathLst>
                <a:path extrusionOk="0" h="369" w="658">
                  <a:moveTo>
                    <a:pt x="479" y="1"/>
                  </a:moveTo>
                  <a:lnTo>
                    <a:pt x="412" y="12"/>
                  </a:lnTo>
                  <a:lnTo>
                    <a:pt x="357" y="23"/>
                  </a:lnTo>
                  <a:lnTo>
                    <a:pt x="101" y="90"/>
                  </a:lnTo>
                  <a:lnTo>
                    <a:pt x="67" y="101"/>
                  </a:lnTo>
                  <a:lnTo>
                    <a:pt x="45" y="112"/>
                  </a:lnTo>
                  <a:lnTo>
                    <a:pt x="11" y="157"/>
                  </a:lnTo>
                  <a:lnTo>
                    <a:pt x="0" y="212"/>
                  </a:lnTo>
                  <a:lnTo>
                    <a:pt x="11" y="257"/>
                  </a:lnTo>
                  <a:lnTo>
                    <a:pt x="34" y="313"/>
                  </a:lnTo>
                  <a:lnTo>
                    <a:pt x="67" y="346"/>
                  </a:lnTo>
                  <a:lnTo>
                    <a:pt x="112" y="368"/>
                  </a:lnTo>
                  <a:lnTo>
                    <a:pt x="178" y="368"/>
                  </a:lnTo>
                  <a:lnTo>
                    <a:pt x="423" y="301"/>
                  </a:lnTo>
                  <a:lnTo>
                    <a:pt x="490" y="279"/>
                  </a:lnTo>
                  <a:lnTo>
                    <a:pt x="546" y="257"/>
                  </a:lnTo>
                  <a:lnTo>
                    <a:pt x="602" y="224"/>
                  </a:lnTo>
                  <a:lnTo>
                    <a:pt x="635" y="179"/>
                  </a:lnTo>
                  <a:lnTo>
                    <a:pt x="657" y="134"/>
                  </a:lnTo>
                  <a:lnTo>
                    <a:pt x="646" y="101"/>
                  </a:lnTo>
                  <a:lnTo>
                    <a:pt x="635" y="57"/>
                  </a:lnTo>
                  <a:lnTo>
                    <a:pt x="602" y="34"/>
                  </a:lnTo>
                  <a:lnTo>
                    <a:pt x="535" y="12"/>
                  </a:lnTo>
                  <a:lnTo>
                    <a:pt x="479" y="1"/>
                  </a:lnTo>
                  <a:close/>
                </a:path>
              </a:pathLst>
            </a:custGeom>
            <a:solidFill>
              <a:srgbClr val="D3EB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7578731" y="2734020"/>
              <a:ext cx="124894" cy="96170"/>
            </a:xfrm>
            <a:custGeom>
              <a:rect b="b" l="l" r="r" t="t"/>
              <a:pathLst>
                <a:path extrusionOk="0" h="4098" w="5322">
                  <a:moveTo>
                    <a:pt x="0" y="0"/>
                  </a:moveTo>
                  <a:lnTo>
                    <a:pt x="45" y="234"/>
                  </a:lnTo>
                  <a:lnTo>
                    <a:pt x="156" y="735"/>
                  </a:lnTo>
                  <a:lnTo>
                    <a:pt x="357" y="1559"/>
                  </a:lnTo>
                  <a:lnTo>
                    <a:pt x="423" y="1815"/>
                  </a:lnTo>
                  <a:lnTo>
                    <a:pt x="512" y="2071"/>
                  </a:lnTo>
                  <a:lnTo>
                    <a:pt x="624" y="2305"/>
                  </a:lnTo>
                  <a:lnTo>
                    <a:pt x="735" y="2527"/>
                  </a:lnTo>
                  <a:lnTo>
                    <a:pt x="858" y="2739"/>
                  </a:lnTo>
                  <a:lnTo>
                    <a:pt x="1002" y="2928"/>
                  </a:lnTo>
                  <a:lnTo>
                    <a:pt x="1158" y="3117"/>
                  </a:lnTo>
                  <a:lnTo>
                    <a:pt x="1325" y="3284"/>
                  </a:lnTo>
                  <a:lnTo>
                    <a:pt x="1503" y="3429"/>
                  </a:lnTo>
                  <a:lnTo>
                    <a:pt x="1693" y="3574"/>
                  </a:lnTo>
                  <a:lnTo>
                    <a:pt x="1904" y="3696"/>
                  </a:lnTo>
                  <a:lnTo>
                    <a:pt x="2127" y="3797"/>
                  </a:lnTo>
                  <a:lnTo>
                    <a:pt x="2361" y="3886"/>
                  </a:lnTo>
                  <a:lnTo>
                    <a:pt x="2605" y="3964"/>
                  </a:lnTo>
                  <a:lnTo>
                    <a:pt x="2873" y="4019"/>
                  </a:lnTo>
                  <a:lnTo>
                    <a:pt x="3151" y="4064"/>
                  </a:lnTo>
                  <a:lnTo>
                    <a:pt x="3418" y="4086"/>
                  </a:lnTo>
                  <a:lnTo>
                    <a:pt x="3685" y="4097"/>
                  </a:lnTo>
                  <a:lnTo>
                    <a:pt x="3964" y="4097"/>
                  </a:lnTo>
                  <a:lnTo>
                    <a:pt x="4242" y="4086"/>
                  </a:lnTo>
                  <a:lnTo>
                    <a:pt x="4520" y="4053"/>
                  </a:lnTo>
                  <a:lnTo>
                    <a:pt x="4788" y="4008"/>
                  </a:lnTo>
                  <a:lnTo>
                    <a:pt x="5055" y="3941"/>
                  </a:lnTo>
                  <a:lnTo>
                    <a:pt x="5322" y="3875"/>
                  </a:lnTo>
                  <a:lnTo>
                    <a:pt x="5066" y="3863"/>
                  </a:lnTo>
                  <a:lnTo>
                    <a:pt x="4810" y="3841"/>
                  </a:lnTo>
                  <a:lnTo>
                    <a:pt x="4554" y="3819"/>
                  </a:lnTo>
                  <a:lnTo>
                    <a:pt x="4298" y="3785"/>
                  </a:lnTo>
                  <a:lnTo>
                    <a:pt x="4042" y="3741"/>
                  </a:lnTo>
                  <a:lnTo>
                    <a:pt x="3786" y="3685"/>
                  </a:lnTo>
                  <a:lnTo>
                    <a:pt x="3541" y="3618"/>
                  </a:lnTo>
                  <a:lnTo>
                    <a:pt x="3296" y="3541"/>
                  </a:lnTo>
                  <a:lnTo>
                    <a:pt x="3040" y="3440"/>
                  </a:lnTo>
                  <a:lnTo>
                    <a:pt x="2795" y="3340"/>
                  </a:lnTo>
                  <a:lnTo>
                    <a:pt x="2550" y="3207"/>
                  </a:lnTo>
                  <a:lnTo>
                    <a:pt x="2327" y="3062"/>
                  </a:lnTo>
                  <a:lnTo>
                    <a:pt x="2104" y="2906"/>
                  </a:lnTo>
                  <a:lnTo>
                    <a:pt x="1893" y="2739"/>
                  </a:lnTo>
                  <a:lnTo>
                    <a:pt x="1704" y="2550"/>
                  </a:lnTo>
                  <a:lnTo>
                    <a:pt x="1526" y="2338"/>
                  </a:lnTo>
                  <a:lnTo>
                    <a:pt x="1425" y="2205"/>
                  </a:lnTo>
                  <a:lnTo>
                    <a:pt x="1336" y="2071"/>
                  </a:lnTo>
                  <a:lnTo>
                    <a:pt x="1158" y="1793"/>
                  </a:lnTo>
                  <a:lnTo>
                    <a:pt x="1013" y="1503"/>
                  </a:lnTo>
                  <a:lnTo>
                    <a:pt x="869" y="1203"/>
                  </a:lnTo>
                  <a:lnTo>
                    <a:pt x="601" y="590"/>
                  </a:lnTo>
                  <a:lnTo>
                    <a:pt x="457" y="290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7632026" y="2824159"/>
              <a:ext cx="73430" cy="13071"/>
            </a:xfrm>
            <a:custGeom>
              <a:rect b="b" l="l" r="r" t="t"/>
              <a:pathLst>
                <a:path extrusionOk="0" h="557" w="3129">
                  <a:moveTo>
                    <a:pt x="0" y="0"/>
                  </a:moveTo>
                  <a:lnTo>
                    <a:pt x="12" y="267"/>
                  </a:lnTo>
                  <a:lnTo>
                    <a:pt x="23" y="401"/>
                  </a:lnTo>
                  <a:lnTo>
                    <a:pt x="45" y="523"/>
                  </a:lnTo>
                  <a:lnTo>
                    <a:pt x="390" y="546"/>
                  </a:lnTo>
                  <a:lnTo>
                    <a:pt x="780" y="557"/>
                  </a:lnTo>
                  <a:lnTo>
                    <a:pt x="2461" y="557"/>
                  </a:lnTo>
                  <a:lnTo>
                    <a:pt x="3129" y="535"/>
                  </a:lnTo>
                  <a:lnTo>
                    <a:pt x="3096" y="523"/>
                  </a:lnTo>
                  <a:lnTo>
                    <a:pt x="3040" y="501"/>
                  </a:lnTo>
                  <a:lnTo>
                    <a:pt x="2873" y="468"/>
                  </a:lnTo>
                  <a:lnTo>
                    <a:pt x="2795" y="434"/>
                  </a:lnTo>
                  <a:lnTo>
                    <a:pt x="2717" y="401"/>
                  </a:lnTo>
                  <a:lnTo>
                    <a:pt x="2661" y="368"/>
                  </a:lnTo>
                  <a:lnTo>
                    <a:pt x="2650" y="345"/>
                  </a:lnTo>
                  <a:lnTo>
                    <a:pt x="2639" y="323"/>
                  </a:lnTo>
                  <a:lnTo>
                    <a:pt x="2639" y="301"/>
                  </a:lnTo>
                  <a:lnTo>
                    <a:pt x="2650" y="278"/>
                  </a:lnTo>
                  <a:lnTo>
                    <a:pt x="2684" y="234"/>
                  </a:lnTo>
                  <a:lnTo>
                    <a:pt x="2750" y="189"/>
                  </a:lnTo>
                  <a:lnTo>
                    <a:pt x="2817" y="145"/>
                  </a:lnTo>
                  <a:lnTo>
                    <a:pt x="2962" y="67"/>
                  </a:lnTo>
                  <a:lnTo>
                    <a:pt x="3029" y="34"/>
                  </a:lnTo>
                  <a:lnTo>
                    <a:pt x="3029" y="34"/>
                  </a:lnTo>
                  <a:lnTo>
                    <a:pt x="2004" y="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0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581973" y="2856028"/>
              <a:ext cx="1545710" cy="55665"/>
            </a:xfrm>
            <a:custGeom>
              <a:rect b="b" l="l" r="r" t="t"/>
              <a:pathLst>
                <a:path extrusionOk="0" h="2372" w="65866">
                  <a:moveTo>
                    <a:pt x="1192" y="0"/>
                  </a:moveTo>
                  <a:lnTo>
                    <a:pt x="1069" y="12"/>
                  </a:lnTo>
                  <a:lnTo>
                    <a:pt x="947" y="23"/>
                  </a:lnTo>
                  <a:lnTo>
                    <a:pt x="835" y="56"/>
                  </a:lnTo>
                  <a:lnTo>
                    <a:pt x="724" y="101"/>
                  </a:lnTo>
                  <a:lnTo>
                    <a:pt x="624" y="145"/>
                  </a:lnTo>
                  <a:lnTo>
                    <a:pt x="524" y="201"/>
                  </a:lnTo>
                  <a:lnTo>
                    <a:pt x="434" y="268"/>
                  </a:lnTo>
                  <a:lnTo>
                    <a:pt x="345" y="346"/>
                  </a:lnTo>
                  <a:lnTo>
                    <a:pt x="279" y="435"/>
                  </a:lnTo>
                  <a:lnTo>
                    <a:pt x="201" y="524"/>
                  </a:lnTo>
                  <a:lnTo>
                    <a:pt x="145" y="624"/>
                  </a:lnTo>
                  <a:lnTo>
                    <a:pt x="100" y="724"/>
                  </a:lnTo>
                  <a:lnTo>
                    <a:pt x="56" y="835"/>
                  </a:lnTo>
                  <a:lnTo>
                    <a:pt x="23" y="947"/>
                  </a:lnTo>
                  <a:lnTo>
                    <a:pt x="11" y="1069"/>
                  </a:lnTo>
                  <a:lnTo>
                    <a:pt x="0" y="1192"/>
                  </a:lnTo>
                  <a:lnTo>
                    <a:pt x="11" y="1314"/>
                  </a:lnTo>
                  <a:lnTo>
                    <a:pt x="23" y="1425"/>
                  </a:lnTo>
                  <a:lnTo>
                    <a:pt x="56" y="1537"/>
                  </a:lnTo>
                  <a:lnTo>
                    <a:pt x="100" y="1648"/>
                  </a:lnTo>
                  <a:lnTo>
                    <a:pt x="145" y="1759"/>
                  </a:lnTo>
                  <a:lnTo>
                    <a:pt x="201" y="1849"/>
                  </a:lnTo>
                  <a:lnTo>
                    <a:pt x="279" y="1949"/>
                  </a:lnTo>
                  <a:lnTo>
                    <a:pt x="345" y="2027"/>
                  </a:lnTo>
                  <a:lnTo>
                    <a:pt x="434" y="2105"/>
                  </a:lnTo>
                  <a:lnTo>
                    <a:pt x="524" y="2171"/>
                  </a:lnTo>
                  <a:lnTo>
                    <a:pt x="624" y="2238"/>
                  </a:lnTo>
                  <a:lnTo>
                    <a:pt x="724" y="2283"/>
                  </a:lnTo>
                  <a:lnTo>
                    <a:pt x="835" y="2327"/>
                  </a:lnTo>
                  <a:lnTo>
                    <a:pt x="947" y="2350"/>
                  </a:lnTo>
                  <a:lnTo>
                    <a:pt x="1069" y="2372"/>
                  </a:lnTo>
                  <a:lnTo>
                    <a:pt x="64808" y="2372"/>
                  </a:lnTo>
                  <a:lnTo>
                    <a:pt x="64919" y="2350"/>
                  </a:lnTo>
                  <a:lnTo>
                    <a:pt x="65031" y="2327"/>
                  </a:lnTo>
                  <a:lnTo>
                    <a:pt x="65142" y="2283"/>
                  </a:lnTo>
                  <a:lnTo>
                    <a:pt x="65242" y="2238"/>
                  </a:lnTo>
                  <a:lnTo>
                    <a:pt x="65342" y="2171"/>
                  </a:lnTo>
                  <a:lnTo>
                    <a:pt x="65431" y="2105"/>
                  </a:lnTo>
                  <a:lnTo>
                    <a:pt x="65520" y="2027"/>
                  </a:lnTo>
                  <a:lnTo>
                    <a:pt x="65598" y="1949"/>
                  </a:lnTo>
                  <a:lnTo>
                    <a:pt x="65665" y="1849"/>
                  </a:lnTo>
                  <a:lnTo>
                    <a:pt x="65721" y="1759"/>
                  </a:lnTo>
                  <a:lnTo>
                    <a:pt x="65776" y="1648"/>
                  </a:lnTo>
                  <a:lnTo>
                    <a:pt x="65810" y="1537"/>
                  </a:lnTo>
                  <a:lnTo>
                    <a:pt x="65843" y="1425"/>
                  </a:lnTo>
                  <a:lnTo>
                    <a:pt x="65866" y="1314"/>
                  </a:lnTo>
                  <a:lnTo>
                    <a:pt x="65866" y="1192"/>
                  </a:lnTo>
                  <a:lnTo>
                    <a:pt x="65866" y="1069"/>
                  </a:lnTo>
                  <a:lnTo>
                    <a:pt x="65843" y="947"/>
                  </a:lnTo>
                  <a:lnTo>
                    <a:pt x="65810" y="835"/>
                  </a:lnTo>
                  <a:lnTo>
                    <a:pt x="65776" y="724"/>
                  </a:lnTo>
                  <a:lnTo>
                    <a:pt x="65721" y="624"/>
                  </a:lnTo>
                  <a:lnTo>
                    <a:pt x="65665" y="524"/>
                  </a:lnTo>
                  <a:lnTo>
                    <a:pt x="65598" y="435"/>
                  </a:lnTo>
                  <a:lnTo>
                    <a:pt x="65520" y="346"/>
                  </a:lnTo>
                  <a:lnTo>
                    <a:pt x="65431" y="268"/>
                  </a:lnTo>
                  <a:lnTo>
                    <a:pt x="65342" y="201"/>
                  </a:lnTo>
                  <a:lnTo>
                    <a:pt x="65242" y="145"/>
                  </a:lnTo>
                  <a:lnTo>
                    <a:pt x="65142" y="101"/>
                  </a:lnTo>
                  <a:lnTo>
                    <a:pt x="65031" y="56"/>
                  </a:lnTo>
                  <a:lnTo>
                    <a:pt x="64919" y="23"/>
                  </a:lnTo>
                  <a:lnTo>
                    <a:pt x="64808" y="12"/>
                  </a:lnTo>
                  <a:lnTo>
                    <a:pt x="646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581973" y="2828595"/>
              <a:ext cx="1545710" cy="27457"/>
            </a:xfrm>
            <a:custGeom>
              <a:rect b="b" l="l" r="r" t="t"/>
              <a:pathLst>
                <a:path extrusionOk="0" h="1170" w="65866">
                  <a:moveTo>
                    <a:pt x="590" y="0"/>
                  </a:moveTo>
                  <a:lnTo>
                    <a:pt x="468" y="12"/>
                  </a:lnTo>
                  <a:lnTo>
                    <a:pt x="357" y="45"/>
                  </a:lnTo>
                  <a:lnTo>
                    <a:pt x="256" y="101"/>
                  </a:lnTo>
                  <a:lnTo>
                    <a:pt x="178" y="179"/>
                  </a:lnTo>
                  <a:lnTo>
                    <a:pt x="100" y="256"/>
                  </a:lnTo>
                  <a:lnTo>
                    <a:pt x="45" y="357"/>
                  </a:lnTo>
                  <a:lnTo>
                    <a:pt x="11" y="468"/>
                  </a:lnTo>
                  <a:lnTo>
                    <a:pt x="0" y="590"/>
                  </a:lnTo>
                  <a:lnTo>
                    <a:pt x="11" y="702"/>
                  </a:lnTo>
                  <a:lnTo>
                    <a:pt x="45" y="813"/>
                  </a:lnTo>
                  <a:lnTo>
                    <a:pt x="100" y="913"/>
                  </a:lnTo>
                  <a:lnTo>
                    <a:pt x="178" y="1002"/>
                  </a:lnTo>
                  <a:lnTo>
                    <a:pt x="256" y="1069"/>
                  </a:lnTo>
                  <a:lnTo>
                    <a:pt x="357" y="1125"/>
                  </a:lnTo>
                  <a:lnTo>
                    <a:pt x="468" y="1158"/>
                  </a:lnTo>
                  <a:lnTo>
                    <a:pt x="590" y="1169"/>
                  </a:lnTo>
                  <a:lnTo>
                    <a:pt x="65287" y="1169"/>
                  </a:lnTo>
                  <a:lnTo>
                    <a:pt x="65398" y="1158"/>
                  </a:lnTo>
                  <a:lnTo>
                    <a:pt x="65509" y="1125"/>
                  </a:lnTo>
                  <a:lnTo>
                    <a:pt x="65609" y="1069"/>
                  </a:lnTo>
                  <a:lnTo>
                    <a:pt x="65699" y="1002"/>
                  </a:lnTo>
                  <a:lnTo>
                    <a:pt x="65765" y="913"/>
                  </a:lnTo>
                  <a:lnTo>
                    <a:pt x="65821" y="813"/>
                  </a:lnTo>
                  <a:lnTo>
                    <a:pt x="65854" y="702"/>
                  </a:lnTo>
                  <a:lnTo>
                    <a:pt x="65866" y="590"/>
                  </a:lnTo>
                  <a:lnTo>
                    <a:pt x="65854" y="468"/>
                  </a:lnTo>
                  <a:lnTo>
                    <a:pt x="65821" y="357"/>
                  </a:lnTo>
                  <a:lnTo>
                    <a:pt x="65765" y="256"/>
                  </a:lnTo>
                  <a:lnTo>
                    <a:pt x="65699" y="179"/>
                  </a:lnTo>
                  <a:lnTo>
                    <a:pt x="65609" y="101"/>
                  </a:lnTo>
                  <a:lnTo>
                    <a:pt x="65509" y="45"/>
                  </a:lnTo>
                  <a:lnTo>
                    <a:pt x="65398" y="12"/>
                  </a:lnTo>
                  <a:lnTo>
                    <a:pt x="652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370481" y="2911669"/>
              <a:ext cx="34521" cy="1520905"/>
            </a:xfrm>
            <a:custGeom>
              <a:rect b="b" l="l" r="r" t="t"/>
              <a:pathLst>
                <a:path extrusionOk="0" h="64809" w="1471">
                  <a:moveTo>
                    <a:pt x="1" y="1"/>
                  </a:moveTo>
                  <a:lnTo>
                    <a:pt x="1" y="64808"/>
                  </a:lnTo>
                  <a:lnTo>
                    <a:pt x="1471" y="64808"/>
                  </a:lnTo>
                  <a:lnTo>
                    <a:pt x="14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7230966" y="4104124"/>
              <a:ext cx="139538" cy="328451"/>
            </a:xfrm>
            <a:custGeom>
              <a:rect b="b" l="l" r="r" t="t"/>
              <a:pathLst>
                <a:path extrusionOk="0" fill="none" h="13996" w="5946">
                  <a:moveTo>
                    <a:pt x="79" y="13995"/>
                  </a:moveTo>
                  <a:lnTo>
                    <a:pt x="79" y="13995"/>
                  </a:lnTo>
                  <a:lnTo>
                    <a:pt x="67" y="13850"/>
                  </a:lnTo>
                  <a:lnTo>
                    <a:pt x="45" y="13450"/>
                  </a:lnTo>
                  <a:lnTo>
                    <a:pt x="12" y="12815"/>
                  </a:lnTo>
                  <a:lnTo>
                    <a:pt x="1" y="11991"/>
                  </a:lnTo>
                  <a:lnTo>
                    <a:pt x="12" y="11524"/>
                  </a:lnTo>
                  <a:lnTo>
                    <a:pt x="23" y="11023"/>
                  </a:lnTo>
                  <a:lnTo>
                    <a:pt x="45" y="10477"/>
                  </a:lnTo>
                  <a:lnTo>
                    <a:pt x="79" y="9920"/>
                  </a:lnTo>
                  <a:lnTo>
                    <a:pt x="123" y="9330"/>
                  </a:lnTo>
                  <a:lnTo>
                    <a:pt x="190" y="8729"/>
                  </a:lnTo>
                  <a:lnTo>
                    <a:pt x="268" y="8117"/>
                  </a:lnTo>
                  <a:lnTo>
                    <a:pt x="368" y="7493"/>
                  </a:lnTo>
                  <a:lnTo>
                    <a:pt x="479" y="6870"/>
                  </a:lnTo>
                  <a:lnTo>
                    <a:pt x="624" y="6246"/>
                  </a:lnTo>
                  <a:lnTo>
                    <a:pt x="791" y="5623"/>
                  </a:lnTo>
                  <a:lnTo>
                    <a:pt x="891" y="5311"/>
                  </a:lnTo>
                  <a:lnTo>
                    <a:pt x="992" y="5011"/>
                  </a:lnTo>
                  <a:lnTo>
                    <a:pt x="1092" y="4710"/>
                  </a:lnTo>
                  <a:lnTo>
                    <a:pt x="1203" y="4409"/>
                  </a:lnTo>
                  <a:lnTo>
                    <a:pt x="1326" y="4120"/>
                  </a:lnTo>
                  <a:lnTo>
                    <a:pt x="1459" y="3830"/>
                  </a:lnTo>
                  <a:lnTo>
                    <a:pt x="1593" y="3552"/>
                  </a:lnTo>
                  <a:lnTo>
                    <a:pt x="1737" y="3274"/>
                  </a:lnTo>
                  <a:lnTo>
                    <a:pt x="1893" y="3006"/>
                  </a:lnTo>
                  <a:lnTo>
                    <a:pt x="2049" y="2750"/>
                  </a:lnTo>
                  <a:lnTo>
                    <a:pt x="2216" y="2494"/>
                  </a:lnTo>
                  <a:lnTo>
                    <a:pt x="2394" y="2249"/>
                  </a:lnTo>
                  <a:lnTo>
                    <a:pt x="2584" y="2016"/>
                  </a:lnTo>
                  <a:lnTo>
                    <a:pt x="2784" y="1782"/>
                  </a:lnTo>
                  <a:lnTo>
                    <a:pt x="2984" y="1570"/>
                  </a:lnTo>
                  <a:lnTo>
                    <a:pt x="3207" y="1359"/>
                  </a:lnTo>
                  <a:lnTo>
                    <a:pt x="3430" y="1169"/>
                  </a:lnTo>
                  <a:lnTo>
                    <a:pt x="3664" y="980"/>
                  </a:lnTo>
                  <a:lnTo>
                    <a:pt x="3908" y="813"/>
                  </a:lnTo>
                  <a:lnTo>
                    <a:pt x="4176" y="646"/>
                  </a:lnTo>
                  <a:lnTo>
                    <a:pt x="4443" y="501"/>
                  </a:lnTo>
                  <a:lnTo>
                    <a:pt x="4721" y="379"/>
                  </a:lnTo>
                  <a:lnTo>
                    <a:pt x="5011" y="257"/>
                  </a:lnTo>
                  <a:lnTo>
                    <a:pt x="5311" y="156"/>
                  </a:lnTo>
                  <a:lnTo>
                    <a:pt x="5623" y="67"/>
                  </a:lnTo>
                  <a:lnTo>
                    <a:pt x="5946" y="0"/>
                  </a:lnTo>
                </a:path>
              </a:pathLst>
            </a:custGeom>
            <a:solidFill>
              <a:schemeClr val="accent4"/>
            </a:solidFill>
            <a:ln cap="rnd" cmpd="sng" w="20050">
              <a:solidFill>
                <a:srgbClr val="997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22"/>
          <p:cNvGrpSpPr/>
          <p:nvPr/>
        </p:nvGrpSpPr>
        <p:grpSpPr>
          <a:xfrm>
            <a:off x="457192" y="1001346"/>
            <a:ext cx="2033668" cy="2859137"/>
            <a:chOff x="457208" y="1236389"/>
            <a:chExt cx="2306269" cy="3242387"/>
          </a:xfrm>
        </p:grpSpPr>
        <p:sp>
          <p:nvSpPr>
            <p:cNvPr id="571" name="Google Shape;571;p22"/>
            <p:cNvSpPr/>
            <p:nvPr/>
          </p:nvSpPr>
          <p:spPr>
            <a:xfrm>
              <a:off x="457208" y="4118996"/>
              <a:ext cx="2117637" cy="333403"/>
            </a:xfrm>
            <a:custGeom>
              <a:rect b="b" l="l" r="r" t="t"/>
              <a:pathLst>
                <a:path extrusionOk="0" h="14207" w="90237">
                  <a:moveTo>
                    <a:pt x="44333" y="0"/>
                  </a:moveTo>
                  <a:lnTo>
                    <a:pt x="42285" y="12"/>
                  </a:lnTo>
                  <a:lnTo>
                    <a:pt x="40270" y="45"/>
                  </a:lnTo>
                  <a:lnTo>
                    <a:pt x="38277" y="89"/>
                  </a:lnTo>
                  <a:lnTo>
                    <a:pt x="36317" y="134"/>
                  </a:lnTo>
                  <a:lnTo>
                    <a:pt x="34380" y="201"/>
                  </a:lnTo>
                  <a:lnTo>
                    <a:pt x="32476" y="290"/>
                  </a:lnTo>
                  <a:lnTo>
                    <a:pt x="30617" y="379"/>
                  </a:lnTo>
                  <a:lnTo>
                    <a:pt x="28780" y="479"/>
                  </a:lnTo>
                  <a:lnTo>
                    <a:pt x="26987" y="602"/>
                  </a:lnTo>
                  <a:lnTo>
                    <a:pt x="25239" y="724"/>
                  </a:lnTo>
                  <a:lnTo>
                    <a:pt x="23525" y="869"/>
                  </a:lnTo>
                  <a:lnTo>
                    <a:pt x="21855" y="1014"/>
                  </a:lnTo>
                  <a:lnTo>
                    <a:pt x="20229" y="1181"/>
                  </a:lnTo>
                  <a:lnTo>
                    <a:pt x="18660" y="1348"/>
                  </a:lnTo>
                  <a:lnTo>
                    <a:pt x="17134" y="1537"/>
                  </a:lnTo>
                  <a:lnTo>
                    <a:pt x="15665" y="1726"/>
                  </a:lnTo>
                  <a:lnTo>
                    <a:pt x="15063" y="2951"/>
                  </a:lnTo>
                  <a:lnTo>
                    <a:pt x="15052" y="2962"/>
                  </a:lnTo>
                  <a:lnTo>
                    <a:pt x="14986" y="3084"/>
                  </a:lnTo>
                  <a:lnTo>
                    <a:pt x="14908" y="3185"/>
                  </a:lnTo>
                  <a:lnTo>
                    <a:pt x="14807" y="3274"/>
                  </a:lnTo>
                  <a:lnTo>
                    <a:pt x="14707" y="3352"/>
                  </a:lnTo>
                  <a:lnTo>
                    <a:pt x="14596" y="3407"/>
                  </a:lnTo>
                  <a:lnTo>
                    <a:pt x="14485" y="3452"/>
                  </a:lnTo>
                  <a:lnTo>
                    <a:pt x="14362" y="3485"/>
                  </a:lnTo>
                  <a:lnTo>
                    <a:pt x="14251" y="3496"/>
                  </a:lnTo>
                  <a:lnTo>
                    <a:pt x="14139" y="3485"/>
                  </a:lnTo>
                  <a:lnTo>
                    <a:pt x="14039" y="3463"/>
                  </a:lnTo>
                  <a:lnTo>
                    <a:pt x="13972" y="3429"/>
                  </a:lnTo>
                  <a:lnTo>
                    <a:pt x="13906" y="3396"/>
                  </a:lnTo>
                  <a:lnTo>
                    <a:pt x="13850" y="3363"/>
                  </a:lnTo>
                  <a:lnTo>
                    <a:pt x="13805" y="3307"/>
                  </a:lnTo>
                  <a:lnTo>
                    <a:pt x="13761" y="3262"/>
                  </a:lnTo>
                  <a:lnTo>
                    <a:pt x="13716" y="3207"/>
                  </a:lnTo>
                  <a:lnTo>
                    <a:pt x="13683" y="3140"/>
                  </a:lnTo>
                  <a:lnTo>
                    <a:pt x="13661" y="3084"/>
                  </a:lnTo>
                  <a:lnTo>
                    <a:pt x="13638" y="3018"/>
                  </a:lnTo>
                  <a:lnTo>
                    <a:pt x="13627" y="2940"/>
                  </a:lnTo>
                  <a:lnTo>
                    <a:pt x="13616" y="2873"/>
                  </a:lnTo>
                  <a:lnTo>
                    <a:pt x="13616" y="2795"/>
                  </a:lnTo>
                  <a:lnTo>
                    <a:pt x="13627" y="2717"/>
                  </a:lnTo>
                  <a:lnTo>
                    <a:pt x="13638" y="2650"/>
                  </a:lnTo>
                  <a:lnTo>
                    <a:pt x="13661" y="2572"/>
                  </a:lnTo>
                  <a:lnTo>
                    <a:pt x="13694" y="2494"/>
                  </a:lnTo>
                  <a:lnTo>
                    <a:pt x="13928" y="1971"/>
                  </a:lnTo>
                  <a:lnTo>
                    <a:pt x="13928" y="1971"/>
                  </a:lnTo>
                  <a:lnTo>
                    <a:pt x="12358" y="2227"/>
                  </a:lnTo>
                  <a:lnTo>
                    <a:pt x="10866" y="2483"/>
                  </a:lnTo>
                  <a:lnTo>
                    <a:pt x="10143" y="2617"/>
                  </a:lnTo>
                  <a:lnTo>
                    <a:pt x="9452" y="2750"/>
                  </a:lnTo>
                  <a:lnTo>
                    <a:pt x="8784" y="2895"/>
                  </a:lnTo>
                  <a:lnTo>
                    <a:pt x="8127" y="3040"/>
                  </a:lnTo>
                  <a:lnTo>
                    <a:pt x="7504" y="3185"/>
                  </a:lnTo>
                  <a:lnTo>
                    <a:pt x="6892" y="3329"/>
                  </a:lnTo>
                  <a:lnTo>
                    <a:pt x="6313" y="3485"/>
                  </a:lnTo>
                  <a:lnTo>
                    <a:pt x="5745" y="3630"/>
                  </a:lnTo>
                  <a:lnTo>
                    <a:pt x="5210" y="3786"/>
                  </a:lnTo>
                  <a:lnTo>
                    <a:pt x="4698" y="3942"/>
                  </a:lnTo>
                  <a:lnTo>
                    <a:pt x="4208" y="4109"/>
                  </a:lnTo>
                  <a:lnTo>
                    <a:pt x="3741" y="4264"/>
                  </a:lnTo>
                  <a:lnTo>
                    <a:pt x="3307" y="4431"/>
                  </a:lnTo>
                  <a:lnTo>
                    <a:pt x="2895" y="4598"/>
                  </a:lnTo>
                  <a:lnTo>
                    <a:pt x="2505" y="4765"/>
                  </a:lnTo>
                  <a:lnTo>
                    <a:pt x="2149" y="4932"/>
                  </a:lnTo>
                  <a:lnTo>
                    <a:pt x="1815" y="5111"/>
                  </a:lnTo>
                  <a:lnTo>
                    <a:pt x="1503" y="5278"/>
                  </a:lnTo>
                  <a:lnTo>
                    <a:pt x="1225" y="5456"/>
                  </a:lnTo>
                  <a:lnTo>
                    <a:pt x="969" y="5634"/>
                  </a:lnTo>
                  <a:lnTo>
                    <a:pt x="746" y="5812"/>
                  </a:lnTo>
                  <a:lnTo>
                    <a:pt x="557" y="5990"/>
                  </a:lnTo>
                  <a:lnTo>
                    <a:pt x="390" y="6168"/>
                  </a:lnTo>
                  <a:lnTo>
                    <a:pt x="245" y="6358"/>
                  </a:lnTo>
                  <a:lnTo>
                    <a:pt x="145" y="6536"/>
                  </a:lnTo>
                  <a:lnTo>
                    <a:pt x="100" y="6636"/>
                  </a:lnTo>
                  <a:lnTo>
                    <a:pt x="67" y="6725"/>
                  </a:lnTo>
                  <a:lnTo>
                    <a:pt x="33" y="6825"/>
                  </a:lnTo>
                  <a:lnTo>
                    <a:pt x="22" y="6914"/>
                  </a:lnTo>
                  <a:lnTo>
                    <a:pt x="11" y="7003"/>
                  </a:lnTo>
                  <a:lnTo>
                    <a:pt x="0" y="7103"/>
                  </a:lnTo>
                  <a:lnTo>
                    <a:pt x="11" y="7193"/>
                  </a:lnTo>
                  <a:lnTo>
                    <a:pt x="22" y="7282"/>
                  </a:lnTo>
                  <a:lnTo>
                    <a:pt x="33" y="7382"/>
                  </a:lnTo>
                  <a:lnTo>
                    <a:pt x="56" y="7471"/>
                  </a:lnTo>
                  <a:lnTo>
                    <a:pt x="89" y="7560"/>
                  </a:lnTo>
                  <a:lnTo>
                    <a:pt x="134" y="7649"/>
                  </a:lnTo>
                  <a:lnTo>
                    <a:pt x="234" y="7827"/>
                  </a:lnTo>
                  <a:lnTo>
                    <a:pt x="367" y="8005"/>
                  </a:lnTo>
                  <a:lnTo>
                    <a:pt x="523" y="8183"/>
                  </a:lnTo>
                  <a:lnTo>
                    <a:pt x="713" y="8362"/>
                  </a:lnTo>
                  <a:lnTo>
                    <a:pt x="924" y="8529"/>
                  </a:lnTo>
                  <a:lnTo>
                    <a:pt x="1158" y="8707"/>
                  </a:lnTo>
                  <a:lnTo>
                    <a:pt x="1425" y="8874"/>
                  </a:lnTo>
                  <a:lnTo>
                    <a:pt x="1715" y="9052"/>
                  </a:lnTo>
                  <a:lnTo>
                    <a:pt x="2026" y="9219"/>
                  </a:lnTo>
                  <a:lnTo>
                    <a:pt x="2371" y="9375"/>
                  </a:lnTo>
                  <a:lnTo>
                    <a:pt x="2739" y="9542"/>
                  </a:lnTo>
                  <a:lnTo>
                    <a:pt x="3128" y="9709"/>
                  </a:lnTo>
                  <a:lnTo>
                    <a:pt x="3552" y="9865"/>
                  </a:lnTo>
                  <a:lnTo>
                    <a:pt x="3986" y="10020"/>
                  </a:lnTo>
                  <a:lnTo>
                    <a:pt x="4453" y="10176"/>
                  </a:lnTo>
                  <a:lnTo>
                    <a:pt x="4943" y="10332"/>
                  </a:lnTo>
                  <a:lnTo>
                    <a:pt x="5444" y="10488"/>
                  </a:lnTo>
                  <a:lnTo>
                    <a:pt x="5979" y="10633"/>
                  </a:lnTo>
                  <a:lnTo>
                    <a:pt x="6535" y="10789"/>
                  </a:lnTo>
                  <a:lnTo>
                    <a:pt x="7114" y="10933"/>
                  </a:lnTo>
                  <a:lnTo>
                    <a:pt x="7704" y="11067"/>
                  </a:lnTo>
                  <a:lnTo>
                    <a:pt x="8328" y="11212"/>
                  </a:lnTo>
                  <a:lnTo>
                    <a:pt x="8962" y="11345"/>
                  </a:lnTo>
                  <a:lnTo>
                    <a:pt x="10310" y="11624"/>
                  </a:lnTo>
                  <a:lnTo>
                    <a:pt x="11723" y="11880"/>
                  </a:lnTo>
                  <a:lnTo>
                    <a:pt x="13215" y="12125"/>
                  </a:lnTo>
                  <a:lnTo>
                    <a:pt x="14785" y="12358"/>
                  </a:lnTo>
                  <a:lnTo>
                    <a:pt x="16422" y="12581"/>
                  </a:lnTo>
                  <a:lnTo>
                    <a:pt x="18125" y="12793"/>
                  </a:lnTo>
                  <a:lnTo>
                    <a:pt x="19895" y="12993"/>
                  </a:lnTo>
                  <a:lnTo>
                    <a:pt x="21721" y="13171"/>
                  </a:lnTo>
                  <a:lnTo>
                    <a:pt x="23614" y="13349"/>
                  </a:lnTo>
                  <a:lnTo>
                    <a:pt x="25562" y="13505"/>
                  </a:lnTo>
                  <a:lnTo>
                    <a:pt x="27555" y="13650"/>
                  </a:lnTo>
                  <a:lnTo>
                    <a:pt x="29604" y="13772"/>
                  </a:lnTo>
                  <a:lnTo>
                    <a:pt x="31708" y="13884"/>
                  </a:lnTo>
                  <a:lnTo>
                    <a:pt x="33846" y="13984"/>
                  </a:lnTo>
                  <a:lnTo>
                    <a:pt x="36028" y="14062"/>
                  </a:lnTo>
                  <a:lnTo>
                    <a:pt x="38254" y="14117"/>
                  </a:lnTo>
                  <a:lnTo>
                    <a:pt x="40503" y="14162"/>
                  </a:lnTo>
                  <a:lnTo>
                    <a:pt x="42797" y="14195"/>
                  </a:lnTo>
                  <a:lnTo>
                    <a:pt x="45124" y="14207"/>
                  </a:lnTo>
                  <a:lnTo>
                    <a:pt x="47439" y="14195"/>
                  </a:lnTo>
                  <a:lnTo>
                    <a:pt x="49733" y="14162"/>
                  </a:lnTo>
                  <a:lnTo>
                    <a:pt x="51993" y="14117"/>
                  </a:lnTo>
                  <a:lnTo>
                    <a:pt x="54220" y="14062"/>
                  </a:lnTo>
                  <a:lnTo>
                    <a:pt x="56402" y="13984"/>
                  </a:lnTo>
                  <a:lnTo>
                    <a:pt x="58539" y="13884"/>
                  </a:lnTo>
                  <a:lnTo>
                    <a:pt x="60633" y="13772"/>
                  </a:lnTo>
                  <a:lnTo>
                    <a:pt x="62681" y="13650"/>
                  </a:lnTo>
                  <a:lnTo>
                    <a:pt x="64685" y="13505"/>
                  </a:lnTo>
                  <a:lnTo>
                    <a:pt x="66633" y="13349"/>
                  </a:lnTo>
                  <a:lnTo>
                    <a:pt x="68515" y="13171"/>
                  </a:lnTo>
                  <a:lnTo>
                    <a:pt x="70352" y="12993"/>
                  </a:lnTo>
                  <a:lnTo>
                    <a:pt x="72122" y="12793"/>
                  </a:lnTo>
                  <a:lnTo>
                    <a:pt x="73826" y="12581"/>
                  </a:lnTo>
                  <a:lnTo>
                    <a:pt x="75462" y="12358"/>
                  </a:lnTo>
                  <a:lnTo>
                    <a:pt x="77021" y="12125"/>
                  </a:lnTo>
                  <a:lnTo>
                    <a:pt x="78524" y="11880"/>
                  </a:lnTo>
                  <a:lnTo>
                    <a:pt x="79938" y="11624"/>
                  </a:lnTo>
                  <a:lnTo>
                    <a:pt x="81274" y="11345"/>
                  </a:lnTo>
                  <a:lnTo>
                    <a:pt x="81920" y="11212"/>
                  </a:lnTo>
                  <a:lnTo>
                    <a:pt x="82532" y="11067"/>
                  </a:lnTo>
                  <a:lnTo>
                    <a:pt x="83133" y="10933"/>
                  </a:lnTo>
                  <a:lnTo>
                    <a:pt x="83712" y="10789"/>
                  </a:lnTo>
                  <a:lnTo>
                    <a:pt x="84269" y="10633"/>
                  </a:lnTo>
                  <a:lnTo>
                    <a:pt x="84792" y="10488"/>
                  </a:lnTo>
                  <a:lnTo>
                    <a:pt x="85304" y="10332"/>
                  </a:lnTo>
                  <a:lnTo>
                    <a:pt x="85794" y="10176"/>
                  </a:lnTo>
                  <a:lnTo>
                    <a:pt x="86251" y="10020"/>
                  </a:lnTo>
                  <a:lnTo>
                    <a:pt x="86696" y="9865"/>
                  </a:lnTo>
                  <a:lnTo>
                    <a:pt x="87108" y="9709"/>
                  </a:lnTo>
                  <a:lnTo>
                    <a:pt x="87509" y="9542"/>
                  </a:lnTo>
                  <a:lnTo>
                    <a:pt x="87876" y="9375"/>
                  </a:lnTo>
                  <a:lnTo>
                    <a:pt x="88210" y="9219"/>
                  </a:lnTo>
                  <a:lnTo>
                    <a:pt x="88533" y="9052"/>
                  </a:lnTo>
                  <a:lnTo>
                    <a:pt x="88822" y="8874"/>
                  </a:lnTo>
                  <a:lnTo>
                    <a:pt x="89090" y="8707"/>
                  </a:lnTo>
                  <a:lnTo>
                    <a:pt x="89323" y="8529"/>
                  </a:lnTo>
                  <a:lnTo>
                    <a:pt x="89535" y="8362"/>
                  </a:lnTo>
                  <a:lnTo>
                    <a:pt x="89724" y="8183"/>
                  </a:lnTo>
                  <a:lnTo>
                    <a:pt x="89880" y="8005"/>
                  </a:lnTo>
                  <a:lnTo>
                    <a:pt x="90014" y="7827"/>
                  </a:lnTo>
                  <a:lnTo>
                    <a:pt x="90114" y="7649"/>
                  </a:lnTo>
                  <a:lnTo>
                    <a:pt x="90147" y="7560"/>
                  </a:lnTo>
                  <a:lnTo>
                    <a:pt x="90181" y="7471"/>
                  </a:lnTo>
                  <a:lnTo>
                    <a:pt x="90203" y="7382"/>
                  </a:lnTo>
                  <a:lnTo>
                    <a:pt x="90225" y="7282"/>
                  </a:lnTo>
                  <a:lnTo>
                    <a:pt x="90236" y="7193"/>
                  </a:lnTo>
                  <a:lnTo>
                    <a:pt x="90236" y="7103"/>
                  </a:lnTo>
                  <a:lnTo>
                    <a:pt x="90236" y="7003"/>
                  </a:lnTo>
                  <a:lnTo>
                    <a:pt x="90225" y="6914"/>
                  </a:lnTo>
                  <a:lnTo>
                    <a:pt x="90203" y="6825"/>
                  </a:lnTo>
                  <a:lnTo>
                    <a:pt x="90181" y="6725"/>
                  </a:lnTo>
                  <a:lnTo>
                    <a:pt x="90147" y="6636"/>
                  </a:lnTo>
                  <a:lnTo>
                    <a:pt x="90103" y="6536"/>
                  </a:lnTo>
                  <a:lnTo>
                    <a:pt x="89991" y="6358"/>
                  </a:lnTo>
                  <a:lnTo>
                    <a:pt x="89858" y="6168"/>
                  </a:lnTo>
                  <a:lnTo>
                    <a:pt x="89691" y="5990"/>
                  </a:lnTo>
                  <a:lnTo>
                    <a:pt x="89501" y="5812"/>
                  </a:lnTo>
                  <a:lnTo>
                    <a:pt x="89268" y="5634"/>
                  </a:lnTo>
                  <a:lnTo>
                    <a:pt x="89023" y="5456"/>
                  </a:lnTo>
                  <a:lnTo>
                    <a:pt x="88744" y="5278"/>
                  </a:lnTo>
                  <a:lnTo>
                    <a:pt x="88433" y="5111"/>
                  </a:lnTo>
                  <a:lnTo>
                    <a:pt x="88099" y="4932"/>
                  </a:lnTo>
                  <a:lnTo>
                    <a:pt x="87742" y="4765"/>
                  </a:lnTo>
                  <a:lnTo>
                    <a:pt x="87353" y="4598"/>
                  </a:lnTo>
                  <a:lnTo>
                    <a:pt x="86941" y="4431"/>
                  </a:lnTo>
                  <a:lnTo>
                    <a:pt x="86495" y="4264"/>
                  </a:lnTo>
                  <a:lnTo>
                    <a:pt x="86039" y="4109"/>
                  </a:lnTo>
                  <a:lnTo>
                    <a:pt x="85549" y="3942"/>
                  </a:lnTo>
                  <a:lnTo>
                    <a:pt x="85037" y="3786"/>
                  </a:lnTo>
                  <a:lnTo>
                    <a:pt x="84491" y="3630"/>
                  </a:lnTo>
                  <a:lnTo>
                    <a:pt x="83935" y="3485"/>
                  </a:lnTo>
                  <a:lnTo>
                    <a:pt x="83356" y="3329"/>
                  </a:lnTo>
                  <a:lnTo>
                    <a:pt x="82743" y="3185"/>
                  </a:lnTo>
                  <a:lnTo>
                    <a:pt x="82120" y="3040"/>
                  </a:lnTo>
                  <a:lnTo>
                    <a:pt x="81463" y="2895"/>
                  </a:lnTo>
                  <a:lnTo>
                    <a:pt x="80795" y="2750"/>
                  </a:lnTo>
                  <a:lnTo>
                    <a:pt x="80094" y="2617"/>
                  </a:lnTo>
                  <a:lnTo>
                    <a:pt x="79381" y="2483"/>
                  </a:lnTo>
                  <a:lnTo>
                    <a:pt x="77889" y="2227"/>
                  </a:lnTo>
                  <a:lnTo>
                    <a:pt x="76320" y="1971"/>
                  </a:lnTo>
                  <a:lnTo>
                    <a:pt x="76553" y="2494"/>
                  </a:lnTo>
                  <a:lnTo>
                    <a:pt x="76587" y="2583"/>
                  </a:lnTo>
                  <a:lnTo>
                    <a:pt x="76609" y="2672"/>
                  </a:lnTo>
                  <a:lnTo>
                    <a:pt x="76620" y="2750"/>
                  </a:lnTo>
                  <a:lnTo>
                    <a:pt x="76620" y="2839"/>
                  </a:lnTo>
                  <a:lnTo>
                    <a:pt x="76620" y="2940"/>
                  </a:lnTo>
                  <a:lnTo>
                    <a:pt x="76598" y="3040"/>
                  </a:lnTo>
                  <a:lnTo>
                    <a:pt x="76564" y="3140"/>
                  </a:lnTo>
                  <a:lnTo>
                    <a:pt x="76509" y="3218"/>
                  </a:lnTo>
                  <a:lnTo>
                    <a:pt x="76453" y="3296"/>
                  </a:lnTo>
                  <a:lnTo>
                    <a:pt x="76386" y="3363"/>
                  </a:lnTo>
                  <a:lnTo>
                    <a:pt x="76297" y="3418"/>
                  </a:lnTo>
                  <a:lnTo>
                    <a:pt x="76208" y="3463"/>
                  </a:lnTo>
                  <a:lnTo>
                    <a:pt x="76108" y="3485"/>
                  </a:lnTo>
                  <a:lnTo>
                    <a:pt x="75997" y="3496"/>
                  </a:lnTo>
                  <a:lnTo>
                    <a:pt x="75874" y="3485"/>
                  </a:lnTo>
                  <a:lnTo>
                    <a:pt x="75763" y="3452"/>
                  </a:lnTo>
                  <a:lnTo>
                    <a:pt x="75640" y="3407"/>
                  </a:lnTo>
                  <a:lnTo>
                    <a:pt x="75529" y="3340"/>
                  </a:lnTo>
                  <a:lnTo>
                    <a:pt x="75429" y="3274"/>
                  </a:lnTo>
                  <a:lnTo>
                    <a:pt x="75340" y="3173"/>
                  </a:lnTo>
                  <a:lnTo>
                    <a:pt x="75251" y="3073"/>
                  </a:lnTo>
                  <a:lnTo>
                    <a:pt x="75184" y="2951"/>
                  </a:lnTo>
                  <a:lnTo>
                    <a:pt x="74583" y="1726"/>
                  </a:lnTo>
                  <a:lnTo>
                    <a:pt x="73113" y="1537"/>
                  </a:lnTo>
                  <a:lnTo>
                    <a:pt x="71588" y="1348"/>
                  </a:lnTo>
                  <a:lnTo>
                    <a:pt x="70007" y="1181"/>
                  </a:lnTo>
                  <a:lnTo>
                    <a:pt x="68381" y="1014"/>
                  </a:lnTo>
                  <a:lnTo>
                    <a:pt x="66723" y="869"/>
                  </a:lnTo>
                  <a:lnTo>
                    <a:pt x="65008" y="724"/>
                  </a:lnTo>
                  <a:lnTo>
                    <a:pt x="63249" y="602"/>
                  </a:lnTo>
                  <a:lnTo>
                    <a:pt x="61456" y="479"/>
                  </a:lnTo>
                  <a:lnTo>
                    <a:pt x="59631" y="379"/>
                  </a:lnTo>
                  <a:lnTo>
                    <a:pt x="57760" y="290"/>
                  </a:lnTo>
                  <a:lnTo>
                    <a:pt x="55856" y="201"/>
                  </a:lnTo>
                  <a:lnTo>
                    <a:pt x="53930" y="134"/>
                  </a:lnTo>
                  <a:lnTo>
                    <a:pt x="51960" y="89"/>
                  </a:lnTo>
                  <a:lnTo>
                    <a:pt x="49978" y="45"/>
                  </a:lnTo>
                  <a:lnTo>
                    <a:pt x="47952" y="12"/>
                  </a:lnTo>
                  <a:lnTo>
                    <a:pt x="45914" y="0"/>
                  </a:lnTo>
                  <a:lnTo>
                    <a:pt x="45859" y="2706"/>
                  </a:lnTo>
                  <a:lnTo>
                    <a:pt x="45847" y="2784"/>
                  </a:lnTo>
                  <a:lnTo>
                    <a:pt x="45836" y="2862"/>
                  </a:lnTo>
                  <a:lnTo>
                    <a:pt x="45814" y="2940"/>
                  </a:lnTo>
                  <a:lnTo>
                    <a:pt x="45792" y="3006"/>
                  </a:lnTo>
                  <a:lnTo>
                    <a:pt x="45758" y="3073"/>
                  </a:lnTo>
                  <a:lnTo>
                    <a:pt x="45725" y="3140"/>
                  </a:lnTo>
                  <a:lnTo>
                    <a:pt x="45680" y="3207"/>
                  </a:lnTo>
                  <a:lnTo>
                    <a:pt x="45636" y="3262"/>
                  </a:lnTo>
                  <a:lnTo>
                    <a:pt x="45580" y="3307"/>
                  </a:lnTo>
                  <a:lnTo>
                    <a:pt x="45524" y="3352"/>
                  </a:lnTo>
                  <a:lnTo>
                    <a:pt x="45469" y="3396"/>
                  </a:lnTo>
                  <a:lnTo>
                    <a:pt x="45402" y="3429"/>
                  </a:lnTo>
                  <a:lnTo>
                    <a:pt x="45335" y="3452"/>
                  </a:lnTo>
                  <a:lnTo>
                    <a:pt x="45268" y="3474"/>
                  </a:lnTo>
                  <a:lnTo>
                    <a:pt x="45190" y="3485"/>
                  </a:lnTo>
                  <a:lnTo>
                    <a:pt x="45124" y="3496"/>
                  </a:lnTo>
                  <a:lnTo>
                    <a:pt x="45046" y="3485"/>
                  </a:lnTo>
                  <a:lnTo>
                    <a:pt x="44979" y="3474"/>
                  </a:lnTo>
                  <a:lnTo>
                    <a:pt x="44912" y="3452"/>
                  </a:lnTo>
                  <a:lnTo>
                    <a:pt x="44845" y="3429"/>
                  </a:lnTo>
                  <a:lnTo>
                    <a:pt x="44779" y="3396"/>
                  </a:lnTo>
                  <a:lnTo>
                    <a:pt x="44723" y="3352"/>
                  </a:lnTo>
                  <a:lnTo>
                    <a:pt x="44667" y="3307"/>
                  </a:lnTo>
                  <a:lnTo>
                    <a:pt x="44612" y="3262"/>
                  </a:lnTo>
                  <a:lnTo>
                    <a:pt x="44567" y="3207"/>
                  </a:lnTo>
                  <a:lnTo>
                    <a:pt x="44522" y="3140"/>
                  </a:lnTo>
                  <a:lnTo>
                    <a:pt x="44489" y="3073"/>
                  </a:lnTo>
                  <a:lnTo>
                    <a:pt x="44456" y="3006"/>
                  </a:lnTo>
                  <a:lnTo>
                    <a:pt x="44422" y="2940"/>
                  </a:lnTo>
                  <a:lnTo>
                    <a:pt x="44411" y="2862"/>
                  </a:lnTo>
                  <a:lnTo>
                    <a:pt x="44389" y="2784"/>
                  </a:lnTo>
                  <a:lnTo>
                    <a:pt x="44389" y="2706"/>
                  </a:lnTo>
                  <a:lnTo>
                    <a:pt x="4433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457208" y="4118996"/>
              <a:ext cx="2117637" cy="333403"/>
            </a:xfrm>
            <a:custGeom>
              <a:rect b="b" l="l" r="r" t="t"/>
              <a:pathLst>
                <a:path extrusionOk="0" fill="none" h="14207" w="90237">
                  <a:moveTo>
                    <a:pt x="45914" y="0"/>
                  </a:moveTo>
                  <a:lnTo>
                    <a:pt x="45859" y="2706"/>
                  </a:lnTo>
                  <a:lnTo>
                    <a:pt x="45859" y="2706"/>
                  </a:lnTo>
                  <a:lnTo>
                    <a:pt x="45847" y="2784"/>
                  </a:lnTo>
                  <a:lnTo>
                    <a:pt x="45836" y="2862"/>
                  </a:lnTo>
                  <a:lnTo>
                    <a:pt x="45814" y="2940"/>
                  </a:lnTo>
                  <a:lnTo>
                    <a:pt x="45792" y="3006"/>
                  </a:lnTo>
                  <a:lnTo>
                    <a:pt x="45758" y="3073"/>
                  </a:lnTo>
                  <a:lnTo>
                    <a:pt x="45725" y="3140"/>
                  </a:lnTo>
                  <a:lnTo>
                    <a:pt x="45680" y="3207"/>
                  </a:lnTo>
                  <a:lnTo>
                    <a:pt x="45636" y="3262"/>
                  </a:lnTo>
                  <a:lnTo>
                    <a:pt x="45580" y="3307"/>
                  </a:lnTo>
                  <a:lnTo>
                    <a:pt x="45524" y="3352"/>
                  </a:lnTo>
                  <a:lnTo>
                    <a:pt x="45469" y="3396"/>
                  </a:lnTo>
                  <a:lnTo>
                    <a:pt x="45402" y="3429"/>
                  </a:lnTo>
                  <a:lnTo>
                    <a:pt x="45335" y="3452"/>
                  </a:lnTo>
                  <a:lnTo>
                    <a:pt x="45268" y="3474"/>
                  </a:lnTo>
                  <a:lnTo>
                    <a:pt x="45190" y="3485"/>
                  </a:lnTo>
                  <a:lnTo>
                    <a:pt x="45124" y="3496"/>
                  </a:lnTo>
                  <a:lnTo>
                    <a:pt x="45124" y="3496"/>
                  </a:lnTo>
                  <a:lnTo>
                    <a:pt x="45046" y="3485"/>
                  </a:lnTo>
                  <a:lnTo>
                    <a:pt x="44979" y="3474"/>
                  </a:lnTo>
                  <a:lnTo>
                    <a:pt x="44912" y="3452"/>
                  </a:lnTo>
                  <a:lnTo>
                    <a:pt x="44845" y="3429"/>
                  </a:lnTo>
                  <a:lnTo>
                    <a:pt x="44779" y="3396"/>
                  </a:lnTo>
                  <a:lnTo>
                    <a:pt x="44723" y="3352"/>
                  </a:lnTo>
                  <a:lnTo>
                    <a:pt x="44667" y="3307"/>
                  </a:lnTo>
                  <a:lnTo>
                    <a:pt x="44612" y="3262"/>
                  </a:lnTo>
                  <a:lnTo>
                    <a:pt x="44567" y="3207"/>
                  </a:lnTo>
                  <a:lnTo>
                    <a:pt x="44522" y="3140"/>
                  </a:lnTo>
                  <a:lnTo>
                    <a:pt x="44489" y="3073"/>
                  </a:lnTo>
                  <a:lnTo>
                    <a:pt x="44456" y="3006"/>
                  </a:lnTo>
                  <a:lnTo>
                    <a:pt x="44422" y="2940"/>
                  </a:lnTo>
                  <a:lnTo>
                    <a:pt x="44411" y="2862"/>
                  </a:lnTo>
                  <a:lnTo>
                    <a:pt x="44389" y="2784"/>
                  </a:lnTo>
                  <a:lnTo>
                    <a:pt x="44389" y="2706"/>
                  </a:lnTo>
                  <a:lnTo>
                    <a:pt x="44333" y="0"/>
                  </a:lnTo>
                  <a:lnTo>
                    <a:pt x="44333" y="0"/>
                  </a:lnTo>
                  <a:lnTo>
                    <a:pt x="42285" y="12"/>
                  </a:lnTo>
                  <a:lnTo>
                    <a:pt x="40270" y="45"/>
                  </a:lnTo>
                  <a:lnTo>
                    <a:pt x="38277" y="89"/>
                  </a:lnTo>
                  <a:lnTo>
                    <a:pt x="36317" y="134"/>
                  </a:lnTo>
                  <a:lnTo>
                    <a:pt x="34380" y="201"/>
                  </a:lnTo>
                  <a:lnTo>
                    <a:pt x="32476" y="290"/>
                  </a:lnTo>
                  <a:lnTo>
                    <a:pt x="30617" y="379"/>
                  </a:lnTo>
                  <a:lnTo>
                    <a:pt x="28780" y="479"/>
                  </a:lnTo>
                  <a:lnTo>
                    <a:pt x="26987" y="602"/>
                  </a:lnTo>
                  <a:lnTo>
                    <a:pt x="25239" y="724"/>
                  </a:lnTo>
                  <a:lnTo>
                    <a:pt x="23525" y="869"/>
                  </a:lnTo>
                  <a:lnTo>
                    <a:pt x="21855" y="1014"/>
                  </a:lnTo>
                  <a:lnTo>
                    <a:pt x="20229" y="1181"/>
                  </a:lnTo>
                  <a:lnTo>
                    <a:pt x="18660" y="1348"/>
                  </a:lnTo>
                  <a:lnTo>
                    <a:pt x="17134" y="1537"/>
                  </a:lnTo>
                  <a:lnTo>
                    <a:pt x="15665" y="1726"/>
                  </a:lnTo>
                  <a:lnTo>
                    <a:pt x="15063" y="2951"/>
                  </a:lnTo>
                  <a:lnTo>
                    <a:pt x="15063" y="2951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5052" y="2962"/>
                  </a:lnTo>
                  <a:lnTo>
                    <a:pt x="14986" y="3084"/>
                  </a:lnTo>
                  <a:lnTo>
                    <a:pt x="14908" y="3185"/>
                  </a:lnTo>
                  <a:lnTo>
                    <a:pt x="14807" y="3274"/>
                  </a:lnTo>
                  <a:lnTo>
                    <a:pt x="14707" y="3352"/>
                  </a:lnTo>
                  <a:lnTo>
                    <a:pt x="14596" y="3407"/>
                  </a:lnTo>
                  <a:lnTo>
                    <a:pt x="14485" y="3452"/>
                  </a:lnTo>
                  <a:lnTo>
                    <a:pt x="14362" y="3485"/>
                  </a:lnTo>
                  <a:lnTo>
                    <a:pt x="14251" y="3496"/>
                  </a:lnTo>
                  <a:lnTo>
                    <a:pt x="14251" y="3496"/>
                  </a:lnTo>
                  <a:lnTo>
                    <a:pt x="14139" y="3485"/>
                  </a:lnTo>
                  <a:lnTo>
                    <a:pt x="14039" y="3463"/>
                  </a:lnTo>
                  <a:lnTo>
                    <a:pt x="14039" y="3463"/>
                  </a:lnTo>
                  <a:lnTo>
                    <a:pt x="13972" y="3429"/>
                  </a:lnTo>
                  <a:lnTo>
                    <a:pt x="13906" y="3396"/>
                  </a:lnTo>
                  <a:lnTo>
                    <a:pt x="13850" y="3363"/>
                  </a:lnTo>
                  <a:lnTo>
                    <a:pt x="13805" y="3307"/>
                  </a:lnTo>
                  <a:lnTo>
                    <a:pt x="13761" y="3262"/>
                  </a:lnTo>
                  <a:lnTo>
                    <a:pt x="13716" y="3207"/>
                  </a:lnTo>
                  <a:lnTo>
                    <a:pt x="13683" y="3140"/>
                  </a:lnTo>
                  <a:lnTo>
                    <a:pt x="13661" y="3084"/>
                  </a:lnTo>
                  <a:lnTo>
                    <a:pt x="13638" y="3018"/>
                  </a:lnTo>
                  <a:lnTo>
                    <a:pt x="13627" y="2940"/>
                  </a:lnTo>
                  <a:lnTo>
                    <a:pt x="13616" y="2873"/>
                  </a:lnTo>
                  <a:lnTo>
                    <a:pt x="13616" y="2795"/>
                  </a:lnTo>
                  <a:lnTo>
                    <a:pt x="13627" y="2717"/>
                  </a:lnTo>
                  <a:lnTo>
                    <a:pt x="13638" y="2650"/>
                  </a:lnTo>
                  <a:lnTo>
                    <a:pt x="13661" y="2572"/>
                  </a:lnTo>
                  <a:lnTo>
                    <a:pt x="13694" y="2494"/>
                  </a:lnTo>
                  <a:lnTo>
                    <a:pt x="13928" y="1971"/>
                  </a:lnTo>
                  <a:lnTo>
                    <a:pt x="13928" y="1971"/>
                  </a:lnTo>
                  <a:lnTo>
                    <a:pt x="12358" y="2227"/>
                  </a:lnTo>
                  <a:lnTo>
                    <a:pt x="10866" y="2483"/>
                  </a:lnTo>
                  <a:lnTo>
                    <a:pt x="10143" y="2617"/>
                  </a:lnTo>
                  <a:lnTo>
                    <a:pt x="9452" y="2750"/>
                  </a:lnTo>
                  <a:lnTo>
                    <a:pt x="8784" y="2895"/>
                  </a:lnTo>
                  <a:lnTo>
                    <a:pt x="8127" y="3040"/>
                  </a:lnTo>
                  <a:lnTo>
                    <a:pt x="7504" y="3185"/>
                  </a:lnTo>
                  <a:lnTo>
                    <a:pt x="6892" y="3329"/>
                  </a:lnTo>
                  <a:lnTo>
                    <a:pt x="6313" y="3485"/>
                  </a:lnTo>
                  <a:lnTo>
                    <a:pt x="5745" y="3630"/>
                  </a:lnTo>
                  <a:lnTo>
                    <a:pt x="5210" y="3786"/>
                  </a:lnTo>
                  <a:lnTo>
                    <a:pt x="4698" y="3942"/>
                  </a:lnTo>
                  <a:lnTo>
                    <a:pt x="4208" y="4109"/>
                  </a:lnTo>
                  <a:lnTo>
                    <a:pt x="3741" y="4264"/>
                  </a:lnTo>
                  <a:lnTo>
                    <a:pt x="3307" y="4431"/>
                  </a:lnTo>
                  <a:lnTo>
                    <a:pt x="2895" y="4598"/>
                  </a:lnTo>
                  <a:lnTo>
                    <a:pt x="2505" y="4765"/>
                  </a:lnTo>
                  <a:lnTo>
                    <a:pt x="2149" y="4932"/>
                  </a:lnTo>
                  <a:lnTo>
                    <a:pt x="1815" y="5111"/>
                  </a:lnTo>
                  <a:lnTo>
                    <a:pt x="1503" y="5278"/>
                  </a:lnTo>
                  <a:lnTo>
                    <a:pt x="1225" y="5456"/>
                  </a:lnTo>
                  <a:lnTo>
                    <a:pt x="969" y="5634"/>
                  </a:lnTo>
                  <a:lnTo>
                    <a:pt x="746" y="5812"/>
                  </a:lnTo>
                  <a:lnTo>
                    <a:pt x="557" y="5990"/>
                  </a:lnTo>
                  <a:lnTo>
                    <a:pt x="390" y="6168"/>
                  </a:lnTo>
                  <a:lnTo>
                    <a:pt x="245" y="6358"/>
                  </a:lnTo>
                  <a:lnTo>
                    <a:pt x="145" y="6536"/>
                  </a:lnTo>
                  <a:lnTo>
                    <a:pt x="100" y="6636"/>
                  </a:lnTo>
                  <a:lnTo>
                    <a:pt x="67" y="6725"/>
                  </a:lnTo>
                  <a:lnTo>
                    <a:pt x="33" y="6825"/>
                  </a:lnTo>
                  <a:lnTo>
                    <a:pt x="22" y="6914"/>
                  </a:lnTo>
                  <a:lnTo>
                    <a:pt x="11" y="7003"/>
                  </a:lnTo>
                  <a:lnTo>
                    <a:pt x="0" y="7103"/>
                  </a:lnTo>
                  <a:lnTo>
                    <a:pt x="0" y="7103"/>
                  </a:lnTo>
                  <a:lnTo>
                    <a:pt x="11" y="7193"/>
                  </a:lnTo>
                  <a:lnTo>
                    <a:pt x="22" y="7282"/>
                  </a:lnTo>
                  <a:lnTo>
                    <a:pt x="33" y="7382"/>
                  </a:lnTo>
                  <a:lnTo>
                    <a:pt x="56" y="7471"/>
                  </a:lnTo>
                  <a:lnTo>
                    <a:pt x="89" y="7560"/>
                  </a:lnTo>
                  <a:lnTo>
                    <a:pt x="134" y="7649"/>
                  </a:lnTo>
                  <a:lnTo>
                    <a:pt x="234" y="7827"/>
                  </a:lnTo>
                  <a:lnTo>
                    <a:pt x="367" y="8005"/>
                  </a:lnTo>
                  <a:lnTo>
                    <a:pt x="523" y="8183"/>
                  </a:lnTo>
                  <a:lnTo>
                    <a:pt x="713" y="8362"/>
                  </a:lnTo>
                  <a:lnTo>
                    <a:pt x="924" y="8529"/>
                  </a:lnTo>
                  <a:lnTo>
                    <a:pt x="1158" y="8707"/>
                  </a:lnTo>
                  <a:lnTo>
                    <a:pt x="1425" y="8874"/>
                  </a:lnTo>
                  <a:lnTo>
                    <a:pt x="1715" y="9052"/>
                  </a:lnTo>
                  <a:lnTo>
                    <a:pt x="2026" y="9219"/>
                  </a:lnTo>
                  <a:lnTo>
                    <a:pt x="2371" y="9375"/>
                  </a:lnTo>
                  <a:lnTo>
                    <a:pt x="2739" y="9542"/>
                  </a:lnTo>
                  <a:lnTo>
                    <a:pt x="3128" y="9709"/>
                  </a:lnTo>
                  <a:lnTo>
                    <a:pt x="3552" y="9865"/>
                  </a:lnTo>
                  <a:lnTo>
                    <a:pt x="3986" y="10020"/>
                  </a:lnTo>
                  <a:lnTo>
                    <a:pt x="4453" y="10176"/>
                  </a:lnTo>
                  <a:lnTo>
                    <a:pt x="4943" y="10332"/>
                  </a:lnTo>
                  <a:lnTo>
                    <a:pt x="5444" y="10488"/>
                  </a:lnTo>
                  <a:lnTo>
                    <a:pt x="5979" y="10633"/>
                  </a:lnTo>
                  <a:lnTo>
                    <a:pt x="6535" y="10789"/>
                  </a:lnTo>
                  <a:lnTo>
                    <a:pt x="7114" y="10933"/>
                  </a:lnTo>
                  <a:lnTo>
                    <a:pt x="7704" y="11067"/>
                  </a:lnTo>
                  <a:lnTo>
                    <a:pt x="8328" y="11212"/>
                  </a:lnTo>
                  <a:lnTo>
                    <a:pt x="8962" y="11345"/>
                  </a:lnTo>
                  <a:lnTo>
                    <a:pt x="10310" y="11624"/>
                  </a:lnTo>
                  <a:lnTo>
                    <a:pt x="11723" y="11880"/>
                  </a:lnTo>
                  <a:lnTo>
                    <a:pt x="13215" y="12125"/>
                  </a:lnTo>
                  <a:lnTo>
                    <a:pt x="14785" y="12358"/>
                  </a:lnTo>
                  <a:lnTo>
                    <a:pt x="16422" y="12581"/>
                  </a:lnTo>
                  <a:lnTo>
                    <a:pt x="18125" y="12793"/>
                  </a:lnTo>
                  <a:lnTo>
                    <a:pt x="19895" y="12993"/>
                  </a:lnTo>
                  <a:lnTo>
                    <a:pt x="21721" y="13171"/>
                  </a:lnTo>
                  <a:lnTo>
                    <a:pt x="23614" y="13349"/>
                  </a:lnTo>
                  <a:lnTo>
                    <a:pt x="25562" y="13505"/>
                  </a:lnTo>
                  <a:lnTo>
                    <a:pt x="27555" y="13650"/>
                  </a:lnTo>
                  <a:lnTo>
                    <a:pt x="29604" y="13772"/>
                  </a:lnTo>
                  <a:lnTo>
                    <a:pt x="31708" y="13884"/>
                  </a:lnTo>
                  <a:lnTo>
                    <a:pt x="33846" y="13984"/>
                  </a:lnTo>
                  <a:lnTo>
                    <a:pt x="36028" y="14062"/>
                  </a:lnTo>
                  <a:lnTo>
                    <a:pt x="38254" y="14117"/>
                  </a:lnTo>
                  <a:lnTo>
                    <a:pt x="40503" y="14162"/>
                  </a:lnTo>
                  <a:lnTo>
                    <a:pt x="42797" y="14195"/>
                  </a:lnTo>
                  <a:lnTo>
                    <a:pt x="45124" y="14207"/>
                  </a:lnTo>
                  <a:lnTo>
                    <a:pt x="45124" y="14207"/>
                  </a:lnTo>
                  <a:lnTo>
                    <a:pt x="47439" y="14195"/>
                  </a:lnTo>
                  <a:lnTo>
                    <a:pt x="49733" y="14162"/>
                  </a:lnTo>
                  <a:lnTo>
                    <a:pt x="51993" y="14117"/>
                  </a:lnTo>
                  <a:lnTo>
                    <a:pt x="54220" y="14062"/>
                  </a:lnTo>
                  <a:lnTo>
                    <a:pt x="56402" y="13984"/>
                  </a:lnTo>
                  <a:lnTo>
                    <a:pt x="58539" y="13884"/>
                  </a:lnTo>
                  <a:lnTo>
                    <a:pt x="60633" y="13772"/>
                  </a:lnTo>
                  <a:lnTo>
                    <a:pt x="62681" y="13650"/>
                  </a:lnTo>
                  <a:lnTo>
                    <a:pt x="64685" y="13505"/>
                  </a:lnTo>
                  <a:lnTo>
                    <a:pt x="66633" y="13349"/>
                  </a:lnTo>
                  <a:lnTo>
                    <a:pt x="68515" y="13171"/>
                  </a:lnTo>
                  <a:lnTo>
                    <a:pt x="70352" y="12993"/>
                  </a:lnTo>
                  <a:lnTo>
                    <a:pt x="72122" y="12793"/>
                  </a:lnTo>
                  <a:lnTo>
                    <a:pt x="73826" y="12581"/>
                  </a:lnTo>
                  <a:lnTo>
                    <a:pt x="75462" y="12358"/>
                  </a:lnTo>
                  <a:lnTo>
                    <a:pt x="77021" y="12125"/>
                  </a:lnTo>
                  <a:lnTo>
                    <a:pt x="78524" y="11880"/>
                  </a:lnTo>
                  <a:lnTo>
                    <a:pt x="79938" y="11624"/>
                  </a:lnTo>
                  <a:lnTo>
                    <a:pt x="81274" y="11345"/>
                  </a:lnTo>
                  <a:lnTo>
                    <a:pt x="81920" y="11212"/>
                  </a:lnTo>
                  <a:lnTo>
                    <a:pt x="82532" y="11067"/>
                  </a:lnTo>
                  <a:lnTo>
                    <a:pt x="83133" y="10933"/>
                  </a:lnTo>
                  <a:lnTo>
                    <a:pt x="83712" y="10789"/>
                  </a:lnTo>
                  <a:lnTo>
                    <a:pt x="84269" y="10633"/>
                  </a:lnTo>
                  <a:lnTo>
                    <a:pt x="84792" y="10488"/>
                  </a:lnTo>
                  <a:lnTo>
                    <a:pt x="85304" y="10332"/>
                  </a:lnTo>
                  <a:lnTo>
                    <a:pt x="85794" y="10176"/>
                  </a:lnTo>
                  <a:lnTo>
                    <a:pt x="86251" y="10020"/>
                  </a:lnTo>
                  <a:lnTo>
                    <a:pt x="86696" y="9865"/>
                  </a:lnTo>
                  <a:lnTo>
                    <a:pt x="87108" y="9709"/>
                  </a:lnTo>
                  <a:lnTo>
                    <a:pt x="87509" y="9542"/>
                  </a:lnTo>
                  <a:lnTo>
                    <a:pt x="87876" y="9375"/>
                  </a:lnTo>
                  <a:lnTo>
                    <a:pt x="88210" y="9219"/>
                  </a:lnTo>
                  <a:lnTo>
                    <a:pt x="88533" y="9052"/>
                  </a:lnTo>
                  <a:lnTo>
                    <a:pt x="88822" y="8874"/>
                  </a:lnTo>
                  <a:lnTo>
                    <a:pt x="89090" y="8707"/>
                  </a:lnTo>
                  <a:lnTo>
                    <a:pt x="89323" y="8529"/>
                  </a:lnTo>
                  <a:lnTo>
                    <a:pt x="89535" y="8362"/>
                  </a:lnTo>
                  <a:lnTo>
                    <a:pt x="89724" y="8183"/>
                  </a:lnTo>
                  <a:lnTo>
                    <a:pt x="89880" y="8005"/>
                  </a:lnTo>
                  <a:lnTo>
                    <a:pt x="90014" y="7827"/>
                  </a:lnTo>
                  <a:lnTo>
                    <a:pt x="90114" y="7649"/>
                  </a:lnTo>
                  <a:lnTo>
                    <a:pt x="90147" y="7560"/>
                  </a:lnTo>
                  <a:lnTo>
                    <a:pt x="90181" y="7471"/>
                  </a:lnTo>
                  <a:lnTo>
                    <a:pt x="90203" y="7382"/>
                  </a:lnTo>
                  <a:lnTo>
                    <a:pt x="90225" y="7282"/>
                  </a:lnTo>
                  <a:lnTo>
                    <a:pt x="90236" y="7193"/>
                  </a:lnTo>
                  <a:lnTo>
                    <a:pt x="90236" y="7103"/>
                  </a:lnTo>
                  <a:lnTo>
                    <a:pt x="90236" y="7103"/>
                  </a:lnTo>
                  <a:lnTo>
                    <a:pt x="90236" y="7003"/>
                  </a:lnTo>
                  <a:lnTo>
                    <a:pt x="90225" y="6914"/>
                  </a:lnTo>
                  <a:lnTo>
                    <a:pt x="90203" y="6825"/>
                  </a:lnTo>
                  <a:lnTo>
                    <a:pt x="90181" y="6725"/>
                  </a:lnTo>
                  <a:lnTo>
                    <a:pt x="90147" y="6636"/>
                  </a:lnTo>
                  <a:lnTo>
                    <a:pt x="90103" y="6536"/>
                  </a:lnTo>
                  <a:lnTo>
                    <a:pt x="89991" y="6358"/>
                  </a:lnTo>
                  <a:lnTo>
                    <a:pt x="89858" y="6168"/>
                  </a:lnTo>
                  <a:lnTo>
                    <a:pt x="89691" y="5990"/>
                  </a:lnTo>
                  <a:lnTo>
                    <a:pt x="89501" y="5812"/>
                  </a:lnTo>
                  <a:lnTo>
                    <a:pt x="89268" y="5634"/>
                  </a:lnTo>
                  <a:lnTo>
                    <a:pt x="89023" y="5456"/>
                  </a:lnTo>
                  <a:lnTo>
                    <a:pt x="88744" y="5278"/>
                  </a:lnTo>
                  <a:lnTo>
                    <a:pt x="88433" y="5111"/>
                  </a:lnTo>
                  <a:lnTo>
                    <a:pt x="88099" y="4932"/>
                  </a:lnTo>
                  <a:lnTo>
                    <a:pt x="87742" y="4765"/>
                  </a:lnTo>
                  <a:lnTo>
                    <a:pt x="87353" y="4598"/>
                  </a:lnTo>
                  <a:lnTo>
                    <a:pt x="86941" y="4431"/>
                  </a:lnTo>
                  <a:lnTo>
                    <a:pt x="86495" y="4264"/>
                  </a:lnTo>
                  <a:lnTo>
                    <a:pt x="86039" y="4109"/>
                  </a:lnTo>
                  <a:lnTo>
                    <a:pt x="85549" y="3942"/>
                  </a:lnTo>
                  <a:lnTo>
                    <a:pt x="85037" y="3786"/>
                  </a:lnTo>
                  <a:lnTo>
                    <a:pt x="84491" y="3630"/>
                  </a:lnTo>
                  <a:lnTo>
                    <a:pt x="83935" y="3485"/>
                  </a:lnTo>
                  <a:lnTo>
                    <a:pt x="83356" y="3329"/>
                  </a:lnTo>
                  <a:lnTo>
                    <a:pt x="82743" y="3185"/>
                  </a:lnTo>
                  <a:lnTo>
                    <a:pt x="82120" y="3040"/>
                  </a:lnTo>
                  <a:lnTo>
                    <a:pt x="81463" y="2895"/>
                  </a:lnTo>
                  <a:lnTo>
                    <a:pt x="80795" y="2750"/>
                  </a:lnTo>
                  <a:lnTo>
                    <a:pt x="80094" y="2617"/>
                  </a:lnTo>
                  <a:lnTo>
                    <a:pt x="79381" y="2483"/>
                  </a:lnTo>
                  <a:lnTo>
                    <a:pt x="77889" y="2227"/>
                  </a:lnTo>
                  <a:lnTo>
                    <a:pt x="76320" y="1971"/>
                  </a:lnTo>
                  <a:lnTo>
                    <a:pt x="76553" y="2494"/>
                  </a:lnTo>
                  <a:lnTo>
                    <a:pt x="76553" y="2494"/>
                  </a:lnTo>
                  <a:lnTo>
                    <a:pt x="76587" y="2583"/>
                  </a:lnTo>
                  <a:lnTo>
                    <a:pt x="76609" y="2672"/>
                  </a:lnTo>
                  <a:lnTo>
                    <a:pt x="76620" y="2750"/>
                  </a:lnTo>
                  <a:lnTo>
                    <a:pt x="76620" y="2839"/>
                  </a:lnTo>
                  <a:lnTo>
                    <a:pt x="76620" y="2839"/>
                  </a:lnTo>
                  <a:lnTo>
                    <a:pt x="76620" y="2940"/>
                  </a:lnTo>
                  <a:lnTo>
                    <a:pt x="76598" y="3040"/>
                  </a:lnTo>
                  <a:lnTo>
                    <a:pt x="76564" y="3140"/>
                  </a:lnTo>
                  <a:lnTo>
                    <a:pt x="76509" y="3218"/>
                  </a:lnTo>
                  <a:lnTo>
                    <a:pt x="76453" y="3296"/>
                  </a:lnTo>
                  <a:lnTo>
                    <a:pt x="76386" y="3363"/>
                  </a:lnTo>
                  <a:lnTo>
                    <a:pt x="76297" y="3418"/>
                  </a:lnTo>
                  <a:lnTo>
                    <a:pt x="76208" y="3463"/>
                  </a:lnTo>
                  <a:lnTo>
                    <a:pt x="76208" y="3463"/>
                  </a:lnTo>
                  <a:lnTo>
                    <a:pt x="76108" y="3485"/>
                  </a:lnTo>
                  <a:lnTo>
                    <a:pt x="75997" y="3496"/>
                  </a:lnTo>
                  <a:lnTo>
                    <a:pt x="75997" y="3496"/>
                  </a:lnTo>
                  <a:lnTo>
                    <a:pt x="75874" y="3485"/>
                  </a:lnTo>
                  <a:lnTo>
                    <a:pt x="75763" y="3452"/>
                  </a:lnTo>
                  <a:lnTo>
                    <a:pt x="75640" y="3407"/>
                  </a:lnTo>
                  <a:lnTo>
                    <a:pt x="75529" y="3340"/>
                  </a:lnTo>
                  <a:lnTo>
                    <a:pt x="75429" y="3274"/>
                  </a:lnTo>
                  <a:lnTo>
                    <a:pt x="75340" y="3173"/>
                  </a:lnTo>
                  <a:lnTo>
                    <a:pt x="75251" y="3073"/>
                  </a:lnTo>
                  <a:lnTo>
                    <a:pt x="75184" y="2951"/>
                  </a:lnTo>
                  <a:lnTo>
                    <a:pt x="74583" y="1726"/>
                  </a:lnTo>
                  <a:lnTo>
                    <a:pt x="74583" y="1726"/>
                  </a:lnTo>
                  <a:lnTo>
                    <a:pt x="73113" y="1537"/>
                  </a:lnTo>
                  <a:lnTo>
                    <a:pt x="71588" y="1348"/>
                  </a:lnTo>
                  <a:lnTo>
                    <a:pt x="70007" y="1181"/>
                  </a:lnTo>
                  <a:lnTo>
                    <a:pt x="68381" y="1014"/>
                  </a:lnTo>
                  <a:lnTo>
                    <a:pt x="66723" y="869"/>
                  </a:lnTo>
                  <a:lnTo>
                    <a:pt x="65008" y="724"/>
                  </a:lnTo>
                  <a:lnTo>
                    <a:pt x="63249" y="602"/>
                  </a:lnTo>
                  <a:lnTo>
                    <a:pt x="61456" y="479"/>
                  </a:lnTo>
                  <a:lnTo>
                    <a:pt x="59631" y="379"/>
                  </a:lnTo>
                  <a:lnTo>
                    <a:pt x="57760" y="290"/>
                  </a:lnTo>
                  <a:lnTo>
                    <a:pt x="55856" y="201"/>
                  </a:lnTo>
                  <a:lnTo>
                    <a:pt x="53930" y="134"/>
                  </a:lnTo>
                  <a:lnTo>
                    <a:pt x="51960" y="89"/>
                  </a:lnTo>
                  <a:lnTo>
                    <a:pt x="49978" y="45"/>
                  </a:lnTo>
                  <a:lnTo>
                    <a:pt x="47952" y="12"/>
                  </a:lnTo>
                  <a:lnTo>
                    <a:pt x="459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776741" y="3231455"/>
              <a:ext cx="490682" cy="969607"/>
            </a:xfrm>
            <a:custGeom>
              <a:rect b="b" l="l" r="r" t="t"/>
              <a:pathLst>
                <a:path extrusionOk="0" h="41317" w="20909">
                  <a:moveTo>
                    <a:pt x="17791" y="0"/>
                  </a:moveTo>
                  <a:lnTo>
                    <a:pt x="78" y="40314"/>
                  </a:lnTo>
                  <a:lnTo>
                    <a:pt x="45" y="40392"/>
                  </a:lnTo>
                  <a:lnTo>
                    <a:pt x="22" y="40470"/>
                  </a:lnTo>
                  <a:lnTo>
                    <a:pt x="11" y="40537"/>
                  </a:lnTo>
                  <a:lnTo>
                    <a:pt x="0" y="40615"/>
                  </a:lnTo>
                  <a:lnTo>
                    <a:pt x="0" y="40693"/>
                  </a:lnTo>
                  <a:lnTo>
                    <a:pt x="11" y="40760"/>
                  </a:lnTo>
                  <a:lnTo>
                    <a:pt x="22" y="40838"/>
                  </a:lnTo>
                  <a:lnTo>
                    <a:pt x="45" y="40904"/>
                  </a:lnTo>
                  <a:lnTo>
                    <a:pt x="67" y="40960"/>
                  </a:lnTo>
                  <a:lnTo>
                    <a:pt x="100" y="41027"/>
                  </a:lnTo>
                  <a:lnTo>
                    <a:pt x="145" y="41082"/>
                  </a:lnTo>
                  <a:lnTo>
                    <a:pt x="189" y="41127"/>
                  </a:lnTo>
                  <a:lnTo>
                    <a:pt x="234" y="41183"/>
                  </a:lnTo>
                  <a:lnTo>
                    <a:pt x="290" y="41216"/>
                  </a:lnTo>
                  <a:lnTo>
                    <a:pt x="356" y="41249"/>
                  </a:lnTo>
                  <a:lnTo>
                    <a:pt x="423" y="41283"/>
                  </a:lnTo>
                  <a:lnTo>
                    <a:pt x="490" y="41294"/>
                  </a:lnTo>
                  <a:lnTo>
                    <a:pt x="557" y="41305"/>
                  </a:lnTo>
                  <a:lnTo>
                    <a:pt x="635" y="41316"/>
                  </a:lnTo>
                  <a:lnTo>
                    <a:pt x="702" y="41305"/>
                  </a:lnTo>
                  <a:lnTo>
                    <a:pt x="779" y="41294"/>
                  </a:lnTo>
                  <a:lnTo>
                    <a:pt x="846" y="41283"/>
                  </a:lnTo>
                  <a:lnTo>
                    <a:pt x="991" y="41227"/>
                  </a:lnTo>
                  <a:lnTo>
                    <a:pt x="1125" y="41138"/>
                  </a:lnTo>
                  <a:lnTo>
                    <a:pt x="1247" y="41038"/>
                  </a:lnTo>
                  <a:lnTo>
                    <a:pt x="1303" y="40982"/>
                  </a:lnTo>
                  <a:lnTo>
                    <a:pt x="1358" y="40915"/>
                  </a:lnTo>
                  <a:lnTo>
                    <a:pt x="1403" y="40849"/>
                  </a:lnTo>
                  <a:lnTo>
                    <a:pt x="1447" y="40771"/>
                  </a:lnTo>
                  <a:lnTo>
                    <a:pt x="20909" y="1058"/>
                  </a:lnTo>
                  <a:lnTo>
                    <a:pt x="17791" y="0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776741" y="3231455"/>
              <a:ext cx="490682" cy="969607"/>
            </a:xfrm>
            <a:custGeom>
              <a:rect b="b" l="l" r="r" t="t"/>
              <a:pathLst>
                <a:path extrusionOk="0" fill="none" h="41317" w="20909">
                  <a:moveTo>
                    <a:pt x="1447" y="40771"/>
                  </a:moveTo>
                  <a:lnTo>
                    <a:pt x="20909" y="1058"/>
                  </a:lnTo>
                  <a:lnTo>
                    <a:pt x="17791" y="0"/>
                  </a:lnTo>
                  <a:lnTo>
                    <a:pt x="78" y="40314"/>
                  </a:lnTo>
                  <a:lnTo>
                    <a:pt x="78" y="40314"/>
                  </a:lnTo>
                  <a:lnTo>
                    <a:pt x="45" y="40392"/>
                  </a:lnTo>
                  <a:lnTo>
                    <a:pt x="22" y="40470"/>
                  </a:lnTo>
                  <a:lnTo>
                    <a:pt x="11" y="40537"/>
                  </a:lnTo>
                  <a:lnTo>
                    <a:pt x="0" y="40615"/>
                  </a:lnTo>
                  <a:lnTo>
                    <a:pt x="0" y="40693"/>
                  </a:lnTo>
                  <a:lnTo>
                    <a:pt x="11" y="40760"/>
                  </a:lnTo>
                  <a:lnTo>
                    <a:pt x="22" y="40838"/>
                  </a:lnTo>
                  <a:lnTo>
                    <a:pt x="45" y="40904"/>
                  </a:lnTo>
                  <a:lnTo>
                    <a:pt x="67" y="40960"/>
                  </a:lnTo>
                  <a:lnTo>
                    <a:pt x="100" y="41027"/>
                  </a:lnTo>
                  <a:lnTo>
                    <a:pt x="145" y="41082"/>
                  </a:lnTo>
                  <a:lnTo>
                    <a:pt x="189" y="41127"/>
                  </a:lnTo>
                  <a:lnTo>
                    <a:pt x="234" y="41183"/>
                  </a:lnTo>
                  <a:lnTo>
                    <a:pt x="290" y="41216"/>
                  </a:lnTo>
                  <a:lnTo>
                    <a:pt x="356" y="41249"/>
                  </a:lnTo>
                  <a:lnTo>
                    <a:pt x="423" y="41283"/>
                  </a:lnTo>
                  <a:lnTo>
                    <a:pt x="423" y="41283"/>
                  </a:lnTo>
                  <a:lnTo>
                    <a:pt x="490" y="41294"/>
                  </a:lnTo>
                  <a:lnTo>
                    <a:pt x="557" y="41305"/>
                  </a:lnTo>
                  <a:lnTo>
                    <a:pt x="635" y="41316"/>
                  </a:lnTo>
                  <a:lnTo>
                    <a:pt x="702" y="41305"/>
                  </a:lnTo>
                  <a:lnTo>
                    <a:pt x="779" y="41294"/>
                  </a:lnTo>
                  <a:lnTo>
                    <a:pt x="846" y="41283"/>
                  </a:lnTo>
                  <a:lnTo>
                    <a:pt x="991" y="41227"/>
                  </a:lnTo>
                  <a:lnTo>
                    <a:pt x="1125" y="41138"/>
                  </a:lnTo>
                  <a:lnTo>
                    <a:pt x="1247" y="41038"/>
                  </a:lnTo>
                  <a:lnTo>
                    <a:pt x="1303" y="40982"/>
                  </a:lnTo>
                  <a:lnTo>
                    <a:pt x="1358" y="40915"/>
                  </a:lnTo>
                  <a:lnTo>
                    <a:pt x="1403" y="40849"/>
                  </a:lnTo>
                  <a:lnTo>
                    <a:pt x="1447" y="4077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810441" y="4188483"/>
              <a:ext cx="23" cy="23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991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810441" y="4188483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810441" y="4188483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798684" y="3383783"/>
              <a:ext cx="404462" cy="815707"/>
            </a:xfrm>
            <a:custGeom>
              <a:rect b="b" l="l" r="r" t="t"/>
              <a:pathLst>
                <a:path extrusionOk="0" h="34759" w="17235">
                  <a:moveTo>
                    <a:pt x="16166" y="0"/>
                  </a:moveTo>
                  <a:lnTo>
                    <a:pt x="0" y="34758"/>
                  </a:lnTo>
                  <a:lnTo>
                    <a:pt x="0" y="34758"/>
                  </a:lnTo>
                  <a:lnTo>
                    <a:pt x="78" y="34714"/>
                  </a:lnTo>
                  <a:lnTo>
                    <a:pt x="156" y="34681"/>
                  </a:lnTo>
                  <a:lnTo>
                    <a:pt x="223" y="34625"/>
                  </a:lnTo>
                  <a:lnTo>
                    <a:pt x="290" y="34569"/>
                  </a:lnTo>
                  <a:lnTo>
                    <a:pt x="345" y="34514"/>
                  </a:lnTo>
                  <a:lnTo>
                    <a:pt x="401" y="34447"/>
                  </a:lnTo>
                  <a:lnTo>
                    <a:pt x="457" y="34369"/>
                  </a:lnTo>
                  <a:lnTo>
                    <a:pt x="501" y="34291"/>
                  </a:lnTo>
                  <a:lnTo>
                    <a:pt x="512" y="34280"/>
                  </a:lnTo>
                  <a:lnTo>
                    <a:pt x="17235" y="145"/>
                  </a:lnTo>
                  <a:lnTo>
                    <a:pt x="16712" y="78"/>
                  </a:lnTo>
                  <a:lnTo>
                    <a:pt x="16166" y="0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798684" y="3383783"/>
              <a:ext cx="404462" cy="815707"/>
            </a:xfrm>
            <a:custGeom>
              <a:rect b="b" l="l" r="r" t="t"/>
              <a:pathLst>
                <a:path extrusionOk="0" fill="none" h="34759" w="17235">
                  <a:moveTo>
                    <a:pt x="16166" y="0"/>
                  </a:moveTo>
                  <a:lnTo>
                    <a:pt x="0" y="34758"/>
                  </a:lnTo>
                  <a:lnTo>
                    <a:pt x="0" y="34758"/>
                  </a:lnTo>
                  <a:lnTo>
                    <a:pt x="78" y="34714"/>
                  </a:lnTo>
                  <a:lnTo>
                    <a:pt x="156" y="34681"/>
                  </a:lnTo>
                  <a:lnTo>
                    <a:pt x="223" y="34625"/>
                  </a:lnTo>
                  <a:lnTo>
                    <a:pt x="290" y="34569"/>
                  </a:lnTo>
                  <a:lnTo>
                    <a:pt x="345" y="34514"/>
                  </a:lnTo>
                  <a:lnTo>
                    <a:pt x="401" y="34447"/>
                  </a:lnTo>
                  <a:lnTo>
                    <a:pt x="457" y="34369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01" y="34291"/>
                  </a:lnTo>
                  <a:lnTo>
                    <a:pt x="512" y="34280"/>
                  </a:lnTo>
                  <a:lnTo>
                    <a:pt x="17235" y="145"/>
                  </a:lnTo>
                  <a:lnTo>
                    <a:pt x="17235" y="145"/>
                  </a:lnTo>
                  <a:lnTo>
                    <a:pt x="16712" y="78"/>
                  </a:lnTo>
                  <a:lnTo>
                    <a:pt x="16712" y="78"/>
                  </a:lnTo>
                  <a:lnTo>
                    <a:pt x="161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1476683" y="3171871"/>
              <a:ext cx="78663" cy="1029191"/>
            </a:xfrm>
            <a:custGeom>
              <a:rect b="b" l="l" r="r" t="t"/>
              <a:pathLst>
                <a:path extrusionOk="0" h="43856" w="3352">
                  <a:moveTo>
                    <a:pt x="1" y="1"/>
                  </a:moveTo>
                  <a:lnTo>
                    <a:pt x="947" y="43065"/>
                  </a:lnTo>
                  <a:lnTo>
                    <a:pt x="947" y="43143"/>
                  </a:lnTo>
                  <a:lnTo>
                    <a:pt x="969" y="43221"/>
                  </a:lnTo>
                  <a:lnTo>
                    <a:pt x="980" y="43299"/>
                  </a:lnTo>
                  <a:lnTo>
                    <a:pt x="1014" y="43365"/>
                  </a:lnTo>
                  <a:lnTo>
                    <a:pt x="1047" y="43432"/>
                  </a:lnTo>
                  <a:lnTo>
                    <a:pt x="1080" y="43499"/>
                  </a:lnTo>
                  <a:lnTo>
                    <a:pt x="1125" y="43566"/>
                  </a:lnTo>
                  <a:lnTo>
                    <a:pt x="1170" y="43621"/>
                  </a:lnTo>
                  <a:lnTo>
                    <a:pt x="1225" y="43666"/>
                  </a:lnTo>
                  <a:lnTo>
                    <a:pt x="1281" y="43711"/>
                  </a:lnTo>
                  <a:lnTo>
                    <a:pt x="1337" y="43755"/>
                  </a:lnTo>
                  <a:lnTo>
                    <a:pt x="1403" y="43788"/>
                  </a:lnTo>
                  <a:lnTo>
                    <a:pt x="1470" y="43811"/>
                  </a:lnTo>
                  <a:lnTo>
                    <a:pt x="1537" y="43833"/>
                  </a:lnTo>
                  <a:lnTo>
                    <a:pt x="1604" y="43844"/>
                  </a:lnTo>
                  <a:lnTo>
                    <a:pt x="1682" y="43855"/>
                  </a:lnTo>
                  <a:lnTo>
                    <a:pt x="1748" y="43844"/>
                  </a:lnTo>
                  <a:lnTo>
                    <a:pt x="1826" y="43833"/>
                  </a:lnTo>
                  <a:lnTo>
                    <a:pt x="1893" y="43811"/>
                  </a:lnTo>
                  <a:lnTo>
                    <a:pt x="1960" y="43788"/>
                  </a:lnTo>
                  <a:lnTo>
                    <a:pt x="2027" y="43755"/>
                  </a:lnTo>
                  <a:lnTo>
                    <a:pt x="2082" y="43711"/>
                  </a:lnTo>
                  <a:lnTo>
                    <a:pt x="2138" y="43666"/>
                  </a:lnTo>
                  <a:lnTo>
                    <a:pt x="2194" y="43621"/>
                  </a:lnTo>
                  <a:lnTo>
                    <a:pt x="2238" y="43566"/>
                  </a:lnTo>
                  <a:lnTo>
                    <a:pt x="2283" y="43499"/>
                  </a:lnTo>
                  <a:lnTo>
                    <a:pt x="2316" y="43432"/>
                  </a:lnTo>
                  <a:lnTo>
                    <a:pt x="2350" y="43365"/>
                  </a:lnTo>
                  <a:lnTo>
                    <a:pt x="2372" y="43299"/>
                  </a:lnTo>
                  <a:lnTo>
                    <a:pt x="2394" y="43221"/>
                  </a:lnTo>
                  <a:lnTo>
                    <a:pt x="2405" y="43143"/>
                  </a:lnTo>
                  <a:lnTo>
                    <a:pt x="2417" y="43065"/>
                  </a:lnTo>
                  <a:lnTo>
                    <a:pt x="3352" y="1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1476683" y="3171871"/>
              <a:ext cx="78663" cy="1029191"/>
            </a:xfrm>
            <a:custGeom>
              <a:rect b="b" l="l" r="r" t="t"/>
              <a:pathLst>
                <a:path extrusionOk="0" fill="none" h="43856" w="3352">
                  <a:moveTo>
                    <a:pt x="2417" y="43065"/>
                  </a:moveTo>
                  <a:lnTo>
                    <a:pt x="3352" y="1"/>
                  </a:lnTo>
                  <a:lnTo>
                    <a:pt x="1" y="1"/>
                  </a:lnTo>
                  <a:lnTo>
                    <a:pt x="947" y="43065"/>
                  </a:lnTo>
                  <a:lnTo>
                    <a:pt x="947" y="43065"/>
                  </a:lnTo>
                  <a:lnTo>
                    <a:pt x="947" y="43143"/>
                  </a:lnTo>
                  <a:lnTo>
                    <a:pt x="969" y="43221"/>
                  </a:lnTo>
                  <a:lnTo>
                    <a:pt x="980" y="43299"/>
                  </a:lnTo>
                  <a:lnTo>
                    <a:pt x="1014" y="43365"/>
                  </a:lnTo>
                  <a:lnTo>
                    <a:pt x="1047" y="43432"/>
                  </a:lnTo>
                  <a:lnTo>
                    <a:pt x="1080" y="43499"/>
                  </a:lnTo>
                  <a:lnTo>
                    <a:pt x="1125" y="43566"/>
                  </a:lnTo>
                  <a:lnTo>
                    <a:pt x="1170" y="43621"/>
                  </a:lnTo>
                  <a:lnTo>
                    <a:pt x="1225" y="43666"/>
                  </a:lnTo>
                  <a:lnTo>
                    <a:pt x="1281" y="43711"/>
                  </a:lnTo>
                  <a:lnTo>
                    <a:pt x="1337" y="43755"/>
                  </a:lnTo>
                  <a:lnTo>
                    <a:pt x="1403" y="43788"/>
                  </a:lnTo>
                  <a:lnTo>
                    <a:pt x="1470" y="43811"/>
                  </a:lnTo>
                  <a:lnTo>
                    <a:pt x="1537" y="43833"/>
                  </a:lnTo>
                  <a:lnTo>
                    <a:pt x="1604" y="43844"/>
                  </a:lnTo>
                  <a:lnTo>
                    <a:pt x="1682" y="43855"/>
                  </a:lnTo>
                  <a:lnTo>
                    <a:pt x="1682" y="43855"/>
                  </a:lnTo>
                  <a:lnTo>
                    <a:pt x="1748" y="43844"/>
                  </a:lnTo>
                  <a:lnTo>
                    <a:pt x="1826" y="43833"/>
                  </a:lnTo>
                  <a:lnTo>
                    <a:pt x="1893" y="43811"/>
                  </a:lnTo>
                  <a:lnTo>
                    <a:pt x="1960" y="43788"/>
                  </a:lnTo>
                  <a:lnTo>
                    <a:pt x="2027" y="43755"/>
                  </a:lnTo>
                  <a:lnTo>
                    <a:pt x="2082" y="43711"/>
                  </a:lnTo>
                  <a:lnTo>
                    <a:pt x="2138" y="43666"/>
                  </a:lnTo>
                  <a:lnTo>
                    <a:pt x="2194" y="43621"/>
                  </a:lnTo>
                  <a:lnTo>
                    <a:pt x="2238" y="43566"/>
                  </a:lnTo>
                  <a:lnTo>
                    <a:pt x="2283" y="43499"/>
                  </a:lnTo>
                  <a:lnTo>
                    <a:pt x="2316" y="43432"/>
                  </a:lnTo>
                  <a:lnTo>
                    <a:pt x="2350" y="43365"/>
                  </a:lnTo>
                  <a:lnTo>
                    <a:pt x="2372" y="43299"/>
                  </a:lnTo>
                  <a:lnTo>
                    <a:pt x="2394" y="43221"/>
                  </a:lnTo>
                  <a:lnTo>
                    <a:pt x="2405" y="43143"/>
                  </a:lnTo>
                  <a:lnTo>
                    <a:pt x="2417" y="430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1514043" y="3854071"/>
              <a:ext cx="26424" cy="346990"/>
            </a:xfrm>
            <a:custGeom>
              <a:rect b="b" l="l" r="r" t="t"/>
              <a:pathLst>
                <a:path extrusionOk="0" h="14786" w="1126">
                  <a:moveTo>
                    <a:pt x="323" y="0"/>
                  </a:moveTo>
                  <a:lnTo>
                    <a:pt x="1" y="14774"/>
                  </a:lnTo>
                  <a:lnTo>
                    <a:pt x="90" y="14785"/>
                  </a:lnTo>
                  <a:lnTo>
                    <a:pt x="156" y="14774"/>
                  </a:lnTo>
                  <a:lnTo>
                    <a:pt x="234" y="14763"/>
                  </a:lnTo>
                  <a:lnTo>
                    <a:pt x="301" y="14741"/>
                  </a:lnTo>
                  <a:lnTo>
                    <a:pt x="368" y="14718"/>
                  </a:lnTo>
                  <a:lnTo>
                    <a:pt x="435" y="14685"/>
                  </a:lnTo>
                  <a:lnTo>
                    <a:pt x="490" y="14641"/>
                  </a:lnTo>
                  <a:lnTo>
                    <a:pt x="546" y="14596"/>
                  </a:lnTo>
                  <a:lnTo>
                    <a:pt x="602" y="14551"/>
                  </a:lnTo>
                  <a:lnTo>
                    <a:pt x="646" y="14496"/>
                  </a:lnTo>
                  <a:lnTo>
                    <a:pt x="691" y="14429"/>
                  </a:lnTo>
                  <a:lnTo>
                    <a:pt x="724" y="14362"/>
                  </a:lnTo>
                  <a:lnTo>
                    <a:pt x="758" y="14295"/>
                  </a:lnTo>
                  <a:lnTo>
                    <a:pt x="780" y="14229"/>
                  </a:lnTo>
                  <a:lnTo>
                    <a:pt x="802" y="14151"/>
                  </a:lnTo>
                  <a:lnTo>
                    <a:pt x="813" y="14073"/>
                  </a:lnTo>
                  <a:lnTo>
                    <a:pt x="825" y="13995"/>
                  </a:lnTo>
                  <a:lnTo>
                    <a:pt x="1125" y="156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1514043" y="3854071"/>
              <a:ext cx="26424" cy="346990"/>
            </a:xfrm>
            <a:custGeom>
              <a:rect b="b" l="l" r="r" t="t"/>
              <a:pathLst>
                <a:path extrusionOk="0" fill="none" h="14786" w="1126">
                  <a:moveTo>
                    <a:pt x="323" y="0"/>
                  </a:moveTo>
                  <a:lnTo>
                    <a:pt x="1" y="14774"/>
                  </a:lnTo>
                  <a:lnTo>
                    <a:pt x="1" y="14774"/>
                  </a:lnTo>
                  <a:lnTo>
                    <a:pt x="90" y="14785"/>
                  </a:lnTo>
                  <a:lnTo>
                    <a:pt x="90" y="14785"/>
                  </a:lnTo>
                  <a:lnTo>
                    <a:pt x="156" y="14774"/>
                  </a:lnTo>
                  <a:lnTo>
                    <a:pt x="234" y="14763"/>
                  </a:lnTo>
                  <a:lnTo>
                    <a:pt x="301" y="14741"/>
                  </a:lnTo>
                  <a:lnTo>
                    <a:pt x="368" y="14718"/>
                  </a:lnTo>
                  <a:lnTo>
                    <a:pt x="435" y="14685"/>
                  </a:lnTo>
                  <a:lnTo>
                    <a:pt x="490" y="14641"/>
                  </a:lnTo>
                  <a:lnTo>
                    <a:pt x="546" y="14596"/>
                  </a:lnTo>
                  <a:lnTo>
                    <a:pt x="602" y="14551"/>
                  </a:lnTo>
                  <a:lnTo>
                    <a:pt x="646" y="14496"/>
                  </a:lnTo>
                  <a:lnTo>
                    <a:pt x="691" y="14429"/>
                  </a:lnTo>
                  <a:lnTo>
                    <a:pt x="724" y="14362"/>
                  </a:lnTo>
                  <a:lnTo>
                    <a:pt x="758" y="14295"/>
                  </a:lnTo>
                  <a:lnTo>
                    <a:pt x="780" y="14229"/>
                  </a:lnTo>
                  <a:lnTo>
                    <a:pt x="802" y="14151"/>
                  </a:lnTo>
                  <a:lnTo>
                    <a:pt x="813" y="14073"/>
                  </a:lnTo>
                  <a:lnTo>
                    <a:pt x="825" y="13995"/>
                  </a:lnTo>
                  <a:lnTo>
                    <a:pt x="1125" y="156"/>
                  </a:lnTo>
                  <a:lnTo>
                    <a:pt x="1125" y="156"/>
                  </a:lnTo>
                  <a:lnTo>
                    <a:pt x="32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1764864" y="3231455"/>
              <a:ext cx="490447" cy="969607"/>
            </a:xfrm>
            <a:custGeom>
              <a:rect b="b" l="l" r="r" t="t"/>
              <a:pathLst>
                <a:path extrusionOk="0" h="41317" w="20899">
                  <a:moveTo>
                    <a:pt x="3118" y="0"/>
                  </a:moveTo>
                  <a:lnTo>
                    <a:pt x="1" y="1058"/>
                  </a:lnTo>
                  <a:lnTo>
                    <a:pt x="19462" y="40771"/>
                  </a:lnTo>
                  <a:lnTo>
                    <a:pt x="19506" y="40849"/>
                  </a:lnTo>
                  <a:lnTo>
                    <a:pt x="19551" y="40915"/>
                  </a:lnTo>
                  <a:lnTo>
                    <a:pt x="19595" y="40982"/>
                  </a:lnTo>
                  <a:lnTo>
                    <a:pt x="19651" y="41038"/>
                  </a:lnTo>
                  <a:lnTo>
                    <a:pt x="19774" y="41138"/>
                  </a:lnTo>
                  <a:lnTo>
                    <a:pt x="19907" y="41227"/>
                  </a:lnTo>
                  <a:lnTo>
                    <a:pt x="20052" y="41283"/>
                  </a:lnTo>
                  <a:lnTo>
                    <a:pt x="20130" y="41294"/>
                  </a:lnTo>
                  <a:lnTo>
                    <a:pt x="20197" y="41305"/>
                  </a:lnTo>
                  <a:lnTo>
                    <a:pt x="20275" y="41316"/>
                  </a:lnTo>
                  <a:lnTo>
                    <a:pt x="20341" y="41305"/>
                  </a:lnTo>
                  <a:lnTo>
                    <a:pt x="20419" y="41294"/>
                  </a:lnTo>
                  <a:lnTo>
                    <a:pt x="20486" y="41283"/>
                  </a:lnTo>
                  <a:lnTo>
                    <a:pt x="20553" y="41249"/>
                  </a:lnTo>
                  <a:lnTo>
                    <a:pt x="20609" y="41216"/>
                  </a:lnTo>
                  <a:lnTo>
                    <a:pt x="20664" y="41183"/>
                  </a:lnTo>
                  <a:lnTo>
                    <a:pt x="20720" y="41127"/>
                  </a:lnTo>
                  <a:lnTo>
                    <a:pt x="20765" y="41082"/>
                  </a:lnTo>
                  <a:lnTo>
                    <a:pt x="20798" y="41027"/>
                  </a:lnTo>
                  <a:lnTo>
                    <a:pt x="20831" y="40960"/>
                  </a:lnTo>
                  <a:lnTo>
                    <a:pt x="20865" y="40904"/>
                  </a:lnTo>
                  <a:lnTo>
                    <a:pt x="20876" y="40838"/>
                  </a:lnTo>
                  <a:lnTo>
                    <a:pt x="20898" y="40760"/>
                  </a:lnTo>
                  <a:lnTo>
                    <a:pt x="20898" y="40693"/>
                  </a:lnTo>
                  <a:lnTo>
                    <a:pt x="20898" y="40615"/>
                  </a:lnTo>
                  <a:lnTo>
                    <a:pt x="20887" y="40537"/>
                  </a:lnTo>
                  <a:lnTo>
                    <a:pt x="20876" y="40470"/>
                  </a:lnTo>
                  <a:lnTo>
                    <a:pt x="20854" y="40392"/>
                  </a:lnTo>
                  <a:lnTo>
                    <a:pt x="20831" y="40314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6640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1764864" y="3231455"/>
              <a:ext cx="490447" cy="969607"/>
            </a:xfrm>
            <a:custGeom>
              <a:rect b="b" l="l" r="r" t="t"/>
              <a:pathLst>
                <a:path extrusionOk="0" fill="none" h="41317" w="20899">
                  <a:moveTo>
                    <a:pt x="19462" y="40771"/>
                  </a:moveTo>
                  <a:lnTo>
                    <a:pt x="1" y="1058"/>
                  </a:lnTo>
                  <a:lnTo>
                    <a:pt x="3118" y="0"/>
                  </a:lnTo>
                  <a:lnTo>
                    <a:pt x="20831" y="40314"/>
                  </a:lnTo>
                  <a:lnTo>
                    <a:pt x="20831" y="40314"/>
                  </a:lnTo>
                  <a:lnTo>
                    <a:pt x="20854" y="40392"/>
                  </a:lnTo>
                  <a:lnTo>
                    <a:pt x="20876" y="40470"/>
                  </a:lnTo>
                  <a:lnTo>
                    <a:pt x="20887" y="40537"/>
                  </a:lnTo>
                  <a:lnTo>
                    <a:pt x="20898" y="40615"/>
                  </a:lnTo>
                  <a:lnTo>
                    <a:pt x="20898" y="40693"/>
                  </a:lnTo>
                  <a:lnTo>
                    <a:pt x="20898" y="40760"/>
                  </a:lnTo>
                  <a:lnTo>
                    <a:pt x="20876" y="40838"/>
                  </a:lnTo>
                  <a:lnTo>
                    <a:pt x="20865" y="40904"/>
                  </a:lnTo>
                  <a:lnTo>
                    <a:pt x="20831" y="40960"/>
                  </a:lnTo>
                  <a:lnTo>
                    <a:pt x="20798" y="41027"/>
                  </a:lnTo>
                  <a:lnTo>
                    <a:pt x="20765" y="41082"/>
                  </a:lnTo>
                  <a:lnTo>
                    <a:pt x="20720" y="41127"/>
                  </a:lnTo>
                  <a:lnTo>
                    <a:pt x="20664" y="41183"/>
                  </a:lnTo>
                  <a:lnTo>
                    <a:pt x="20609" y="41216"/>
                  </a:lnTo>
                  <a:lnTo>
                    <a:pt x="20553" y="41249"/>
                  </a:lnTo>
                  <a:lnTo>
                    <a:pt x="20486" y="41283"/>
                  </a:lnTo>
                  <a:lnTo>
                    <a:pt x="20486" y="41283"/>
                  </a:lnTo>
                  <a:lnTo>
                    <a:pt x="20419" y="41294"/>
                  </a:lnTo>
                  <a:lnTo>
                    <a:pt x="20341" y="41305"/>
                  </a:lnTo>
                  <a:lnTo>
                    <a:pt x="20275" y="41316"/>
                  </a:lnTo>
                  <a:lnTo>
                    <a:pt x="20197" y="41305"/>
                  </a:lnTo>
                  <a:lnTo>
                    <a:pt x="20130" y="41294"/>
                  </a:lnTo>
                  <a:lnTo>
                    <a:pt x="20052" y="41283"/>
                  </a:lnTo>
                  <a:lnTo>
                    <a:pt x="19907" y="41227"/>
                  </a:lnTo>
                  <a:lnTo>
                    <a:pt x="19774" y="41138"/>
                  </a:lnTo>
                  <a:lnTo>
                    <a:pt x="19651" y="41038"/>
                  </a:lnTo>
                  <a:lnTo>
                    <a:pt x="19595" y="40982"/>
                  </a:lnTo>
                  <a:lnTo>
                    <a:pt x="19551" y="40915"/>
                  </a:lnTo>
                  <a:lnTo>
                    <a:pt x="19506" y="40849"/>
                  </a:lnTo>
                  <a:lnTo>
                    <a:pt x="19462" y="4077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1973115" y="3548900"/>
              <a:ext cx="282197" cy="652162"/>
            </a:xfrm>
            <a:custGeom>
              <a:rect b="b" l="l" r="r" t="t"/>
              <a:pathLst>
                <a:path extrusionOk="0" h="27790" w="12025">
                  <a:moveTo>
                    <a:pt x="189" y="0"/>
                  </a:moveTo>
                  <a:lnTo>
                    <a:pt x="78" y="1303"/>
                  </a:lnTo>
                  <a:lnTo>
                    <a:pt x="0" y="2594"/>
                  </a:lnTo>
                  <a:lnTo>
                    <a:pt x="11022" y="27689"/>
                  </a:lnTo>
                  <a:lnTo>
                    <a:pt x="11111" y="27734"/>
                  </a:lnTo>
                  <a:lnTo>
                    <a:pt x="11211" y="27756"/>
                  </a:lnTo>
                  <a:lnTo>
                    <a:pt x="11300" y="27778"/>
                  </a:lnTo>
                  <a:lnTo>
                    <a:pt x="11401" y="27789"/>
                  </a:lnTo>
                  <a:lnTo>
                    <a:pt x="11512" y="27778"/>
                  </a:lnTo>
                  <a:lnTo>
                    <a:pt x="11612" y="27756"/>
                  </a:lnTo>
                  <a:lnTo>
                    <a:pt x="11701" y="27711"/>
                  </a:lnTo>
                  <a:lnTo>
                    <a:pt x="11790" y="27656"/>
                  </a:lnTo>
                  <a:lnTo>
                    <a:pt x="11857" y="27589"/>
                  </a:lnTo>
                  <a:lnTo>
                    <a:pt x="11913" y="27511"/>
                  </a:lnTo>
                  <a:lnTo>
                    <a:pt x="11968" y="27433"/>
                  </a:lnTo>
                  <a:lnTo>
                    <a:pt x="12002" y="27333"/>
                  </a:lnTo>
                  <a:lnTo>
                    <a:pt x="12024" y="27233"/>
                  </a:lnTo>
                  <a:lnTo>
                    <a:pt x="12024" y="27132"/>
                  </a:lnTo>
                  <a:lnTo>
                    <a:pt x="12024" y="27043"/>
                  </a:lnTo>
                  <a:lnTo>
                    <a:pt x="12013" y="26965"/>
                  </a:lnTo>
                  <a:lnTo>
                    <a:pt x="11991" y="26876"/>
                  </a:lnTo>
                  <a:lnTo>
                    <a:pt x="11957" y="2678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028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1973115" y="3548900"/>
              <a:ext cx="282197" cy="652162"/>
            </a:xfrm>
            <a:custGeom>
              <a:rect b="b" l="l" r="r" t="t"/>
              <a:pathLst>
                <a:path extrusionOk="0" fill="none" h="27790" w="12025">
                  <a:moveTo>
                    <a:pt x="189" y="0"/>
                  </a:moveTo>
                  <a:lnTo>
                    <a:pt x="189" y="0"/>
                  </a:lnTo>
                  <a:lnTo>
                    <a:pt x="78" y="1303"/>
                  </a:lnTo>
                  <a:lnTo>
                    <a:pt x="0" y="2594"/>
                  </a:lnTo>
                  <a:lnTo>
                    <a:pt x="11022" y="27689"/>
                  </a:lnTo>
                  <a:lnTo>
                    <a:pt x="11022" y="27689"/>
                  </a:lnTo>
                  <a:lnTo>
                    <a:pt x="11111" y="27734"/>
                  </a:lnTo>
                  <a:lnTo>
                    <a:pt x="11211" y="27756"/>
                  </a:lnTo>
                  <a:lnTo>
                    <a:pt x="11300" y="27778"/>
                  </a:lnTo>
                  <a:lnTo>
                    <a:pt x="11401" y="27789"/>
                  </a:lnTo>
                  <a:lnTo>
                    <a:pt x="11401" y="27789"/>
                  </a:lnTo>
                  <a:lnTo>
                    <a:pt x="11512" y="27778"/>
                  </a:lnTo>
                  <a:lnTo>
                    <a:pt x="11612" y="27756"/>
                  </a:lnTo>
                  <a:lnTo>
                    <a:pt x="11612" y="27756"/>
                  </a:lnTo>
                  <a:lnTo>
                    <a:pt x="11701" y="27711"/>
                  </a:lnTo>
                  <a:lnTo>
                    <a:pt x="11790" y="27656"/>
                  </a:lnTo>
                  <a:lnTo>
                    <a:pt x="11857" y="27589"/>
                  </a:lnTo>
                  <a:lnTo>
                    <a:pt x="11913" y="27511"/>
                  </a:lnTo>
                  <a:lnTo>
                    <a:pt x="11968" y="27433"/>
                  </a:lnTo>
                  <a:lnTo>
                    <a:pt x="12002" y="27333"/>
                  </a:lnTo>
                  <a:lnTo>
                    <a:pt x="12024" y="27233"/>
                  </a:lnTo>
                  <a:lnTo>
                    <a:pt x="12024" y="27132"/>
                  </a:lnTo>
                  <a:lnTo>
                    <a:pt x="12024" y="27132"/>
                  </a:lnTo>
                  <a:lnTo>
                    <a:pt x="12024" y="27043"/>
                  </a:lnTo>
                  <a:lnTo>
                    <a:pt x="12013" y="26965"/>
                  </a:lnTo>
                  <a:lnTo>
                    <a:pt x="11991" y="26876"/>
                  </a:lnTo>
                  <a:lnTo>
                    <a:pt x="11957" y="26787"/>
                  </a:lnTo>
                  <a:lnTo>
                    <a:pt x="18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759751" y="2117899"/>
              <a:ext cx="1177059" cy="1282100"/>
            </a:xfrm>
            <a:custGeom>
              <a:rect b="b" l="l" r="r" t="t"/>
              <a:pathLst>
                <a:path extrusionOk="0" h="54633" w="50157">
                  <a:moveTo>
                    <a:pt x="16177" y="1"/>
                  </a:moveTo>
                  <a:lnTo>
                    <a:pt x="15854" y="12"/>
                  </a:lnTo>
                  <a:lnTo>
                    <a:pt x="15543" y="23"/>
                  </a:lnTo>
                  <a:lnTo>
                    <a:pt x="15220" y="57"/>
                  </a:lnTo>
                  <a:lnTo>
                    <a:pt x="14919" y="101"/>
                  </a:lnTo>
                  <a:lnTo>
                    <a:pt x="14608" y="157"/>
                  </a:lnTo>
                  <a:lnTo>
                    <a:pt x="14307" y="224"/>
                  </a:lnTo>
                  <a:lnTo>
                    <a:pt x="14017" y="302"/>
                  </a:lnTo>
                  <a:lnTo>
                    <a:pt x="13717" y="391"/>
                  </a:lnTo>
                  <a:lnTo>
                    <a:pt x="13427" y="502"/>
                  </a:lnTo>
                  <a:lnTo>
                    <a:pt x="13127" y="613"/>
                  </a:lnTo>
                  <a:lnTo>
                    <a:pt x="12837" y="736"/>
                  </a:lnTo>
                  <a:lnTo>
                    <a:pt x="12559" y="880"/>
                  </a:lnTo>
                  <a:lnTo>
                    <a:pt x="12269" y="1025"/>
                  </a:lnTo>
                  <a:lnTo>
                    <a:pt x="11991" y="1181"/>
                  </a:lnTo>
                  <a:lnTo>
                    <a:pt x="11713" y="1359"/>
                  </a:lnTo>
                  <a:lnTo>
                    <a:pt x="11434" y="1537"/>
                  </a:lnTo>
                  <a:lnTo>
                    <a:pt x="11156" y="1727"/>
                  </a:lnTo>
                  <a:lnTo>
                    <a:pt x="10889" y="1927"/>
                  </a:lnTo>
                  <a:lnTo>
                    <a:pt x="10622" y="2139"/>
                  </a:lnTo>
                  <a:lnTo>
                    <a:pt x="10243" y="2461"/>
                  </a:lnTo>
                  <a:lnTo>
                    <a:pt x="9865" y="2795"/>
                  </a:lnTo>
                  <a:lnTo>
                    <a:pt x="9497" y="3152"/>
                  </a:lnTo>
                  <a:lnTo>
                    <a:pt x="9141" y="3519"/>
                  </a:lnTo>
                  <a:lnTo>
                    <a:pt x="8852" y="3831"/>
                  </a:lnTo>
                  <a:lnTo>
                    <a:pt x="8573" y="4154"/>
                  </a:lnTo>
                  <a:lnTo>
                    <a:pt x="8295" y="4488"/>
                  </a:lnTo>
                  <a:lnTo>
                    <a:pt x="8028" y="4833"/>
                  </a:lnTo>
                  <a:lnTo>
                    <a:pt x="7760" y="5189"/>
                  </a:lnTo>
                  <a:lnTo>
                    <a:pt x="7460" y="5590"/>
                  </a:lnTo>
                  <a:lnTo>
                    <a:pt x="7226" y="5924"/>
                  </a:lnTo>
                  <a:lnTo>
                    <a:pt x="6836" y="6514"/>
                  </a:lnTo>
                  <a:lnTo>
                    <a:pt x="6469" y="7115"/>
                  </a:lnTo>
                  <a:lnTo>
                    <a:pt x="6224" y="7527"/>
                  </a:lnTo>
                  <a:lnTo>
                    <a:pt x="6090" y="7728"/>
                  </a:lnTo>
                  <a:lnTo>
                    <a:pt x="5979" y="7939"/>
                  </a:lnTo>
                  <a:lnTo>
                    <a:pt x="5656" y="8529"/>
                  </a:lnTo>
                  <a:lnTo>
                    <a:pt x="5512" y="8807"/>
                  </a:lnTo>
                  <a:lnTo>
                    <a:pt x="5155" y="9498"/>
                  </a:lnTo>
                  <a:lnTo>
                    <a:pt x="4721" y="10411"/>
                  </a:lnTo>
                  <a:lnTo>
                    <a:pt x="4454" y="10990"/>
                  </a:lnTo>
                  <a:lnTo>
                    <a:pt x="4231" y="11491"/>
                  </a:lnTo>
                  <a:lnTo>
                    <a:pt x="4020" y="12014"/>
                  </a:lnTo>
                  <a:lnTo>
                    <a:pt x="3808" y="12537"/>
                  </a:lnTo>
                  <a:lnTo>
                    <a:pt x="3597" y="13060"/>
                  </a:lnTo>
                  <a:lnTo>
                    <a:pt x="3407" y="13561"/>
                  </a:lnTo>
                  <a:lnTo>
                    <a:pt x="3251" y="13996"/>
                  </a:lnTo>
                  <a:lnTo>
                    <a:pt x="3107" y="14430"/>
                  </a:lnTo>
                  <a:lnTo>
                    <a:pt x="3040" y="14619"/>
                  </a:lnTo>
                  <a:lnTo>
                    <a:pt x="2817" y="15254"/>
                  </a:lnTo>
                  <a:lnTo>
                    <a:pt x="2539" y="16155"/>
                  </a:lnTo>
                  <a:lnTo>
                    <a:pt x="2261" y="17068"/>
                  </a:lnTo>
                  <a:lnTo>
                    <a:pt x="2004" y="17992"/>
                  </a:lnTo>
                  <a:lnTo>
                    <a:pt x="1760" y="18928"/>
                  </a:lnTo>
                  <a:lnTo>
                    <a:pt x="1537" y="19863"/>
                  </a:lnTo>
                  <a:lnTo>
                    <a:pt x="1314" y="20809"/>
                  </a:lnTo>
                  <a:lnTo>
                    <a:pt x="1125" y="21767"/>
                  </a:lnTo>
                  <a:lnTo>
                    <a:pt x="936" y="22724"/>
                  </a:lnTo>
                  <a:lnTo>
                    <a:pt x="835" y="23281"/>
                  </a:lnTo>
                  <a:lnTo>
                    <a:pt x="746" y="23837"/>
                  </a:lnTo>
                  <a:lnTo>
                    <a:pt x="624" y="24595"/>
                  </a:lnTo>
                  <a:lnTo>
                    <a:pt x="568" y="24940"/>
                  </a:lnTo>
                  <a:lnTo>
                    <a:pt x="524" y="25285"/>
                  </a:lnTo>
                  <a:lnTo>
                    <a:pt x="435" y="25964"/>
                  </a:lnTo>
                  <a:lnTo>
                    <a:pt x="357" y="26643"/>
                  </a:lnTo>
                  <a:lnTo>
                    <a:pt x="279" y="27333"/>
                  </a:lnTo>
                  <a:lnTo>
                    <a:pt x="212" y="28012"/>
                  </a:lnTo>
                  <a:lnTo>
                    <a:pt x="156" y="28680"/>
                  </a:lnTo>
                  <a:lnTo>
                    <a:pt x="145" y="28859"/>
                  </a:lnTo>
                  <a:lnTo>
                    <a:pt x="101" y="29415"/>
                  </a:lnTo>
                  <a:lnTo>
                    <a:pt x="67" y="29961"/>
                  </a:lnTo>
                  <a:lnTo>
                    <a:pt x="45" y="30506"/>
                  </a:lnTo>
                  <a:lnTo>
                    <a:pt x="23" y="31052"/>
                  </a:lnTo>
                  <a:lnTo>
                    <a:pt x="0" y="32143"/>
                  </a:lnTo>
                  <a:lnTo>
                    <a:pt x="0" y="33234"/>
                  </a:lnTo>
                  <a:lnTo>
                    <a:pt x="23" y="34292"/>
                  </a:lnTo>
                  <a:lnTo>
                    <a:pt x="78" y="35349"/>
                  </a:lnTo>
                  <a:lnTo>
                    <a:pt x="112" y="35862"/>
                  </a:lnTo>
                  <a:lnTo>
                    <a:pt x="156" y="36374"/>
                  </a:lnTo>
                  <a:lnTo>
                    <a:pt x="201" y="36875"/>
                  </a:lnTo>
                  <a:lnTo>
                    <a:pt x="257" y="37376"/>
                  </a:lnTo>
                  <a:lnTo>
                    <a:pt x="323" y="37866"/>
                  </a:lnTo>
                  <a:lnTo>
                    <a:pt x="390" y="38355"/>
                  </a:lnTo>
                  <a:lnTo>
                    <a:pt x="468" y="38834"/>
                  </a:lnTo>
                  <a:lnTo>
                    <a:pt x="546" y="39302"/>
                  </a:lnTo>
                  <a:lnTo>
                    <a:pt x="635" y="39769"/>
                  </a:lnTo>
                  <a:lnTo>
                    <a:pt x="735" y="40226"/>
                  </a:lnTo>
                  <a:lnTo>
                    <a:pt x="835" y="40671"/>
                  </a:lnTo>
                  <a:lnTo>
                    <a:pt x="947" y="41116"/>
                  </a:lnTo>
                  <a:lnTo>
                    <a:pt x="1058" y="41551"/>
                  </a:lnTo>
                  <a:lnTo>
                    <a:pt x="1181" y="41974"/>
                  </a:lnTo>
                  <a:lnTo>
                    <a:pt x="1314" y="42386"/>
                  </a:lnTo>
                  <a:lnTo>
                    <a:pt x="1448" y="42786"/>
                  </a:lnTo>
                  <a:lnTo>
                    <a:pt x="1593" y="43187"/>
                  </a:lnTo>
                  <a:lnTo>
                    <a:pt x="1748" y="43577"/>
                  </a:lnTo>
                  <a:lnTo>
                    <a:pt x="1904" y="43944"/>
                  </a:lnTo>
                  <a:lnTo>
                    <a:pt x="2071" y="44312"/>
                  </a:lnTo>
                  <a:lnTo>
                    <a:pt x="2238" y="44668"/>
                  </a:lnTo>
                  <a:lnTo>
                    <a:pt x="2428" y="45013"/>
                  </a:lnTo>
                  <a:lnTo>
                    <a:pt x="2617" y="45347"/>
                  </a:lnTo>
                  <a:lnTo>
                    <a:pt x="2806" y="45670"/>
                  </a:lnTo>
                  <a:lnTo>
                    <a:pt x="2984" y="45948"/>
                  </a:lnTo>
                  <a:lnTo>
                    <a:pt x="3174" y="46227"/>
                  </a:lnTo>
                  <a:lnTo>
                    <a:pt x="3363" y="46494"/>
                  </a:lnTo>
                  <a:lnTo>
                    <a:pt x="3563" y="46761"/>
                  </a:lnTo>
                  <a:lnTo>
                    <a:pt x="3741" y="46995"/>
                  </a:lnTo>
                  <a:lnTo>
                    <a:pt x="3919" y="47229"/>
                  </a:lnTo>
                  <a:lnTo>
                    <a:pt x="3986" y="47307"/>
                  </a:lnTo>
                  <a:lnTo>
                    <a:pt x="4376" y="47763"/>
                  </a:lnTo>
                  <a:lnTo>
                    <a:pt x="4387" y="47785"/>
                  </a:lnTo>
                  <a:lnTo>
                    <a:pt x="4398" y="47796"/>
                  </a:lnTo>
                  <a:lnTo>
                    <a:pt x="4788" y="48220"/>
                  </a:lnTo>
                  <a:lnTo>
                    <a:pt x="4899" y="48342"/>
                  </a:lnTo>
                  <a:lnTo>
                    <a:pt x="5255" y="48687"/>
                  </a:lnTo>
                  <a:lnTo>
                    <a:pt x="5467" y="48899"/>
                  </a:lnTo>
                  <a:lnTo>
                    <a:pt x="5701" y="49110"/>
                  </a:lnTo>
                  <a:lnTo>
                    <a:pt x="5723" y="49121"/>
                  </a:lnTo>
                  <a:lnTo>
                    <a:pt x="5957" y="49333"/>
                  </a:lnTo>
                  <a:lnTo>
                    <a:pt x="6202" y="49533"/>
                  </a:lnTo>
                  <a:lnTo>
                    <a:pt x="6257" y="49578"/>
                  </a:lnTo>
                  <a:lnTo>
                    <a:pt x="6480" y="49756"/>
                  </a:lnTo>
                  <a:lnTo>
                    <a:pt x="6703" y="49923"/>
                  </a:lnTo>
                  <a:lnTo>
                    <a:pt x="6959" y="50112"/>
                  </a:lnTo>
                  <a:lnTo>
                    <a:pt x="7226" y="50301"/>
                  </a:lnTo>
                  <a:lnTo>
                    <a:pt x="7649" y="50580"/>
                  </a:lnTo>
                  <a:lnTo>
                    <a:pt x="8206" y="50925"/>
                  </a:lnTo>
                  <a:lnTo>
                    <a:pt x="8484" y="51092"/>
                  </a:lnTo>
                  <a:lnTo>
                    <a:pt x="8774" y="51248"/>
                  </a:lnTo>
                  <a:lnTo>
                    <a:pt x="9108" y="51426"/>
                  </a:lnTo>
                  <a:lnTo>
                    <a:pt x="9553" y="51637"/>
                  </a:lnTo>
                  <a:lnTo>
                    <a:pt x="10065" y="51871"/>
                  </a:lnTo>
                  <a:lnTo>
                    <a:pt x="10577" y="52094"/>
                  </a:lnTo>
                  <a:lnTo>
                    <a:pt x="10922" y="52239"/>
                  </a:lnTo>
                  <a:lnTo>
                    <a:pt x="11423" y="52428"/>
                  </a:lnTo>
                  <a:lnTo>
                    <a:pt x="11757" y="52539"/>
                  </a:lnTo>
                  <a:lnTo>
                    <a:pt x="12091" y="52651"/>
                  </a:lnTo>
                  <a:lnTo>
                    <a:pt x="12503" y="52784"/>
                  </a:lnTo>
                  <a:lnTo>
                    <a:pt x="12938" y="52918"/>
                  </a:lnTo>
                  <a:lnTo>
                    <a:pt x="13372" y="53040"/>
                  </a:lnTo>
                  <a:lnTo>
                    <a:pt x="13773" y="53140"/>
                  </a:lnTo>
                  <a:lnTo>
                    <a:pt x="13817" y="53152"/>
                  </a:lnTo>
                  <a:lnTo>
                    <a:pt x="14274" y="53274"/>
                  </a:lnTo>
                  <a:lnTo>
                    <a:pt x="14841" y="53408"/>
                  </a:lnTo>
                  <a:lnTo>
                    <a:pt x="15109" y="53463"/>
                  </a:lnTo>
                  <a:lnTo>
                    <a:pt x="15843" y="53608"/>
                  </a:lnTo>
                  <a:lnTo>
                    <a:pt x="16511" y="53742"/>
                  </a:lnTo>
                  <a:lnTo>
                    <a:pt x="16990" y="53820"/>
                  </a:lnTo>
                  <a:lnTo>
                    <a:pt x="17680" y="53920"/>
                  </a:lnTo>
                  <a:lnTo>
                    <a:pt x="18371" y="54020"/>
                  </a:lnTo>
                  <a:lnTo>
                    <a:pt x="18916" y="54087"/>
                  </a:lnTo>
                  <a:lnTo>
                    <a:pt x="19016" y="54098"/>
                  </a:lnTo>
                  <a:lnTo>
                    <a:pt x="19540" y="54165"/>
                  </a:lnTo>
                  <a:lnTo>
                    <a:pt x="20074" y="54220"/>
                  </a:lnTo>
                  <a:lnTo>
                    <a:pt x="20620" y="54265"/>
                  </a:lnTo>
                  <a:lnTo>
                    <a:pt x="21121" y="54321"/>
                  </a:lnTo>
                  <a:lnTo>
                    <a:pt x="21644" y="54354"/>
                  </a:lnTo>
                  <a:lnTo>
                    <a:pt x="22022" y="54387"/>
                  </a:lnTo>
                  <a:lnTo>
                    <a:pt x="22401" y="54410"/>
                  </a:lnTo>
                  <a:lnTo>
                    <a:pt x="23470" y="54476"/>
                  </a:lnTo>
                  <a:lnTo>
                    <a:pt x="24672" y="54532"/>
                  </a:lnTo>
                  <a:lnTo>
                    <a:pt x="25908" y="54577"/>
                  </a:lnTo>
                  <a:lnTo>
                    <a:pt x="26888" y="54599"/>
                  </a:lnTo>
                  <a:lnTo>
                    <a:pt x="27188" y="54610"/>
                  </a:lnTo>
                  <a:lnTo>
                    <a:pt x="28346" y="54621"/>
                  </a:lnTo>
                  <a:lnTo>
                    <a:pt x="29515" y="54632"/>
                  </a:lnTo>
                  <a:lnTo>
                    <a:pt x="30718" y="54632"/>
                  </a:lnTo>
                  <a:lnTo>
                    <a:pt x="31953" y="54621"/>
                  </a:lnTo>
                  <a:lnTo>
                    <a:pt x="33223" y="54599"/>
                  </a:lnTo>
                  <a:lnTo>
                    <a:pt x="33824" y="54588"/>
                  </a:lnTo>
                  <a:lnTo>
                    <a:pt x="34403" y="54577"/>
                  </a:lnTo>
                  <a:lnTo>
                    <a:pt x="35538" y="54532"/>
                  </a:lnTo>
                  <a:lnTo>
                    <a:pt x="36618" y="54488"/>
                  </a:lnTo>
                  <a:lnTo>
                    <a:pt x="37153" y="54454"/>
                  </a:lnTo>
                  <a:lnTo>
                    <a:pt x="38433" y="54376"/>
                  </a:lnTo>
                  <a:lnTo>
                    <a:pt x="39647" y="54276"/>
                  </a:lnTo>
                  <a:lnTo>
                    <a:pt x="40771" y="54165"/>
                  </a:lnTo>
                  <a:lnTo>
                    <a:pt x="41840" y="54042"/>
                  </a:lnTo>
                  <a:lnTo>
                    <a:pt x="42307" y="53987"/>
                  </a:lnTo>
                  <a:lnTo>
                    <a:pt x="43410" y="53820"/>
                  </a:lnTo>
                  <a:lnTo>
                    <a:pt x="44445" y="53641"/>
                  </a:lnTo>
                  <a:lnTo>
                    <a:pt x="44924" y="53552"/>
                  </a:lnTo>
                  <a:lnTo>
                    <a:pt x="45146" y="53519"/>
                  </a:lnTo>
                  <a:lnTo>
                    <a:pt x="45570" y="53430"/>
                  </a:lnTo>
                  <a:lnTo>
                    <a:pt x="45981" y="53330"/>
                  </a:lnTo>
                  <a:lnTo>
                    <a:pt x="46382" y="53241"/>
                  </a:lnTo>
                  <a:lnTo>
                    <a:pt x="46772" y="53152"/>
                  </a:lnTo>
                  <a:lnTo>
                    <a:pt x="47529" y="52951"/>
                  </a:lnTo>
                  <a:lnTo>
                    <a:pt x="47963" y="52829"/>
                  </a:lnTo>
                  <a:lnTo>
                    <a:pt x="48253" y="52740"/>
                  </a:lnTo>
                  <a:lnTo>
                    <a:pt x="48531" y="52651"/>
                  </a:lnTo>
                  <a:lnTo>
                    <a:pt x="48898" y="52539"/>
                  </a:lnTo>
                  <a:lnTo>
                    <a:pt x="49244" y="52428"/>
                  </a:lnTo>
                  <a:lnTo>
                    <a:pt x="49444" y="51214"/>
                  </a:lnTo>
                  <a:lnTo>
                    <a:pt x="49622" y="50045"/>
                  </a:lnTo>
                  <a:lnTo>
                    <a:pt x="49767" y="49077"/>
                  </a:lnTo>
                  <a:lnTo>
                    <a:pt x="49889" y="48130"/>
                  </a:lnTo>
                  <a:lnTo>
                    <a:pt x="49989" y="47229"/>
                  </a:lnTo>
                  <a:lnTo>
                    <a:pt x="50067" y="46349"/>
                  </a:lnTo>
                  <a:lnTo>
                    <a:pt x="50112" y="45737"/>
                  </a:lnTo>
                  <a:lnTo>
                    <a:pt x="50145" y="45147"/>
                  </a:lnTo>
                  <a:lnTo>
                    <a:pt x="50156" y="44568"/>
                  </a:lnTo>
                  <a:lnTo>
                    <a:pt x="50156" y="44022"/>
                  </a:lnTo>
                  <a:lnTo>
                    <a:pt x="50134" y="43499"/>
                  </a:lnTo>
                  <a:lnTo>
                    <a:pt x="50101" y="42987"/>
                  </a:lnTo>
                  <a:lnTo>
                    <a:pt x="50045" y="42508"/>
                  </a:lnTo>
                  <a:lnTo>
                    <a:pt x="49978" y="42052"/>
                  </a:lnTo>
                  <a:lnTo>
                    <a:pt x="49054" y="41640"/>
                  </a:lnTo>
                  <a:lnTo>
                    <a:pt x="48097" y="41239"/>
                  </a:lnTo>
                  <a:lnTo>
                    <a:pt x="47150" y="40849"/>
                  </a:lnTo>
                  <a:lnTo>
                    <a:pt x="46193" y="40460"/>
                  </a:lnTo>
                  <a:lnTo>
                    <a:pt x="44311" y="39691"/>
                  </a:lnTo>
                  <a:lnTo>
                    <a:pt x="43410" y="39324"/>
                  </a:lnTo>
                  <a:lnTo>
                    <a:pt x="42552" y="38968"/>
                  </a:lnTo>
                  <a:lnTo>
                    <a:pt x="41728" y="38611"/>
                  </a:lnTo>
                  <a:lnTo>
                    <a:pt x="40971" y="38255"/>
                  </a:lnTo>
                  <a:lnTo>
                    <a:pt x="40281" y="37921"/>
                  </a:lnTo>
                  <a:lnTo>
                    <a:pt x="39958" y="37743"/>
                  </a:lnTo>
                  <a:lnTo>
                    <a:pt x="39658" y="37576"/>
                  </a:lnTo>
                  <a:lnTo>
                    <a:pt x="39379" y="37409"/>
                  </a:lnTo>
                  <a:lnTo>
                    <a:pt x="39123" y="37253"/>
                  </a:lnTo>
                  <a:lnTo>
                    <a:pt x="38901" y="37086"/>
                  </a:lnTo>
                  <a:lnTo>
                    <a:pt x="38689" y="36919"/>
                  </a:lnTo>
                  <a:lnTo>
                    <a:pt x="38511" y="36763"/>
                  </a:lnTo>
                  <a:lnTo>
                    <a:pt x="38355" y="36607"/>
                  </a:lnTo>
                  <a:lnTo>
                    <a:pt x="38221" y="36452"/>
                  </a:lnTo>
                  <a:lnTo>
                    <a:pt x="38132" y="36296"/>
                  </a:lnTo>
                  <a:lnTo>
                    <a:pt x="38043" y="36118"/>
                  </a:lnTo>
                  <a:lnTo>
                    <a:pt x="37965" y="35917"/>
                  </a:lnTo>
                  <a:lnTo>
                    <a:pt x="37876" y="35683"/>
                  </a:lnTo>
                  <a:lnTo>
                    <a:pt x="37787" y="35427"/>
                  </a:lnTo>
                  <a:lnTo>
                    <a:pt x="37609" y="34837"/>
                  </a:lnTo>
                  <a:lnTo>
                    <a:pt x="37420" y="34136"/>
                  </a:lnTo>
                  <a:lnTo>
                    <a:pt x="37208" y="33345"/>
                  </a:lnTo>
                  <a:lnTo>
                    <a:pt x="36997" y="32466"/>
                  </a:lnTo>
                  <a:lnTo>
                    <a:pt x="36507" y="30473"/>
                  </a:lnTo>
                  <a:lnTo>
                    <a:pt x="36240" y="29382"/>
                  </a:lnTo>
                  <a:lnTo>
                    <a:pt x="35939" y="28213"/>
                  </a:lnTo>
                  <a:lnTo>
                    <a:pt x="35627" y="26999"/>
                  </a:lnTo>
                  <a:lnTo>
                    <a:pt x="35282" y="25741"/>
                  </a:lnTo>
                  <a:lnTo>
                    <a:pt x="34915" y="24439"/>
                  </a:lnTo>
                  <a:lnTo>
                    <a:pt x="34525" y="23114"/>
                  </a:lnTo>
                  <a:lnTo>
                    <a:pt x="34102" y="21756"/>
                  </a:lnTo>
                  <a:lnTo>
                    <a:pt x="33646" y="20375"/>
                  </a:lnTo>
                  <a:lnTo>
                    <a:pt x="33401" y="19685"/>
                  </a:lnTo>
                  <a:lnTo>
                    <a:pt x="33156" y="18983"/>
                  </a:lnTo>
                  <a:lnTo>
                    <a:pt x="32889" y="18282"/>
                  </a:lnTo>
                  <a:lnTo>
                    <a:pt x="32621" y="17592"/>
                  </a:lnTo>
                  <a:lnTo>
                    <a:pt x="32343" y="16890"/>
                  </a:lnTo>
                  <a:lnTo>
                    <a:pt x="32065" y="16200"/>
                  </a:lnTo>
                  <a:lnTo>
                    <a:pt x="31764" y="15499"/>
                  </a:lnTo>
                  <a:lnTo>
                    <a:pt x="31463" y="14808"/>
                  </a:lnTo>
                  <a:lnTo>
                    <a:pt x="31141" y="14118"/>
                  </a:lnTo>
                  <a:lnTo>
                    <a:pt x="30818" y="13439"/>
                  </a:lnTo>
                  <a:lnTo>
                    <a:pt x="30484" y="12760"/>
                  </a:lnTo>
                  <a:lnTo>
                    <a:pt x="30139" y="12092"/>
                  </a:lnTo>
                  <a:lnTo>
                    <a:pt x="29771" y="11424"/>
                  </a:lnTo>
                  <a:lnTo>
                    <a:pt x="29404" y="10767"/>
                  </a:lnTo>
                  <a:lnTo>
                    <a:pt x="29025" y="10121"/>
                  </a:lnTo>
                  <a:lnTo>
                    <a:pt x="28636" y="9487"/>
                  </a:lnTo>
                  <a:lnTo>
                    <a:pt x="28224" y="8852"/>
                  </a:lnTo>
                  <a:lnTo>
                    <a:pt x="27812" y="8240"/>
                  </a:lnTo>
                  <a:lnTo>
                    <a:pt x="27378" y="7638"/>
                  </a:lnTo>
                  <a:lnTo>
                    <a:pt x="26943" y="7048"/>
                  </a:lnTo>
                  <a:lnTo>
                    <a:pt x="26487" y="6469"/>
                  </a:lnTo>
                  <a:lnTo>
                    <a:pt x="26019" y="5913"/>
                  </a:lnTo>
                  <a:lnTo>
                    <a:pt x="25541" y="5367"/>
                  </a:lnTo>
                  <a:lnTo>
                    <a:pt x="25040" y="4833"/>
                  </a:lnTo>
                  <a:lnTo>
                    <a:pt x="24527" y="4321"/>
                  </a:lnTo>
                  <a:lnTo>
                    <a:pt x="24015" y="3831"/>
                  </a:lnTo>
                  <a:lnTo>
                    <a:pt x="23470" y="3352"/>
                  </a:lnTo>
                  <a:lnTo>
                    <a:pt x="22924" y="2896"/>
                  </a:lnTo>
                  <a:lnTo>
                    <a:pt x="22356" y="2461"/>
                  </a:lnTo>
                  <a:lnTo>
                    <a:pt x="22067" y="2261"/>
                  </a:lnTo>
                  <a:lnTo>
                    <a:pt x="21777" y="2049"/>
                  </a:lnTo>
                  <a:lnTo>
                    <a:pt x="21488" y="1860"/>
                  </a:lnTo>
                  <a:lnTo>
                    <a:pt x="21187" y="1660"/>
                  </a:lnTo>
                  <a:lnTo>
                    <a:pt x="20887" y="1482"/>
                  </a:lnTo>
                  <a:lnTo>
                    <a:pt x="20575" y="1304"/>
                  </a:lnTo>
                  <a:lnTo>
                    <a:pt x="20230" y="1103"/>
                  </a:lnTo>
                  <a:lnTo>
                    <a:pt x="19874" y="925"/>
                  </a:lnTo>
                  <a:lnTo>
                    <a:pt x="19528" y="769"/>
                  </a:lnTo>
                  <a:lnTo>
                    <a:pt x="19183" y="624"/>
                  </a:lnTo>
                  <a:lnTo>
                    <a:pt x="18849" y="491"/>
                  </a:lnTo>
                  <a:lnTo>
                    <a:pt x="18504" y="379"/>
                  </a:lnTo>
                  <a:lnTo>
                    <a:pt x="18170" y="279"/>
                  </a:lnTo>
                  <a:lnTo>
                    <a:pt x="17825" y="201"/>
                  </a:lnTo>
                  <a:lnTo>
                    <a:pt x="17491" y="135"/>
                  </a:lnTo>
                  <a:lnTo>
                    <a:pt x="17168" y="79"/>
                  </a:lnTo>
                  <a:lnTo>
                    <a:pt x="16834" y="34"/>
                  </a:lnTo>
                  <a:lnTo>
                    <a:pt x="16511" y="12"/>
                  </a:lnTo>
                  <a:lnTo>
                    <a:pt x="16177" y="1"/>
                  </a:lnTo>
                  <a:close/>
                </a:path>
              </a:pathLst>
            </a:custGeom>
            <a:solidFill>
              <a:srgbClr val="DF97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759751" y="2117899"/>
              <a:ext cx="1177059" cy="1282100"/>
            </a:xfrm>
            <a:custGeom>
              <a:rect b="b" l="l" r="r" t="t"/>
              <a:pathLst>
                <a:path extrusionOk="0" fill="none" h="54633" w="50157">
                  <a:moveTo>
                    <a:pt x="50067" y="46349"/>
                  </a:moveTo>
                  <a:lnTo>
                    <a:pt x="50067" y="46349"/>
                  </a:lnTo>
                  <a:lnTo>
                    <a:pt x="49989" y="47229"/>
                  </a:lnTo>
                  <a:lnTo>
                    <a:pt x="49889" y="48130"/>
                  </a:lnTo>
                  <a:lnTo>
                    <a:pt x="49767" y="49077"/>
                  </a:lnTo>
                  <a:lnTo>
                    <a:pt x="49622" y="50045"/>
                  </a:lnTo>
                  <a:lnTo>
                    <a:pt x="49622" y="50045"/>
                  </a:lnTo>
                  <a:lnTo>
                    <a:pt x="49444" y="51214"/>
                  </a:lnTo>
                  <a:lnTo>
                    <a:pt x="49244" y="52428"/>
                  </a:lnTo>
                  <a:lnTo>
                    <a:pt x="49244" y="52428"/>
                  </a:lnTo>
                  <a:lnTo>
                    <a:pt x="48898" y="52539"/>
                  </a:lnTo>
                  <a:lnTo>
                    <a:pt x="48531" y="52651"/>
                  </a:lnTo>
                  <a:lnTo>
                    <a:pt x="48531" y="52651"/>
                  </a:lnTo>
                  <a:lnTo>
                    <a:pt x="48253" y="52740"/>
                  </a:lnTo>
                  <a:lnTo>
                    <a:pt x="47963" y="52829"/>
                  </a:lnTo>
                  <a:lnTo>
                    <a:pt x="47963" y="52829"/>
                  </a:lnTo>
                  <a:lnTo>
                    <a:pt x="47529" y="52951"/>
                  </a:lnTo>
                  <a:lnTo>
                    <a:pt x="47529" y="52951"/>
                  </a:lnTo>
                  <a:lnTo>
                    <a:pt x="46772" y="53152"/>
                  </a:lnTo>
                  <a:lnTo>
                    <a:pt x="46382" y="53241"/>
                  </a:lnTo>
                  <a:lnTo>
                    <a:pt x="45981" y="53330"/>
                  </a:lnTo>
                  <a:lnTo>
                    <a:pt x="45981" y="53330"/>
                  </a:lnTo>
                  <a:lnTo>
                    <a:pt x="45570" y="53430"/>
                  </a:lnTo>
                  <a:lnTo>
                    <a:pt x="45570" y="53430"/>
                  </a:lnTo>
                  <a:lnTo>
                    <a:pt x="45146" y="53519"/>
                  </a:lnTo>
                  <a:lnTo>
                    <a:pt x="45146" y="53519"/>
                  </a:lnTo>
                  <a:lnTo>
                    <a:pt x="44924" y="53552"/>
                  </a:lnTo>
                  <a:lnTo>
                    <a:pt x="44924" y="53552"/>
                  </a:lnTo>
                  <a:lnTo>
                    <a:pt x="44445" y="53641"/>
                  </a:lnTo>
                  <a:lnTo>
                    <a:pt x="44445" y="53641"/>
                  </a:lnTo>
                  <a:lnTo>
                    <a:pt x="43410" y="53820"/>
                  </a:lnTo>
                  <a:lnTo>
                    <a:pt x="42307" y="53987"/>
                  </a:lnTo>
                  <a:lnTo>
                    <a:pt x="42307" y="53987"/>
                  </a:lnTo>
                  <a:lnTo>
                    <a:pt x="41840" y="54042"/>
                  </a:lnTo>
                  <a:lnTo>
                    <a:pt x="41840" y="54042"/>
                  </a:lnTo>
                  <a:lnTo>
                    <a:pt x="40771" y="54165"/>
                  </a:lnTo>
                  <a:lnTo>
                    <a:pt x="39647" y="54276"/>
                  </a:lnTo>
                  <a:lnTo>
                    <a:pt x="39647" y="54276"/>
                  </a:lnTo>
                  <a:lnTo>
                    <a:pt x="38433" y="54376"/>
                  </a:lnTo>
                  <a:lnTo>
                    <a:pt x="37153" y="54454"/>
                  </a:lnTo>
                  <a:lnTo>
                    <a:pt x="37153" y="54454"/>
                  </a:lnTo>
                  <a:lnTo>
                    <a:pt x="36618" y="54488"/>
                  </a:lnTo>
                  <a:lnTo>
                    <a:pt x="36618" y="54488"/>
                  </a:lnTo>
                  <a:lnTo>
                    <a:pt x="35538" y="54532"/>
                  </a:lnTo>
                  <a:lnTo>
                    <a:pt x="35538" y="54532"/>
                  </a:lnTo>
                  <a:lnTo>
                    <a:pt x="34403" y="54577"/>
                  </a:lnTo>
                  <a:lnTo>
                    <a:pt x="34403" y="54577"/>
                  </a:lnTo>
                  <a:lnTo>
                    <a:pt x="33824" y="54588"/>
                  </a:lnTo>
                  <a:lnTo>
                    <a:pt x="33824" y="54588"/>
                  </a:lnTo>
                  <a:lnTo>
                    <a:pt x="33223" y="54599"/>
                  </a:lnTo>
                  <a:lnTo>
                    <a:pt x="33223" y="54599"/>
                  </a:lnTo>
                  <a:lnTo>
                    <a:pt x="31953" y="54621"/>
                  </a:lnTo>
                  <a:lnTo>
                    <a:pt x="30718" y="54632"/>
                  </a:lnTo>
                  <a:lnTo>
                    <a:pt x="29515" y="54632"/>
                  </a:lnTo>
                  <a:lnTo>
                    <a:pt x="28346" y="54621"/>
                  </a:lnTo>
                  <a:lnTo>
                    <a:pt x="28346" y="54621"/>
                  </a:lnTo>
                  <a:lnTo>
                    <a:pt x="27188" y="54610"/>
                  </a:lnTo>
                  <a:lnTo>
                    <a:pt x="27188" y="54610"/>
                  </a:lnTo>
                  <a:lnTo>
                    <a:pt x="26888" y="54599"/>
                  </a:lnTo>
                  <a:lnTo>
                    <a:pt x="26888" y="54599"/>
                  </a:lnTo>
                  <a:lnTo>
                    <a:pt x="25908" y="54577"/>
                  </a:lnTo>
                  <a:lnTo>
                    <a:pt x="25908" y="54577"/>
                  </a:lnTo>
                  <a:lnTo>
                    <a:pt x="24672" y="54532"/>
                  </a:lnTo>
                  <a:lnTo>
                    <a:pt x="23470" y="54476"/>
                  </a:lnTo>
                  <a:lnTo>
                    <a:pt x="23470" y="54476"/>
                  </a:lnTo>
                  <a:lnTo>
                    <a:pt x="22401" y="54410"/>
                  </a:lnTo>
                  <a:lnTo>
                    <a:pt x="22401" y="54410"/>
                  </a:lnTo>
                  <a:lnTo>
                    <a:pt x="22022" y="54387"/>
                  </a:lnTo>
                  <a:lnTo>
                    <a:pt x="21644" y="54354"/>
                  </a:lnTo>
                  <a:lnTo>
                    <a:pt x="21644" y="54354"/>
                  </a:lnTo>
                  <a:lnTo>
                    <a:pt x="21121" y="54321"/>
                  </a:lnTo>
                  <a:lnTo>
                    <a:pt x="20620" y="54265"/>
                  </a:lnTo>
                  <a:lnTo>
                    <a:pt x="20620" y="54265"/>
                  </a:lnTo>
                  <a:lnTo>
                    <a:pt x="20074" y="54220"/>
                  </a:lnTo>
                  <a:lnTo>
                    <a:pt x="20074" y="54220"/>
                  </a:lnTo>
                  <a:lnTo>
                    <a:pt x="19540" y="54165"/>
                  </a:lnTo>
                  <a:lnTo>
                    <a:pt x="19540" y="54165"/>
                  </a:lnTo>
                  <a:lnTo>
                    <a:pt x="19016" y="54098"/>
                  </a:lnTo>
                  <a:lnTo>
                    <a:pt x="19016" y="54098"/>
                  </a:lnTo>
                  <a:lnTo>
                    <a:pt x="18916" y="54087"/>
                  </a:lnTo>
                  <a:lnTo>
                    <a:pt x="18916" y="54087"/>
                  </a:lnTo>
                  <a:lnTo>
                    <a:pt x="18371" y="54020"/>
                  </a:lnTo>
                  <a:lnTo>
                    <a:pt x="18371" y="54020"/>
                  </a:lnTo>
                  <a:lnTo>
                    <a:pt x="17680" y="53920"/>
                  </a:lnTo>
                  <a:lnTo>
                    <a:pt x="16990" y="53820"/>
                  </a:lnTo>
                  <a:lnTo>
                    <a:pt x="16990" y="53820"/>
                  </a:lnTo>
                  <a:lnTo>
                    <a:pt x="16511" y="53742"/>
                  </a:lnTo>
                  <a:lnTo>
                    <a:pt x="16511" y="53742"/>
                  </a:lnTo>
                  <a:lnTo>
                    <a:pt x="15843" y="53608"/>
                  </a:lnTo>
                  <a:lnTo>
                    <a:pt x="15843" y="53608"/>
                  </a:lnTo>
                  <a:lnTo>
                    <a:pt x="15109" y="53463"/>
                  </a:lnTo>
                  <a:lnTo>
                    <a:pt x="15109" y="53463"/>
                  </a:lnTo>
                  <a:lnTo>
                    <a:pt x="14841" y="53408"/>
                  </a:lnTo>
                  <a:lnTo>
                    <a:pt x="14841" y="53408"/>
                  </a:lnTo>
                  <a:lnTo>
                    <a:pt x="14274" y="53274"/>
                  </a:lnTo>
                  <a:lnTo>
                    <a:pt x="14274" y="53274"/>
                  </a:lnTo>
                  <a:lnTo>
                    <a:pt x="13817" y="53152"/>
                  </a:lnTo>
                  <a:lnTo>
                    <a:pt x="13817" y="53152"/>
                  </a:lnTo>
                  <a:lnTo>
                    <a:pt x="13773" y="53140"/>
                  </a:lnTo>
                  <a:lnTo>
                    <a:pt x="13773" y="53140"/>
                  </a:lnTo>
                  <a:lnTo>
                    <a:pt x="13372" y="53040"/>
                  </a:lnTo>
                  <a:lnTo>
                    <a:pt x="13372" y="53040"/>
                  </a:lnTo>
                  <a:lnTo>
                    <a:pt x="12938" y="52918"/>
                  </a:lnTo>
                  <a:lnTo>
                    <a:pt x="12503" y="52784"/>
                  </a:lnTo>
                  <a:lnTo>
                    <a:pt x="12503" y="52784"/>
                  </a:lnTo>
                  <a:lnTo>
                    <a:pt x="12091" y="52651"/>
                  </a:lnTo>
                  <a:lnTo>
                    <a:pt x="12091" y="52651"/>
                  </a:lnTo>
                  <a:lnTo>
                    <a:pt x="11757" y="52539"/>
                  </a:lnTo>
                  <a:lnTo>
                    <a:pt x="11423" y="52428"/>
                  </a:lnTo>
                  <a:lnTo>
                    <a:pt x="11423" y="52428"/>
                  </a:lnTo>
                  <a:lnTo>
                    <a:pt x="10922" y="52239"/>
                  </a:lnTo>
                  <a:lnTo>
                    <a:pt x="10922" y="52239"/>
                  </a:lnTo>
                  <a:lnTo>
                    <a:pt x="10577" y="52094"/>
                  </a:lnTo>
                  <a:lnTo>
                    <a:pt x="10577" y="52094"/>
                  </a:lnTo>
                  <a:lnTo>
                    <a:pt x="10065" y="51871"/>
                  </a:lnTo>
                  <a:lnTo>
                    <a:pt x="10065" y="51871"/>
                  </a:lnTo>
                  <a:lnTo>
                    <a:pt x="9553" y="51637"/>
                  </a:lnTo>
                  <a:lnTo>
                    <a:pt x="9553" y="51637"/>
                  </a:lnTo>
                  <a:lnTo>
                    <a:pt x="9108" y="51426"/>
                  </a:lnTo>
                  <a:lnTo>
                    <a:pt x="9108" y="51426"/>
                  </a:lnTo>
                  <a:lnTo>
                    <a:pt x="8774" y="51248"/>
                  </a:lnTo>
                  <a:lnTo>
                    <a:pt x="8774" y="51248"/>
                  </a:lnTo>
                  <a:lnTo>
                    <a:pt x="8484" y="51092"/>
                  </a:lnTo>
                  <a:lnTo>
                    <a:pt x="8206" y="50925"/>
                  </a:lnTo>
                  <a:lnTo>
                    <a:pt x="7649" y="50580"/>
                  </a:lnTo>
                  <a:lnTo>
                    <a:pt x="7649" y="50580"/>
                  </a:lnTo>
                  <a:lnTo>
                    <a:pt x="7226" y="50301"/>
                  </a:lnTo>
                  <a:lnTo>
                    <a:pt x="7226" y="50301"/>
                  </a:lnTo>
                  <a:lnTo>
                    <a:pt x="6959" y="50112"/>
                  </a:lnTo>
                  <a:lnTo>
                    <a:pt x="6703" y="49923"/>
                  </a:lnTo>
                  <a:lnTo>
                    <a:pt x="6703" y="49923"/>
                  </a:lnTo>
                  <a:lnTo>
                    <a:pt x="6480" y="49756"/>
                  </a:lnTo>
                  <a:lnTo>
                    <a:pt x="6257" y="49578"/>
                  </a:lnTo>
                  <a:lnTo>
                    <a:pt x="6257" y="49578"/>
                  </a:lnTo>
                  <a:lnTo>
                    <a:pt x="6202" y="49533"/>
                  </a:lnTo>
                  <a:lnTo>
                    <a:pt x="6202" y="49533"/>
                  </a:lnTo>
                  <a:lnTo>
                    <a:pt x="5957" y="49333"/>
                  </a:lnTo>
                  <a:lnTo>
                    <a:pt x="5723" y="49121"/>
                  </a:lnTo>
                  <a:lnTo>
                    <a:pt x="5723" y="49121"/>
                  </a:lnTo>
                  <a:lnTo>
                    <a:pt x="5701" y="49110"/>
                  </a:lnTo>
                  <a:lnTo>
                    <a:pt x="5701" y="49110"/>
                  </a:lnTo>
                  <a:lnTo>
                    <a:pt x="5467" y="48899"/>
                  </a:lnTo>
                  <a:lnTo>
                    <a:pt x="5255" y="48687"/>
                  </a:lnTo>
                  <a:lnTo>
                    <a:pt x="5255" y="48687"/>
                  </a:lnTo>
                  <a:lnTo>
                    <a:pt x="4899" y="48342"/>
                  </a:lnTo>
                  <a:lnTo>
                    <a:pt x="4899" y="48342"/>
                  </a:lnTo>
                  <a:lnTo>
                    <a:pt x="4788" y="48220"/>
                  </a:lnTo>
                  <a:lnTo>
                    <a:pt x="4788" y="48220"/>
                  </a:lnTo>
                  <a:lnTo>
                    <a:pt x="4398" y="47796"/>
                  </a:lnTo>
                  <a:lnTo>
                    <a:pt x="4398" y="47796"/>
                  </a:lnTo>
                  <a:lnTo>
                    <a:pt x="4387" y="47785"/>
                  </a:lnTo>
                  <a:lnTo>
                    <a:pt x="4376" y="47763"/>
                  </a:lnTo>
                  <a:lnTo>
                    <a:pt x="4376" y="47763"/>
                  </a:lnTo>
                  <a:lnTo>
                    <a:pt x="3986" y="47307"/>
                  </a:lnTo>
                  <a:lnTo>
                    <a:pt x="3986" y="47307"/>
                  </a:lnTo>
                  <a:lnTo>
                    <a:pt x="3919" y="47229"/>
                  </a:lnTo>
                  <a:lnTo>
                    <a:pt x="3919" y="47229"/>
                  </a:lnTo>
                  <a:lnTo>
                    <a:pt x="3741" y="46995"/>
                  </a:lnTo>
                  <a:lnTo>
                    <a:pt x="3563" y="46761"/>
                  </a:lnTo>
                  <a:lnTo>
                    <a:pt x="3563" y="46761"/>
                  </a:lnTo>
                  <a:lnTo>
                    <a:pt x="3363" y="46494"/>
                  </a:lnTo>
                  <a:lnTo>
                    <a:pt x="3174" y="46227"/>
                  </a:lnTo>
                  <a:lnTo>
                    <a:pt x="3174" y="46227"/>
                  </a:lnTo>
                  <a:lnTo>
                    <a:pt x="2984" y="45948"/>
                  </a:lnTo>
                  <a:lnTo>
                    <a:pt x="2806" y="45670"/>
                  </a:lnTo>
                  <a:lnTo>
                    <a:pt x="2806" y="45670"/>
                  </a:lnTo>
                  <a:lnTo>
                    <a:pt x="2617" y="45347"/>
                  </a:lnTo>
                  <a:lnTo>
                    <a:pt x="2428" y="45013"/>
                  </a:lnTo>
                  <a:lnTo>
                    <a:pt x="2238" y="44668"/>
                  </a:lnTo>
                  <a:lnTo>
                    <a:pt x="2071" y="44312"/>
                  </a:lnTo>
                  <a:lnTo>
                    <a:pt x="1904" y="43944"/>
                  </a:lnTo>
                  <a:lnTo>
                    <a:pt x="1748" y="43577"/>
                  </a:lnTo>
                  <a:lnTo>
                    <a:pt x="1593" y="43187"/>
                  </a:lnTo>
                  <a:lnTo>
                    <a:pt x="1448" y="42786"/>
                  </a:lnTo>
                  <a:lnTo>
                    <a:pt x="1314" y="42386"/>
                  </a:lnTo>
                  <a:lnTo>
                    <a:pt x="1181" y="41974"/>
                  </a:lnTo>
                  <a:lnTo>
                    <a:pt x="1058" y="41551"/>
                  </a:lnTo>
                  <a:lnTo>
                    <a:pt x="947" y="41116"/>
                  </a:lnTo>
                  <a:lnTo>
                    <a:pt x="835" y="40671"/>
                  </a:lnTo>
                  <a:lnTo>
                    <a:pt x="735" y="40226"/>
                  </a:lnTo>
                  <a:lnTo>
                    <a:pt x="635" y="39769"/>
                  </a:lnTo>
                  <a:lnTo>
                    <a:pt x="546" y="39302"/>
                  </a:lnTo>
                  <a:lnTo>
                    <a:pt x="468" y="38834"/>
                  </a:lnTo>
                  <a:lnTo>
                    <a:pt x="390" y="38355"/>
                  </a:lnTo>
                  <a:lnTo>
                    <a:pt x="323" y="37866"/>
                  </a:lnTo>
                  <a:lnTo>
                    <a:pt x="257" y="37376"/>
                  </a:lnTo>
                  <a:lnTo>
                    <a:pt x="201" y="36875"/>
                  </a:lnTo>
                  <a:lnTo>
                    <a:pt x="156" y="36374"/>
                  </a:lnTo>
                  <a:lnTo>
                    <a:pt x="112" y="35862"/>
                  </a:lnTo>
                  <a:lnTo>
                    <a:pt x="78" y="35349"/>
                  </a:lnTo>
                  <a:lnTo>
                    <a:pt x="23" y="34292"/>
                  </a:lnTo>
                  <a:lnTo>
                    <a:pt x="0" y="33234"/>
                  </a:lnTo>
                  <a:lnTo>
                    <a:pt x="0" y="32143"/>
                  </a:lnTo>
                  <a:lnTo>
                    <a:pt x="23" y="31052"/>
                  </a:lnTo>
                  <a:lnTo>
                    <a:pt x="23" y="31052"/>
                  </a:lnTo>
                  <a:lnTo>
                    <a:pt x="45" y="30506"/>
                  </a:lnTo>
                  <a:lnTo>
                    <a:pt x="45" y="30506"/>
                  </a:lnTo>
                  <a:lnTo>
                    <a:pt x="67" y="29961"/>
                  </a:lnTo>
                  <a:lnTo>
                    <a:pt x="67" y="29961"/>
                  </a:lnTo>
                  <a:lnTo>
                    <a:pt x="101" y="29415"/>
                  </a:lnTo>
                  <a:lnTo>
                    <a:pt x="145" y="28859"/>
                  </a:lnTo>
                  <a:lnTo>
                    <a:pt x="145" y="28859"/>
                  </a:lnTo>
                  <a:lnTo>
                    <a:pt x="156" y="28680"/>
                  </a:lnTo>
                  <a:lnTo>
                    <a:pt x="156" y="28680"/>
                  </a:lnTo>
                  <a:lnTo>
                    <a:pt x="212" y="28012"/>
                  </a:lnTo>
                  <a:lnTo>
                    <a:pt x="212" y="28012"/>
                  </a:lnTo>
                  <a:lnTo>
                    <a:pt x="279" y="27333"/>
                  </a:lnTo>
                  <a:lnTo>
                    <a:pt x="357" y="26643"/>
                  </a:lnTo>
                  <a:lnTo>
                    <a:pt x="435" y="25964"/>
                  </a:lnTo>
                  <a:lnTo>
                    <a:pt x="524" y="25285"/>
                  </a:lnTo>
                  <a:lnTo>
                    <a:pt x="524" y="25285"/>
                  </a:lnTo>
                  <a:lnTo>
                    <a:pt x="568" y="24940"/>
                  </a:lnTo>
                  <a:lnTo>
                    <a:pt x="624" y="24595"/>
                  </a:lnTo>
                  <a:lnTo>
                    <a:pt x="624" y="24595"/>
                  </a:lnTo>
                  <a:lnTo>
                    <a:pt x="746" y="23837"/>
                  </a:lnTo>
                  <a:lnTo>
                    <a:pt x="746" y="23837"/>
                  </a:lnTo>
                  <a:lnTo>
                    <a:pt x="835" y="23281"/>
                  </a:lnTo>
                  <a:lnTo>
                    <a:pt x="936" y="22724"/>
                  </a:lnTo>
                  <a:lnTo>
                    <a:pt x="936" y="22724"/>
                  </a:lnTo>
                  <a:lnTo>
                    <a:pt x="1125" y="21767"/>
                  </a:lnTo>
                  <a:lnTo>
                    <a:pt x="1314" y="20809"/>
                  </a:lnTo>
                  <a:lnTo>
                    <a:pt x="1537" y="19863"/>
                  </a:lnTo>
                  <a:lnTo>
                    <a:pt x="1760" y="18928"/>
                  </a:lnTo>
                  <a:lnTo>
                    <a:pt x="2004" y="17992"/>
                  </a:lnTo>
                  <a:lnTo>
                    <a:pt x="2261" y="17068"/>
                  </a:lnTo>
                  <a:lnTo>
                    <a:pt x="2539" y="16155"/>
                  </a:lnTo>
                  <a:lnTo>
                    <a:pt x="2817" y="15254"/>
                  </a:lnTo>
                  <a:lnTo>
                    <a:pt x="2817" y="15254"/>
                  </a:lnTo>
                  <a:lnTo>
                    <a:pt x="3040" y="14619"/>
                  </a:lnTo>
                  <a:lnTo>
                    <a:pt x="3040" y="14619"/>
                  </a:lnTo>
                  <a:lnTo>
                    <a:pt x="3107" y="14430"/>
                  </a:lnTo>
                  <a:lnTo>
                    <a:pt x="3107" y="14430"/>
                  </a:lnTo>
                  <a:lnTo>
                    <a:pt x="3251" y="13996"/>
                  </a:lnTo>
                  <a:lnTo>
                    <a:pt x="3407" y="13561"/>
                  </a:lnTo>
                  <a:lnTo>
                    <a:pt x="3407" y="13561"/>
                  </a:lnTo>
                  <a:lnTo>
                    <a:pt x="3597" y="13060"/>
                  </a:lnTo>
                  <a:lnTo>
                    <a:pt x="3597" y="13060"/>
                  </a:lnTo>
                  <a:lnTo>
                    <a:pt x="3808" y="12537"/>
                  </a:lnTo>
                  <a:lnTo>
                    <a:pt x="4020" y="12014"/>
                  </a:lnTo>
                  <a:lnTo>
                    <a:pt x="4231" y="11491"/>
                  </a:lnTo>
                  <a:lnTo>
                    <a:pt x="4454" y="10990"/>
                  </a:lnTo>
                  <a:lnTo>
                    <a:pt x="4454" y="10990"/>
                  </a:lnTo>
                  <a:lnTo>
                    <a:pt x="4721" y="10411"/>
                  </a:lnTo>
                  <a:lnTo>
                    <a:pt x="4721" y="10411"/>
                  </a:lnTo>
                  <a:lnTo>
                    <a:pt x="5155" y="9498"/>
                  </a:lnTo>
                  <a:lnTo>
                    <a:pt x="5155" y="9498"/>
                  </a:lnTo>
                  <a:lnTo>
                    <a:pt x="5512" y="8807"/>
                  </a:lnTo>
                  <a:lnTo>
                    <a:pt x="5512" y="8807"/>
                  </a:lnTo>
                  <a:lnTo>
                    <a:pt x="5656" y="8529"/>
                  </a:lnTo>
                  <a:lnTo>
                    <a:pt x="5656" y="8529"/>
                  </a:lnTo>
                  <a:lnTo>
                    <a:pt x="5979" y="7939"/>
                  </a:lnTo>
                  <a:lnTo>
                    <a:pt x="5979" y="7939"/>
                  </a:lnTo>
                  <a:lnTo>
                    <a:pt x="6090" y="7728"/>
                  </a:lnTo>
                  <a:lnTo>
                    <a:pt x="6224" y="7527"/>
                  </a:lnTo>
                  <a:lnTo>
                    <a:pt x="6224" y="7527"/>
                  </a:lnTo>
                  <a:lnTo>
                    <a:pt x="6469" y="7115"/>
                  </a:lnTo>
                  <a:lnTo>
                    <a:pt x="6469" y="7115"/>
                  </a:lnTo>
                  <a:lnTo>
                    <a:pt x="6836" y="6514"/>
                  </a:lnTo>
                  <a:lnTo>
                    <a:pt x="7226" y="5924"/>
                  </a:lnTo>
                  <a:lnTo>
                    <a:pt x="7226" y="5924"/>
                  </a:lnTo>
                  <a:lnTo>
                    <a:pt x="7460" y="5590"/>
                  </a:lnTo>
                  <a:lnTo>
                    <a:pt x="7460" y="5590"/>
                  </a:lnTo>
                  <a:lnTo>
                    <a:pt x="7760" y="5189"/>
                  </a:lnTo>
                  <a:lnTo>
                    <a:pt x="7760" y="5189"/>
                  </a:lnTo>
                  <a:lnTo>
                    <a:pt x="8028" y="4833"/>
                  </a:lnTo>
                  <a:lnTo>
                    <a:pt x="8028" y="4833"/>
                  </a:lnTo>
                  <a:lnTo>
                    <a:pt x="8295" y="4488"/>
                  </a:lnTo>
                  <a:lnTo>
                    <a:pt x="8573" y="4154"/>
                  </a:lnTo>
                  <a:lnTo>
                    <a:pt x="8573" y="4154"/>
                  </a:lnTo>
                  <a:lnTo>
                    <a:pt x="8852" y="3831"/>
                  </a:lnTo>
                  <a:lnTo>
                    <a:pt x="8852" y="3831"/>
                  </a:lnTo>
                  <a:lnTo>
                    <a:pt x="9141" y="3519"/>
                  </a:lnTo>
                  <a:lnTo>
                    <a:pt x="9141" y="3519"/>
                  </a:lnTo>
                  <a:lnTo>
                    <a:pt x="9497" y="3152"/>
                  </a:lnTo>
                  <a:lnTo>
                    <a:pt x="9865" y="2795"/>
                  </a:lnTo>
                  <a:lnTo>
                    <a:pt x="10243" y="2461"/>
                  </a:lnTo>
                  <a:lnTo>
                    <a:pt x="10622" y="2139"/>
                  </a:lnTo>
                  <a:lnTo>
                    <a:pt x="10622" y="2139"/>
                  </a:lnTo>
                  <a:lnTo>
                    <a:pt x="10889" y="1927"/>
                  </a:lnTo>
                  <a:lnTo>
                    <a:pt x="11156" y="1727"/>
                  </a:lnTo>
                  <a:lnTo>
                    <a:pt x="11434" y="1537"/>
                  </a:lnTo>
                  <a:lnTo>
                    <a:pt x="11713" y="1359"/>
                  </a:lnTo>
                  <a:lnTo>
                    <a:pt x="11991" y="1181"/>
                  </a:lnTo>
                  <a:lnTo>
                    <a:pt x="12269" y="1025"/>
                  </a:lnTo>
                  <a:lnTo>
                    <a:pt x="12559" y="880"/>
                  </a:lnTo>
                  <a:lnTo>
                    <a:pt x="12837" y="736"/>
                  </a:lnTo>
                  <a:lnTo>
                    <a:pt x="13127" y="613"/>
                  </a:lnTo>
                  <a:lnTo>
                    <a:pt x="13427" y="502"/>
                  </a:lnTo>
                  <a:lnTo>
                    <a:pt x="13717" y="391"/>
                  </a:lnTo>
                  <a:lnTo>
                    <a:pt x="14017" y="302"/>
                  </a:lnTo>
                  <a:lnTo>
                    <a:pt x="14307" y="224"/>
                  </a:lnTo>
                  <a:lnTo>
                    <a:pt x="14608" y="157"/>
                  </a:lnTo>
                  <a:lnTo>
                    <a:pt x="14919" y="101"/>
                  </a:lnTo>
                  <a:lnTo>
                    <a:pt x="15220" y="57"/>
                  </a:lnTo>
                  <a:lnTo>
                    <a:pt x="15220" y="57"/>
                  </a:lnTo>
                  <a:lnTo>
                    <a:pt x="15543" y="23"/>
                  </a:lnTo>
                  <a:lnTo>
                    <a:pt x="15854" y="12"/>
                  </a:lnTo>
                  <a:lnTo>
                    <a:pt x="16177" y="1"/>
                  </a:lnTo>
                  <a:lnTo>
                    <a:pt x="16511" y="12"/>
                  </a:lnTo>
                  <a:lnTo>
                    <a:pt x="16834" y="34"/>
                  </a:lnTo>
                  <a:lnTo>
                    <a:pt x="17168" y="79"/>
                  </a:lnTo>
                  <a:lnTo>
                    <a:pt x="17491" y="135"/>
                  </a:lnTo>
                  <a:lnTo>
                    <a:pt x="17825" y="201"/>
                  </a:lnTo>
                  <a:lnTo>
                    <a:pt x="18170" y="279"/>
                  </a:lnTo>
                  <a:lnTo>
                    <a:pt x="18504" y="379"/>
                  </a:lnTo>
                  <a:lnTo>
                    <a:pt x="18849" y="491"/>
                  </a:lnTo>
                  <a:lnTo>
                    <a:pt x="19183" y="624"/>
                  </a:lnTo>
                  <a:lnTo>
                    <a:pt x="19528" y="769"/>
                  </a:lnTo>
                  <a:lnTo>
                    <a:pt x="19874" y="925"/>
                  </a:lnTo>
                  <a:lnTo>
                    <a:pt x="20230" y="1103"/>
                  </a:lnTo>
                  <a:lnTo>
                    <a:pt x="20575" y="1304"/>
                  </a:lnTo>
                  <a:lnTo>
                    <a:pt x="20575" y="1304"/>
                  </a:lnTo>
                  <a:lnTo>
                    <a:pt x="20887" y="1482"/>
                  </a:lnTo>
                  <a:lnTo>
                    <a:pt x="21187" y="1660"/>
                  </a:lnTo>
                  <a:lnTo>
                    <a:pt x="21488" y="1860"/>
                  </a:lnTo>
                  <a:lnTo>
                    <a:pt x="21777" y="2049"/>
                  </a:lnTo>
                  <a:lnTo>
                    <a:pt x="22067" y="2261"/>
                  </a:lnTo>
                  <a:lnTo>
                    <a:pt x="22356" y="2461"/>
                  </a:lnTo>
                  <a:lnTo>
                    <a:pt x="22924" y="2896"/>
                  </a:lnTo>
                  <a:lnTo>
                    <a:pt x="23470" y="3352"/>
                  </a:lnTo>
                  <a:lnTo>
                    <a:pt x="24015" y="3831"/>
                  </a:lnTo>
                  <a:lnTo>
                    <a:pt x="24527" y="4321"/>
                  </a:lnTo>
                  <a:lnTo>
                    <a:pt x="25040" y="4833"/>
                  </a:lnTo>
                  <a:lnTo>
                    <a:pt x="25541" y="5367"/>
                  </a:lnTo>
                  <a:lnTo>
                    <a:pt x="26019" y="5913"/>
                  </a:lnTo>
                  <a:lnTo>
                    <a:pt x="26487" y="6469"/>
                  </a:lnTo>
                  <a:lnTo>
                    <a:pt x="26943" y="7048"/>
                  </a:lnTo>
                  <a:lnTo>
                    <a:pt x="27378" y="7638"/>
                  </a:lnTo>
                  <a:lnTo>
                    <a:pt x="27812" y="8240"/>
                  </a:lnTo>
                  <a:lnTo>
                    <a:pt x="28224" y="8852"/>
                  </a:lnTo>
                  <a:lnTo>
                    <a:pt x="28636" y="9487"/>
                  </a:lnTo>
                  <a:lnTo>
                    <a:pt x="29025" y="10121"/>
                  </a:lnTo>
                  <a:lnTo>
                    <a:pt x="29404" y="10767"/>
                  </a:lnTo>
                  <a:lnTo>
                    <a:pt x="29771" y="11424"/>
                  </a:lnTo>
                  <a:lnTo>
                    <a:pt x="30139" y="12092"/>
                  </a:lnTo>
                  <a:lnTo>
                    <a:pt x="30484" y="12760"/>
                  </a:lnTo>
                  <a:lnTo>
                    <a:pt x="30818" y="13439"/>
                  </a:lnTo>
                  <a:lnTo>
                    <a:pt x="31141" y="14118"/>
                  </a:lnTo>
                  <a:lnTo>
                    <a:pt x="31463" y="14808"/>
                  </a:lnTo>
                  <a:lnTo>
                    <a:pt x="31764" y="15499"/>
                  </a:lnTo>
                  <a:lnTo>
                    <a:pt x="32065" y="16200"/>
                  </a:lnTo>
                  <a:lnTo>
                    <a:pt x="32343" y="16890"/>
                  </a:lnTo>
                  <a:lnTo>
                    <a:pt x="32621" y="17592"/>
                  </a:lnTo>
                  <a:lnTo>
                    <a:pt x="32889" y="18282"/>
                  </a:lnTo>
                  <a:lnTo>
                    <a:pt x="33156" y="18983"/>
                  </a:lnTo>
                  <a:lnTo>
                    <a:pt x="33401" y="19685"/>
                  </a:lnTo>
                  <a:lnTo>
                    <a:pt x="33646" y="20375"/>
                  </a:lnTo>
                  <a:lnTo>
                    <a:pt x="34102" y="21756"/>
                  </a:lnTo>
                  <a:lnTo>
                    <a:pt x="34525" y="23114"/>
                  </a:lnTo>
                  <a:lnTo>
                    <a:pt x="34915" y="24439"/>
                  </a:lnTo>
                  <a:lnTo>
                    <a:pt x="35282" y="25741"/>
                  </a:lnTo>
                  <a:lnTo>
                    <a:pt x="35627" y="26999"/>
                  </a:lnTo>
                  <a:lnTo>
                    <a:pt x="35939" y="28213"/>
                  </a:lnTo>
                  <a:lnTo>
                    <a:pt x="36240" y="29382"/>
                  </a:lnTo>
                  <a:lnTo>
                    <a:pt x="36507" y="30473"/>
                  </a:lnTo>
                  <a:lnTo>
                    <a:pt x="36997" y="32466"/>
                  </a:lnTo>
                  <a:lnTo>
                    <a:pt x="37208" y="33345"/>
                  </a:lnTo>
                  <a:lnTo>
                    <a:pt x="37420" y="34136"/>
                  </a:lnTo>
                  <a:lnTo>
                    <a:pt x="37609" y="34837"/>
                  </a:lnTo>
                  <a:lnTo>
                    <a:pt x="37787" y="35427"/>
                  </a:lnTo>
                  <a:lnTo>
                    <a:pt x="37876" y="35683"/>
                  </a:lnTo>
                  <a:lnTo>
                    <a:pt x="37965" y="35917"/>
                  </a:lnTo>
                  <a:lnTo>
                    <a:pt x="38043" y="36118"/>
                  </a:lnTo>
                  <a:lnTo>
                    <a:pt x="38132" y="36296"/>
                  </a:lnTo>
                  <a:lnTo>
                    <a:pt x="38132" y="36296"/>
                  </a:lnTo>
                  <a:lnTo>
                    <a:pt x="38221" y="36452"/>
                  </a:lnTo>
                  <a:lnTo>
                    <a:pt x="38355" y="36607"/>
                  </a:lnTo>
                  <a:lnTo>
                    <a:pt x="38511" y="36763"/>
                  </a:lnTo>
                  <a:lnTo>
                    <a:pt x="38689" y="36919"/>
                  </a:lnTo>
                  <a:lnTo>
                    <a:pt x="38901" y="37086"/>
                  </a:lnTo>
                  <a:lnTo>
                    <a:pt x="39123" y="37253"/>
                  </a:lnTo>
                  <a:lnTo>
                    <a:pt x="39379" y="37409"/>
                  </a:lnTo>
                  <a:lnTo>
                    <a:pt x="39658" y="37576"/>
                  </a:lnTo>
                  <a:lnTo>
                    <a:pt x="39958" y="37743"/>
                  </a:lnTo>
                  <a:lnTo>
                    <a:pt x="40281" y="37921"/>
                  </a:lnTo>
                  <a:lnTo>
                    <a:pt x="40971" y="38255"/>
                  </a:lnTo>
                  <a:lnTo>
                    <a:pt x="41728" y="38611"/>
                  </a:lnTo>
                  <a:lnTo>
                    <a:pt x="42552" y="38968"/>
                  </a:lnTo>
                  <a:lnTo>
                    <a:pt x="43410" y="39324"/>
                  </a:lnTo>
                  <a:lnTo>
                    <a:pt x="44311" y="39691"/>
                  </a:lnTo>
                  <a:lnTo>
                    <a:pt x="46193" y="40460"/>
                  </a:lnTo>
                  <a:lnTo>
                    <a:pt x="47150" y="40849"/>
                  </a:lnTo>
                  <a:lnTo>
                    <a:pt x="48097" y="41239"/>
                  </a:lnTo>
                  <a:lnTo>
                    <a:pt x="49054" y="41640"/>
                  </a:lnTo>
                  <a:lnTo>
                    <a:pt x="49978" y="42052"/>
                  </a:lnTo>
                  <a:lnTo>
                    <a:pt x="49978" y="42052"/>
                  </a:lnTo>
                  <a:lnTo>
                    <a:pt x="50045" y="42508"/>
                  </a:lnTo>
                  <a:lnTo>
                    <a:pt x="50101" y="42987"/>
                  </a:lnTo>
                  <a:lnTo>
                    <a:pt x="50134" y="43499"/>
                  </a:lnTo>
                  <a:lnTo>
                    <a:pt x="50156" y="44022"/>
                  </a:lnTo>
                  <a:lnTo>
                    <a:pt x="50156" y="44568"/>
                  </a:lnTo>
                  <a:lnTo>
                    <a:pt x="50145" y="45147"/>
                  </a:lnTo>
                  <a:lnTo>
                    <a:pt x="50112" y="45737"/>
                  </a:lnTo>
                  <a:lnTo>
                    <a:pt x="50067" y="4634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759751" y="2710735"/>
              <a:ext cx="12297" cy="173519"/>
            </a:xfrm>
            <a:custGeom>
              <a:rect b="b" l="l" r="r" t="t"/>
              <a:pathLst>
                <a:path extrusionOk="0" h="7394" w="524">
                  <a:moveTo>
                    <a:pt x="524" y="1"/>
                  </a:moveTo>
                  <a:lnTo>
                    <a:pt x="524" y="1"/>
                  </a:lnTo>
                  <a:lnTo>
                    <a:pt x="524" y="23"/>
                  </a:lnTo>
                  <a:lnTo>
                    <a:pt x="524" y="23"/>
                  </a:lnTo>
                  <a:lnTo>
                    <a:pt x="435" y="702"/>
                  </a:lnTo>
                  <a:lnTo>
                    <a:pt x="357" y="1381"/>
                  </a:lnTo>
                  <a:lnTo>
                    <a:pt x="279" y="2071"/>
                  </a:lnTo>
                  <a:lnTo>
                    <a:pt x="212" y="2750"/>
                  </a:lnTo>
                  <a:lnTo>
                    <a:pt x="212" y="2750"/>
                  </a:lnTo>
                  <a:lnTo>
                    <a:pt x="156" y="3418"/>
                  </a:lnTo>
                  <a:lnTo>
                    <a:pt x="156" y="3418"/>
                  </a:lnTo>
                  <a:lnTo>
                    <a:pt x="145" y="3597"/>
                  </a:lnTo>
                  <a:lnTo>
                    <a:pt x="145" y="3597"/>
                  </a:lnTo>
                  <a:lnTo>
                    <a:pt x="101" y="4153"/>
                  </a:lnTo>
                  <a:lnTo>
                    <a:pt x="67" y="4699"/>
                  </a:lnTo>
                  <a:lnTo>
                    <a:pt x="67" y="4699"/>
                  </a:lnTo>
                  <a:lnTo>
                    <a:pt x="45" y="5244"/>
                  </a:lnTo>
                  <a:lnTo>
                    <a:pt x="45" y="5244"/>
                  </a:lnTo>
                  <a:lnTo>
                    <a:pt x="23" y="5790"/>
                  </a:lnTo>
                  <a:lnTo>
                    <a:pt x="23" y="5790"/>
                  </a:lnTo>
                  <a:lnTo>
                    <a:pt x="0" y="6592"/>
                  </a:lnTo>
                  <a:lnTo>
                    <a:pt x="0" y="7393"/>
                  </a:lnTo>
                  <a:lnTo>
                    <a:pt x="0" y="7393"/>
                  </a:lnTo>
                  <a:lnTo>
                    <a:pt x="0" y="6592"/>
                  </a:lnTo>
                  <a:lnTo>
                    <a:pt x="23" y="5790"/>
                  </a:lnTo>
                  <a:lnTo>
                    <a:pt x="23" y="5790"/>
                  </a:lnTo>
                  <a:lnTo>
                    <a:pt x="45" y="5244"/>
                  </a:lnTo>
                  <a:lnTo>
                    <a:pt x="45" y="5244"/>
                  </a:lnTo>
                  <a:lnTo>
                    <a:pt x="67" y="4699"/>
                  </a:lnTo>
                  <a:lnTo>
                    <a:pt x="67" y="4699"/>
                  </a:lnTo>
                  <a:lnTo>
                    <a:pt x="101" y="4153"/>
                  </a:lnTo>
                  <a:lnTo>
                    <a:pt x="145" y="3597"/>
                  </a:lnTo>
                  <a:lnTo>
                    <a:pt x="145" y="3597"/>
                  </a:lnTo>
                  <a:lnTo>
                    <a:pt x="156" y="3418"/>
                  </a:lnTo>
                  <a:lnTo>
                    <a:pt x="156" y="3418"/>
                  </a:lnTo>
                  <a:lnTo>
                    <a:pt x="212" y="2750"/>
                  </a:lnTo>
                  <a:lnTo>
                    <a:pt x="212" y="2750"/>
                  </a:lnTo>
                  <a:lnTo>
                    <a:pt x="279" y="2071"/>
                  </a:lnTo>
                  <a:lnTo>
                    <a:pt x="357" y="1381"/>
                  </a:lnTo>
                  <a:lnTo>
                    <a:pt x="435" y="702"/>
                  </a:lnTo>
                  <a:lnTo>
                    <a:pt x="524" y="23"/>
                  </a:lnTo>
                  <a:lnTo>
                    <a:pt x="524" y="23"/>
                  </a:lnTo>
                  <a:lnTo>
                    <a:pt x="524" y="1"/>
                  </a:lnTo>
                  <a:close/>
                </a:path>
              </a:pathLst>
            </a:custGeom>
            <a:solidFill>
              <a:srgbClr val="E4C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759751" y="2710735"/>
              <a:ext cx="12297" cy="173519"/>
            </a:xfrm>
            <a:custGeom>
              <a:rect b="b" l="l" r="r" t="t"/>
              <a:pathLst>
                <a:path extrusionOk="0" fill="none" h="7394" w="524">
                  <a:moveTo>
                    <a:pt x="524" y="1"/>
                  </a:moveTo>
                  <a:lnTo>
                    <a:pt x="524" y="1"/>
                  </a:lnTo>
                  <a:lnTo>
                    <a:pt x="524" y="23"/>
                  </a:lnTo>
                  <a:lnTo>
                    <a:pt x="524" y="23"/>
                  </a:lnTo>
                  <a:lnTo>
                    <a:pt x="435" y="702"/>
                  </a:lnTo>
                  <a:lnTo>
                    <a:pt x="357" y="1381"/>
                  </a:lnTo>
                  <a:lnTo>
                    <a:pt x="279" y="2071"/>
                  </a:lnTo>
                  <a:lnTo>
                    <a:pt x="212" y="2750"/>
                  </a:lnTo>
                  <a:lnTo>
                    <a:pt x="212" y="2750"/>
                  </a:lnTo>
                  <a:lnTo>
                    <a:pt x="156" y="3418"/>
                  </a:lnTo>
                  <a:lnTo>
                    <a:pt x="156" y="3418"/>
                  </a:lnTo>
                  <a:lnTo>
                    <a:pt x="145" y="3597"/>
                  </a:lnTo>
                  <a:lnTo>
                    <a:pt x="145" y="3597"/>
                  </a:lnTo>
                  <a:lnTo>
                    <a:pt x="101" y="4153"/>
                  </a:lnTo>
                  <a:lnTo>
                    <a:pt x="67" y="4699"/>
                  </a:lnTo>
                  <a:lnTo>
                    <a:pt x="67" y="4699"/>
                  </a:lnTo>
                  <a:lnTo>
                    <a:pt x="45" y="5244"/>
                  </a:lnTo>
                  <a:lnTo>
                    <a:pt x="45" y="5244"/>
                  </a:lnTo>
                  <a:lnTo>
                    <a:pt x="23" y="5790"/>
                  </a:lnTo>
                  <a:lnTo>
                    <a:pt x="23" y="5790"/>
                  </a:lnTo>
                  <a:lnTo>
                    <a:pt x="0" y="6592"/>
                  </a:lnTo>
                  <a:lnTo>
                    <a:pt x="0" y="7393"/>
                  </a:lnTo>
                  <a:lnTo>
                    <a:pt x="0" y="7393"/>
                  </a:lnTo>
                  <a:lnTo>
                    <a:pt x="0" y="6592"/>
                  </a:lnTo>
                  <a:lnTo>
                    <a:pt x="23" y="5790"/>
                  </a:lnTo>
                  <a:lnTo>
                    <a:pt x="23" y="5790"/>
                  </a:lnTo>
                  <a:lnTo>
                    <a:pt x="45" y="5244"/>
                  </a:lnTo>
                  <a:lnTo>
                    <a:pt x="45" y="5244"/>
                  </a:lnTo>
                  <a:lnTo>
                    <a:pt x="67" y="4699"/>
                  </a:lnTo>
                  <a:lnTo>
                    <a:pt x="67" y="4699"/>
                  </a:lnTo>
                  <a:lnTo>
                    <a:pt x="101" y="4153"/>
                  </a:lnTo>
                  <a:lnTo>
                    <a:pt x="145" y="3597"/>
                  </a:lnTo>
                  <a:lnTo>
                    <a:pt x="145" y="3597"/>
                  </a:lnTo>
                  <a:lnTo>
                    <a:pt x="156" y="3418"/>
                  </a:lnTo>
                  <a:lnTo>
                    <a:pt x="156" y="3418"/>
                  </a:lnTo>
                  <a:lnTo>
                    <a:pt x="212" y="2750"/>
                  </a:lnTo>
                  <a:lnTo>
                    <a:pt x="212" y="2750"/>
                  </a:lnTo>
                  <a:lnTo>
                    <a:pt x="279" y="2071"/>
                  </a:lnTo>
                  <a:lnTo>
                    <a:pt x="357" y="1381"/>
                  </a:lnTo>
                  <a:lnTo>
                    <a:pt x="435" y="702"/>
                  </a:lnTo>
                  <a:lnTo>
                    <a:pt x="524" y="23"/>
                  </a:lnTo>
                  <a:lnTo>
                    <a:pt x="524" y="23"/>
                  </a:lnTo>
                  <a:lnTo>
                    <a:pt x="52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759751" y="2152138"/>
              <a:ext cx="667064" cy="1247603"/>
            </a:xfrm>
            <a:custGeom>
              <a:rect b="b" l="l" r="r" t="t"/>
              <a:pathLst>
                <a:path extrusionOk="0" h="53163" w="28425">
                  <a:moveTo>
                    <a:pt x="17046" y="0"/>
                  </a:moveTo>
                  <a:lnTo>
                    <a:pt x="17146" y="1370"/>
                  </a:lnTo>
                  <a:lnTo>
                    <a:pt x="17190" y="2283"/>
                  </a:lnTo>
                  <a:lnTo>
                    <a:pt x="17224" y="3173"/>
                  </a:lnTo>
                  <a:lnTo>
                    <a:pt x="17235" y="4053"/>
                  </a:lnTo>
                  <a:lnTo>
                    <a:pt x="17235" y="4910"/>
                  </a:lnTo>
                  <a:lnTo>
                    <a:pt x="17213" y="5768"/>
                  </a:lnTo>
                  <a:lnTo>
                    <a:pt x="17168" y="6614"/>
                  </a:lnTo>
                  <a:lnTo>
                    <a:pt x="17101" y="7449"/>
                  </a:lnTo>
                  <a:lnTo>
                    <a:pt x="17023" y="8273"/>
                  </a:lnTo>
                  <a:lnTo>
                    <a:pt x="16923" y="9085"/>
                  </a:lnTo>
                  <a:lnTo>
                    <a:pt x="16801" y="9898"/>
                  </a:lnTo>
                  <a:lnTo>
                    <a:pt x="16656" y="10711"/>
                  </a:lnTo>
                  <a:lnTo>
                    <a:pt x="16489" y="11512"/>
                  </a:lnTo>
                  <a:lnTo>
                    <a:pt x="16300" y="12314"/>
                  </a:lnTo>
                  <a:lnTo>
                    <a:pt x="16088" y="13116"/>
                  </a:lnTo>
                  <a:lnTo>
                    <a:pt x="15854" y="13906"/>
                  </a:lnTo>
                  <a:lnTo>
                    <a:pt x="15587" y="14708"/>
                  </a:lnTo>
                  <a:lnTo>
                    <a:pt x="15799" y="14585"/>
                  </a:lnTo>
                  <a:lnTo>
                    <a:pt x="15643" y="14953"/>
                  </a:lnTo>
                  <a:lnTo>
                    <a:pt x="15476" y="15309"/>
                  </a:lnTo>
                  <a:lnTo>
                    <a:pt x="15298" y="15665"/>
                  </a:lnTo>
                  <a:lnTo>
                    <a:pt x="15109" y="16021"/>
                  </a:lnTo>
                  <a:lnTo>
                    <a:pt x="14808" y="16767"/>
                  </a:lnTo>
                  <a:lnTo>
                    <a:pt x="14485" y="17513"/>
                  </a:lnTo>
                  <a:lnTo>
                    <a:pt x="14129" y="18259"/>
                  </a:lnTo>
                  <a:lnTo>
                    <a:pt x="13761" y="19016"/>
                  </a:lnTo>
                  <a:lnTo>
                    <a:pt x="13361" y="19773"/>
                  </a:lnTo>
                  <a:lnTo>
                    <a:pt x="13160" y="20152"/>
                  </a:lnTo>
                  <a:lnTo>
                    <a:pt x="12938" y="20530"/>
                  </a:lnTo>
                  <a:lnTo>
                    <a:pt x="12715" y="20898"/>
                  </a:lnTo>
                  <a:lnTo>
                    <a:pt x="12492" y="21254"/>
                  </a:lnTo>
                  <a:lnTo>
                    <a:pt x="12247" y="21610"/>
                  </a:lnTo>
                  <a:lnTo>
                    <a:pt x="11991" y="21955"/>
                  </a:lnTo>
                  <a:lnTo>
                    <a:pt x="11724" y="22289"/>
                  </a:lnTo>
                  <a:lnTo>
                    <a:pt x="11446" y="22601"/>
                  </a:lnTo>
                  <a:lnTo>
                    <a:pt x="11156" y="22902"/>
                  </a:lnTo>
                  <a:lnTo>
                    <a:pt x="10844" y="23191"/>
                  </a:lnTo>
                  <a:lnTo>
                    <a:pt x="10533" y="23447"/>
                  </a:lnTo>
                  <a:lnTo>
                    <a:pt x="10366" y="23581"/>
                  </a:lnTo>
                  <a:lnTo>
                    <a:pt x="10188" y="23692"/>
                  </a:lnTo>
                  <a:lnTo>
                    <a:pt x="10009" y="23815"/>
                  </a:lnTo>
                  <a:lnTo>
                    <a:pt x="9831" y="23915"/>
                  </a:lnTo>
                  <a:lnTo>
                    <a:pt x="9653" y="24015"/>
                  </a:lnTo>
                  <a:lnTo>
                    <a:pt x="9464" y="24115"/>
                  </a:lnTo>
                  <a:lnTo>
                    <a:pt x="9230" y="24215"/>
                  </a:lnTo>
                  <a:lnTo>
                    <a:pt x="8996" y="24316"/>
                  </a:lnTo>
                  <a:lnTo>
                    <a:pt x="8751" y="24394"/>
                  </a:lnTo>
                  <a:lnTo>
                    <a:pt x="8518" y="24472"/>
                  </a:lnTo>
                  <a:lnTo>
                    <a:pt x="8273" y="24538"/>
                  </a:lnTo>
                  <a:lnTo>
                    <a:pt x="8028" y="24594"/>
                  </a:lnTo>
                  <a:lnTo>
                    <a:pt x="7772" y="24650"/>
                  </a:lnTo>
                  <a:lnTo>
                    <a:pt x="7527" y="24694"/>
                  </a:lnTo>
                  <a:lnTo>
                    <a:pt x="7271" y="24728"/>
                  </a:lnTo>
                  <a:lnTo>
                    <a:pt x="7015" y="24761"/>
                  </a:lnTo>
                  <a:lnTo>
                    <a:pt x="6514" y="24794"/>
                  </a:lnTo>
                  <a:lnTo>
                    <a:pt x="5990" y="24817"/>
                  </a:lnTo>
                  <a:lnTo>
                    <a:pt x="5478" y="24828"/>
                  </a:lnTo>
                  <a:lnTo>
                    <a:pt x="4654" y="24817"/>
                  </a:lnTo>
                  <a:lnTo>
                    <a:pt x="4109" y="24794"/>
                  </a:lnTo>
                  <a:lnTo>
                    <a:pt x="3552" y="24761"/>
                  </a:lnTo>
                  <a:lnTo>
                    <a:pt x="3285" y="24728"/>
                  </a:lnTo>
                  <a:lnTo>
                    <a:pt x="3007" y="24694"/>
                  </a:lnTo>
                  <a:lnTo>
                    <a:pt x="2739" y="24650"/>
                  </a:lnTo>
                  <a:lnTo>
                    <a:pt x="2472" y="24605"/>
                  </a:lnTo>
                  <a:lnTo>
                    <a:pt x="2205" y="24549"/>
                  </a:lnTo>
                  <a:lnTo>
                    <a:pt x="1938" y="24483"/>
                  </a:lnTo>
                  <a:lnTo>
                    <a:pt x="1693" y="24394"/>
                  </a:lnTo>
                  <a:lnTo>
                    <a:pt x="1437" y="24305"/>
                  </a:lnTo>
                  <a:lnTo>
                    <a:pt x="1203" y="24204"/>
                  </a:lnTo>
                  <a:lnTo>
                    <a:pt x="969" y="24082"/>
                  </a:lnTo>
                  <a:lnTo>
                    <a:pt x="746" y="23948"/>
                  </a:lnTo>
                  <a:lnTo>
                    <a:pt x="535" y="23804"/>
                  </a:lnTo>
                  <a:lnTo>
                    <a:pt x="524" y="23804"/>
                  </a:lnTo>
                  <a:lnTo>
                    <a:pt x="524" y="23826"/>
                  </a:lnTo>
                  <a:lnTo>
                    <a:pt x="435" y="24505"/>
                  </a:lnTo>
                  <a:lnTo>
                    <a:pt x="357" y="25184"/>
                  </a:lnTo>
                  <a:lnTo>
                    <a:pt x="279" y="25874"/>
                  </a:lnTo>
                  <a:lnTo>
                    <a:pt x="212" y="26553"/>
                  </a:lnTo>
                  <a:lnTo>
                    <a:pt x="156" y="27221"/>
                  </a:lnTo>
                  <a:lnTo>
                    <a:pt x="145" y="27400"/>
                  </a:lnTo>
                  <a:lnTo>
                    <a:pt x="101" y="27956"/>
                  </a:lnTo>
                  <a:lnTo>
                    <a:pt x="67" y="28502"/>
                  </a:lnTo>
                  <a:lnTo>
                    <a:pt x="45" y="29047"/>
                  </a:lnTo>
                  <a:lnTo>
                    <a:pt x="23" y="29593"/>
                  </a:lnTo>
                  <a:lnTo>
                    <a:pt x="0" y="30395"/>
                  </a:lnTo>
                  <a:lnTo>
                    <a:pt x="0" y="31196"/>
                  </a:lnTo>
                  <a:lnTo>
                    <a:pt x="12" y="32176"/>
                  </a:lnTo>
                  <a:lnTo>
                    <a:pt x="34" y="33133"/>
                  </a:lnTo>
                  <a:lnTo>
                    <a:pt x="90" y="34091"/>
                  </a:lnTo>
                  <a:lnTo>
                    <a:pt x="167" y="35015"/>
                  </a:lnTo>
                  <a:lnTo>
                    <a:pt x="257" y="35928"/>
                  </a:lnTo>
                  <a:lnTo>
                    <a:pt x="379" y="36818"/>
                  </a:lnTo>
                  <a:lnTo>
                    <a:pt x="513" y="37687"/>
                  </a:lnTo>
                  <a:lnTo>
                    <a:pt x="591" y="38110"/>
                  </a:lnTo>
                  <a:lnTo>
                    <a:pt x="680" y="38522"/>
                  </a:lnTo>
                  <a:lnTo>
                    <a:pt x="769" y="38934"/>
                  </a:lnTo>
                  <a:lnTo>
                    <a:pt x="858" y="39346"/>
                  </a:lnTo>
                  <a:lnTo>
                    <a:pt x="958" y="39735"/>
                  </a:lnTo>
                  <a:lnTo>
                    <a:pt x="1069" y="40136"/>
                  </a:lnTo>
                  <a:lnTo>
                    <a:pt x="1181" y="40515"/>
                  </a:lnTo>
                  <a:lnTo>
                    <a:pt x="1303" y="40893"/>
                  </a:lnTo>
                  <a:lnTo>
                    <a:pt x="1426" y="41261"/>
                  </a:lnTo>
                  <a:lnTo>
                    <a:pt x="1559" y="41628"/>
                  </a:lnTo>
                  <a:lnTo>
                    <a:pt x="1693" y="41973"/>
                  </a:lnTo>
                  <a:lnTo>
                    <a:pt x="1826" y="42318"/>
                  </a:lnTo>
                  <a:lnTo>
                    <a:pt x="1982" y="42652"/>
                  </a:lnTo>
                  <a:lnTo>
                    <a:pt x="2127" y="42986"/>
                  </a:lnTo>
                  <a:lnTo>
                    <a:pt x="2294" y="43309"/>
                  </a:lnTo>
                  <a:lnTo>
                    <a:pt x="2461" y="43610"/>
                  </a:lnTo>
                  <a:lnTo>
                    <a:pt x="2628" y="43910"/>
                  </a:lnTo>
                  <a:lnTo>
                    <a:pt x="2806" y="44211"/>
                  </a:lnTo>
                  <a:lnTo>
                    <a:pt x="2984" y="44489"/>
                  </a:lnTo>
                  <a:lnTo>
                    <a:pt x="3174" y="44768"/>
                  </a:lnTo>
                  <a:lnTo>
                    <a:pt x="3363" y="45035"/>
                  </a:lnTo>
                  <a:lnTo>
                    <a:pt x="3563" y="45302"/>
                  </a:lnTo>
                  <a:lnTo>
                    <a:pt x="3741" y="45536"/>
                  </a:lnTo>
                  <a:lnTo>
                    <a:pt x="3919" y="45770"/>
                  </a:lnTo>
                  <a:lnTo>
                    <a:pt x="3986" y="45848"/>
                  </a:lnTo>
                  <a:lnTo>
                    <a:pt x="4376" y="46304"/>
                  </a:lnTo>
                  <a:lnTo>
                    <a:pt x="4387" y="46326"/>
                  </a:lnTo>
                  <a:lnTo>
                    <a:pt x="4398" y="46337"/>
                  </a:lnTo>
                  <a:lnTo>
                    <a:pt x="4788" y="46761"/>
                  </a:lnTo>
                  <a:lnTo>
                    <a:pt x="4899" y="46883"/>
                  </a:lnTo>
                  <a:lnTo>
                    <a:pt x="5255" y="47228"/>
                  </a:lnTo>
                  <a:lnTo>
                    <a:pt x="5467" y="47440"/>
                  </a:lnTo>
                  <a:lnTo>
                    <a:pt x="5701" y="47651"/>
                  </a:lnTo>
                  <a:lnTo>
                    <a:pt x="5723" y="47662"/>
                  </a:lnTo>
                  <a:lnTo>
                    <a:pt x="5957" y="47874"/>
                  </a:lnTo>
                  <a:lnTo>
                    <a:pt x="6202" y="48074"/>
                  </a:lnTo>
                  <a:lnTo>
                    <a:pt x="6257" y="48119"/>
                  </a:lnTo>
                  <a:lnTo>
                    <a:pt x="6480" y="48297"/>
                  </a:lnTo>
                  <a:lnTo>
                    <a:pt x="6703" y="48464"/>
                  </a:lnTo>
                  <a:lnTo>
                    <a:pt x="6959" y="48653"/>
                  </a:lnTo>
                  <a:lnTo>
                    <a:pt x="7226" y="48842"/>
                  </a:lnTo>
                  <a:lnTo>
                    <a:pt x="7649" y="49121"/>
                  </a:lnTo>
                  <a:lnTo>
                    <a:pt x="8206" y="49466"/>
                  </a:lnTo>
                  <a:lnTo>
                    <a:pt x="8484" y="49633"/>
                  </a:lnTo>
                  <a:lnTo>
                    <a:pt x="8774" y="49789"/>
                  </a:lnTo>
                  <a:lnTo>
                    <a:pt x="9108" y="49967"/>
                  </a:lnTo>
                  <a:lnTo>
                    <a:pt x="9553" y="50178"/>
                  </a:lnTo>
                  <a:lnTo>
                    <a:pt x="10065" y="50412"/>
                  </a:lnTo>
                  <a:lnTo>
                    <a:pt x="10577" y="50635"/>
                  </a:lnTo>
                  <a:lnTo>
                    <a:pt x="10922" y="50780"/>
                  </a:lnTo>
                  <a:lnTo>
                    <a:pt x="11423" y="50969"/>
                  </a:lnTo>
                  <a:lnTo>
                    <a:pt x="11757" y="51080"/>
                  </a:lnTo>
                  <a:lnTo>
                    <a:pt x="12091" y="51192"/>
                  </a:lnTo>
                  <a:lnTo>
                    <a:pt x="12503" y="51325"/>
                  </a:lnTo>
                  <a:lnTo>
                    <a:pt x="12938" y="51459"/>
                  </a:lnTo>
                  <a:lnTo>
                    <a:pt x="13372" y="51581"/>
                  </a:lnTo>
                  <a:lnTo>
                    <a:pt x="13773" y="51681"/>
                  </a:lnTo>
                  <a:lnTo>
                    <a:pt x="13817" y="51693"/>
                  </a:lnTo>
                  <a:lnTo>
                    <a:pt x="14274" y="51815"/>
                  </a:lnTo>
                  <a:lnTo>
                    <a:pt x="14841" y="51949"/>
                  </a:lnTo>
                  <a:lnTo>
                    <a:pt x="15109" y="52004"/>
                  </a:lnTo>
                  <a:lnTo>
                    <a:pt x="15843" y="52149"/>
                  </a:lnTo>
                  <a:lnTo>
                    <a:pt x="16511" y="52283"/>
                  </a:lnTo>
                  <a:lnTo>
                    <a:pt x="16990" y="52361"/>
                  </a:lnTo>
                  <a:lnTo>
                    <a:pt x="17680" y="52461"/>
                  </a:lnTo>
                  <a:lnTo>
                    <a:pt x="18371" y="52561"/>
                  </a:lnTo>
                  <a:lnTo>
                    <a:pt x="18916" y="52628"/>
                  </a:lnTo>
                  <a:lnTo>
                    <a:pt x="19016" y="52639"/>
                  </a:lnTo>
                  <a:lnTo>
                    <a:pt x="19540" y="52706"/>
                  </a:lnTo>
                  <a:lnTo>
                    <a:pt x="20074" y="52761"/>
                  </a:lnTo>
                  <a:lnTo>
                    <a:pt x="20620" y="52806"/>
                  </a:lnTo>
                  <a:lnTo>
                    <a:pt x="21121" y="52862"/>
                  </a:lnTo>
                  <a:lnTo>
                    <a:pt x="21644" y="52895"/>
                  </a:lnTo>
                  <a:lnTo>
                    <a:pt x="22022" y="52928"/>
                  </a:lnTo>
                  <a:lnTo>
                    <a:pt x="22401" y="52951"/>
                  </a:lnTo>
                  <a:lnTo>
                    <a:pt x="23470" y="53017"/>
                  </a:lnTo>
                  <a:lnTo>
                    <a:pt x="24672" y="53073"/>
                  </a:lnTo>
                  <a:lnTo>
                    <a:pt x="25908" y="53118"/>
                  </a:lnTo>
                  <a:lnTo>
                    <a:pt x="26888" y="53140"/>
                  </a:lnTo>
                  <a:lnTo>
                    <a:pt x="27188" y="53151"/>
                  </a:lnTo>
                  <a:lnTo>
                    <a:pt x="28346" y="53162"/>
                  </a:lnTo>
                  <a:lnTo>
                    <a:pt x="28424" y="53162"/>
                  </a:lnTo>
                  <a:lnTo>
                    <a:pt x="28324" y="52873"/>
                  </a:lnTo>
                  <a:lnTo>
                    <a:pt x="28213" y="52594"/>
                  </a:lnTo>
                  <a:lnTo>
                    <a:pt x="28090" y="52327"/>
                  </a:lnTo>
                  <a:lnTo>
                    <a:pt x="27956" y="52082"/>
                  </a:lnTo>
                  <a:lnTo>
                    <a:pt x="27823" y="51837"/>
                  </a:lnTo>
                  <a:lnTo>
                    <a:pt x="27678" y="51604"/>
                  </a:lnTo>
                  <a:lnTo>
                    <a:pt x="27522" y="51392"/>
                  </a:lnTo>
                  <a:lnTo>
                    <a:pt x="27366" y="51180"/>
                  </a:lnTo>
                  <a:lnTo>
                    <a:pt x="27211" y="50980"/>
                  </a:lnTo>
                  <a:lnTo>
                    <a:pt x="27044" y="50791"/>
                  </a:lnTo>
                  <a:lnTo>
                    <a:pt x="26865" y="50602"/>
                  </a:lnTo>
                  <a:lnTo>
                    <a:pt x="26687" y="50435"/>
                  </a:lnTo>
                  <a:lnTo>
                    <a:pt x="26509" y="50268"/>
                  </a:lnTo>
                  <a:lnTo>
                    <a:pt x="26331" y="50101"/>
                  </a:lnTo>
                  <a:lnTo>
                    <a:pt x="25952" y="49811"/>
                  </a:lnTo>
                  <a:lnTo>
                    <a:pt x="25574" y="49533"/>
                  </a:lnTo>
                  <a:lnTo>
                    <a:pt x="25195" y="49288"/>
                  </a:lnTo>
                  <a:lnTo>
                    <a:pt x="24817" y="49054"/>
                  </a:lnTo>
                  <a:lnTo>
                    <a:pt x="24438" y="48831"/>
                  </a:lnTo>
                  <a:lnTo>
                    <a:pt x="23737" y="48408"/>
                  </a:lnTo>
                  <a:lnTo>
                    <a:pt x="23414" y="48197"/>
                  </a:lnTo>
                  <a:lnTo>
                    <a:pt x="23113" y="47996"/>
                  </a:lnTo>
                  <a:lnTo>
                    <a:pt x="22891" y="47829"/>
                  </a:lnTo>
                  <a:lnTo>
                    <a:pt x="22657" y="47673"/>
                  </a:lnTo>
                  <a:lnTo>
                    <a:pt x="22134" y="47351"/>
                  </a:lnTo>
                  <a:lnTo>
                    <a:pt x="21577" y="47028"/>
                  </a:lnTo>
                  <a:lnTo>
                    <a:pt x="20987" y="46683"/>
                  </a:lnTo>
                  <a:lnTo>
                    <a:pt x="20363" y="46326"/>
                  </a:lnTo>
                  <a:lnTo>
                    <a:pt x="19740" y="45937"/>
                  </a:lnTo>
                  <a:lnTo>
                    <a:pt x="19417" y="45736"/>
                  </a:lnTo>
                  <a:lnTo>
                    <a:pt x="19105" y="45525"/>
                  </a:lnTo>
                  <a:lnTo>
                    <a:pt x="18794" y="45313"/>
                  </a:lnTo>
                  <a:lnTo>
                    <a:pt x="18482" y="45079"/>
                  </a:lnTo>
                  <a:lnTo>
                    <a:pt x="18181" y="44846"/>
                  </a:lnTo>
                  <a:lnTo>
                    <a:pt x="17881" y="44601"/>
                  </a:lnTo>
                  <a:lnTo>
                    <a:pt x="17591" y="44345"/>
                  </a:lnTo>
                  <a:lnTo>
                    <a:pt x="17313" y="44077"/>
                  </a:lnTo>
                  <a:lnTo>
                    <a:pt x="17046" y="43799"/>
                  </a:lnTo>
                  <a:lnTo>
                    <a:pt x="16790" y="43498"/>
                  </a:lnTo>
                  <a:lnTo>
                    <a:pt x="16545" y="43198"/>
                  </a:lnTo>
                  <a:lnTo>
                    <a:pt x="16311" y="42875"/>
                  </a:lnTo>
                  <a:lnTo>
                    <a:pt x="16099" y="42541"/>
                  </a:lnTo>
                  <a:lnTo>
                    <a:pt x="15899" y="42196"/>
                  </a:lnTo>
                  <a:lnTo>
                    <a:pt x="15710" y="41828"/>
                  </a:lnTo>
                  <a:lnTo>
                    <a:pt x="15554" y="41450"/>
                  </a:lnTo>
                  <a:lnTo>
                    <a:pt x="15409" y="41049"/>
                  </a:lnTo>
                  <a:lnTo>
                    <a:pt x="15353" y="40849"/>
                  </a:lnTo>
                  <a:lnTo>
                    <a:pt x="15298" y="40637"/>
                  </a:lnTo>
                  <a:lnTo>
                    <a:pt x="15242" y="40426"/>
                  </a:lnTo>
                  <a:lnTo>
                    <a:pt x="15198" y="40203"/>
                  </a:lnTo>
                  <a:lnTo>
                    <a:pt x="15164" y="39980"/>
                  </a:lnTo>
                  <a:lnTo>
                    <a:pt x="15131" y="39758"/>
                  </a:lnTo>
                  <a:lnTo>
                    <a:pt x="15086" y="39301"/>
                  </a:lnTo>
                  <a:lnTo>
                    <a:pt x="15053" y="38845"/>
                  </a:lnTo>
                  <a:lnTo>
                    <a:pt x="15031" y="38388"/>
                  </a:lnTo>
                  <a:lnTo>
                    <a:pt x="15031" y="37932"/>
                  </a:lnTo>
                  <a:lnTo>
                    <a:pt x="15031" y="37475"/>
                  </a:lnTo>
                  <a:lnTo>
                    <a:pt x="15053" y="37030"/>
                  </a:lnTo>
                  <a:lnTo>
                    <a:pt x="15075" y="36574"/>
                  </a:lnTo>
                  <a:lnTo>
                    <a:pt x="15120" y="36139"/>
                  </a:lnTo>
                  <a:lnTo>
                    <a:pt x="15164" y="35694"/>
                  </a:lnTo>
                  <a:lnTo>
                    <a:pt x="15220" y="35271"/>
                  </a:lnTo>
                  <a:lnTo>
                    <a:pt x="15287" y="34848"/>
                  </a:lnTo>
                  <a:lnTo>
                    <a:pt x="15353" y="34425"/>
                  </a:lnTo>
                  <a:lnTo>
                    <a:pt x="15431" y="34024"/>
                  </a:lnTo>
                  <a:lnTo>
                    <a:pt x="15509" y="33634"/>
                  </a:lnTo>
                  <a:lnTo>
                    <a:pt x="15676" y="32877"/>
                  </a:lnTo>
                  <a:lnTo>
                    <a:pt x="15854" y="32176"/>
                  </a:lnTo>
                  <a:lnTo>
                    <a:pt x="16033" y="31530"/>
                  </a:lnTo>
                  <a:lnTo>
                    <a:pt x="16211" y="30951"/>
                  </a:lnTo>
                  <a:lnTo>
                    <a:pt x="16378" y="30461"/>
                  </a:lnTo>
                  <a:lnTo>
                    <a:pt x="16522" y="30049"/>
                  </a:lnTo>
                  <a:lnTo>
                    <a:pt x="16645" y="29715"/>
                  </a:lnTo>
                  <a:lnTo>
                    <a:pt x="16790" y="29381"/>
                  </a:lnTo>
                  <a:lnTo>
                    <a:pt x="16979" y="28836"/>
                  </a:lnTo>
                  <a:lnTo>
                    <a:pt x="17157" y="28290"/>
                  </a:lnTo>
                  <a:lnTo>
                    <a:pt x="17246" y="27956"/>
                  </a:lnTo>
                  <a:lnTo>
                    <a:pt x="17335" y="27622"/>
                  </a:lnTo>
                  <a:lnTo>
                    <a:pt x="17502" y="26910"/>
                  </a:lnTo>
                  <a:lnTo>
                    <a:pt x="17647" y="26164"/>
                  </a:lnTo>
                  <a:lnTo>
                    <a:pt x="17781" y="25429"/>
                  </a:lnTo>
                  <a:lnTo>
                    <a:pt x="17903" y="24716"/>
                  </a:lnTo>
                  <a:lnTo>
                    <a:pt x="18003" y="24060"/>
                  </a:lnTo>
                  <a:lnTo>
                    <a:pt x="18159" y="22980"/>
                  </a:lnTo>
                  <a:lnTo>
                    <a:pt x="17836" y="22891"/>
                  </a:lnTo>
                  <a:lnTo>
                    <a:pt x="17781" y="22868"/>
                  </a:lnTo>
                  <a:lnTo>
                    <a:pt x="17736" y="22846"/>
                  </a:lnTo>
                  <a:lnTo>
                    <a:pt x="17691" y="22813"/>
                  </a:lnTo>
                  <a:lnTo>
                    <a:pt x="17658" y="22768"/>
                  </a:lnTo>
                  <a:lnTo>
                    <a:pt x="17636" y="22724"/>
                  </a:lnTo>
                  <a:lnTo>
                    <a:pt x="17614" y="22679"/>
                  </a:lnTo>
                  <a:lnTo>
                    <a:pt x="17602" y="22623"/>
                  </a:lnTo>
                  <a:lnTo>
                    <a:pt x="17602" y="22568"/>
                  </a:lnTo>
                  <a:lnTo>
                    <a:pt x="17602" y="22445"/>
                  </a:lnTo>
                  <a:lnTo>
                    <a:pt x="17636" y="22301"/>
                  </a:lnTo>
                  <a:lnTo>
                    <a:pt x="17669" y="22156"/>
                  </a:lnTo>
                  <a:lnTo>
                    <a:pt x="17725" y="22000"/>
                  </a:lnTo>
                  <a:lnTo>
                    <a:pt x="17858" y="21655"/>
                  </a:lnTo>
                  <a:lnTo>
                    <a:pt x="17992" y="21310"/>
                  </a:lnTo>
                  <a:lnTo>
                    <a:pt x="18059" y="21143"/>
                  </a:lnTo>
                  <a:lnTo>
                    <a:pt x="18103" y="20976"/>
                  </a:lnTo>
                  <a:lnTo>
                    <a:pt x="18148" y="20820"/>
                  </a:lnTo>
                  <a:lnTo>
                    <a:pt x="18170" y="20664"/>
                  </a:lnTo>
                  <a:lnTo>
                    <a:pt x="18248" y="19996"/>
                  </a:lnTo>
                  <a:lnTo>
                    <a:pt x="18315" y="19306"/>
                  </a:lnTo>
                  <a:lnTo>
                    <a:pt x="18371" y="18593"/>
                  </a:lnTo>
                  <a:lnTo>
                    <a:pt x="18415" y="17847"/>
                  </a:lnTo>
                  <a:lnTo>
                    <a:pt x="18449" y="17079"/>
                  </a:lnTo>
                  <a:lnTo>
                    <a:pt x="18482" y="16277"/>
                  </a:lnTo>
                  <a:lnTo>
                    <a:pt x="18493" y="15442"/>
                  </a:lnTo>
                  <a:lnTo>
                    <a:pt x="18504" y="14585"/>
                  </a:lnTo>
                  <a:lnTo>
                    <a:pt x="18504" y="13683"/>
                  </a:lnTo>
                  <a:lnTo>
                    <a:pt x="18493" y="12759"/>
                  </a:lnTo>
                  <a:lnTo>
                    <a:pt x="18482" y="11791"/>
                  </a:lnTo>
                  <a:lnTo>
                    <a:pt x="18449" y="10800"/>
                  </a:lnTo>
                  <a:lnTo>
                    <a:pt x="18404" y="9764"/>
                  </a:lnTo>
                  <a:lnTo>
                    <a:pt x="18359" y="8684"/>
                  </a:lnTo>
                  <a:lnTo>
                    <a:pt x="18304" y="7571"/>
                  </a:lnTo>
                  <a:lnTo>
                    <a:pt x="18237" y="6424"/>
                  </a:lnTo>
                  <a:lnTo>
                    <a:pt x="18192" y="5756"/>
                  </a:lnTo>
                  <a:lnTo>
                    <a:pt x="17736" y="3530"/>
                  </a:lnTo>
                  <a:lnTo>
                    <a:pt x="170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759751" y="2152138"/>
              <a:ext cx="667064" cy="1247603"/>
            </a:xfrm>
            <a:custGeom>
              <a:rect b="b" l="l" r="r" t="t"/>
              <a:pathLst>
                <a:path extrusionOk="0" fill="none" h="53163" w="28425">
                  <a:moveTo>
                    <a:pt x="17046" y="0"/>
                  </a:moveTo>
                  <a:lnTo>
                    <a:pt x="17046" y="0"/>
                  </a:lnTo>
                  <a:lnTo>
                    <a:pt x="17146" y="1370"/>
                  </a:lnTo>
                  <a:lnTo>
                    <a:pt x="17146" y="1370"/>
                  </a:lnTo>
                  <a:lnTo>
                    <a:pt x="17190" y="2283"/>
                  </a:lnTo>
                  <a:lnTo>
                    <a:pt x="17224" y="3173"/>
                  </a:lnTo>
                  <a:lnTo>
                    <a:pt x="17235" y="4053"/>
                  </a:lnTo>
                  <a:lnTo>
                    <a:pt x="17235" y="4910"/>
                  </a:lnTo>
                  <a:lnTo>
                    <a:pt x="17213" y="5768"/>
                  </a:lnTo>
                  <a:lnTo>
                    <a:pt x="17168" y="6614"/>
                  </a:lnTo>
                  <a:lnTo>
                    <a:pt x="17101" y="7449"/>
                  </a:lnTo>
                  <a:lnTo>
                    <a:pt x="17023" y="8273"/>
                  </a:lnTo>
                  <a:lnTo>
                    <a:pt x="16923" y="9085"/>
                  </a:lnTo>
                  <a:lnTo>
                    <a:pt x="16801" y="9898"/>
                  </a:lnTo>
                  <a:lnTo>
                    <a:pt x="16656" y="10711"/>
                  </a:lnTo>
                  <a:lnTo>
                    <a:pt x="16489" y="11512"/>
                  </a:lnTo>
                  <a:lnTo>
                    <a:pt x="16300" y="12314"/>
                  </a:lnTo>
                  <a:lnTo>
                    <a:pt x="16088" y="13116"/>
                  </a:lnTo>
                  <a:lnTo>
                    <a:pt x="15854" y="13906"/>
                  </a:lnTo>
                  <a:lnTo>
                    <a:pt x="15587" y="14708"/>
                  </a:lnTo>
                  <a:lnTo>
                    <a:pt x="15799" y="14585"/>
                  </a:lnTo>
                  <a:lnTo>
                    <a:pt x="15799" y="14585"/>
                  </a:lnTo>
                  <a:lnTo>
                    <a:pt x="15643" y="14953"/>
                  </a:lnTo>
                  <a:lnTo>
                    <a:pt x="15476" y="15309"/>
                  </a:lnTo>
                  <a:lnTo>
                    <a:pt x="15298" y="15665"/>
                  </a:lnTo>
                  <a:lnTo>
                    <a:pt x="15109" y="16021"/>
                  </a:lnTo>
                  <a:lnTo>
                    <a:pt x="15109" y="16021"/>
                  </a:lnTo>
                  <a:lnTo>
                    <a:pt x="14808" y="16767"/>
                  </a:lnTo>
                  <a:lnTo>
                    <a:pt x="14485" y="17513"/>
                  </a:lnTo>
                  <a:lnTo>
                    <a:pt x="14129" y="18259"/>
                  </a:lnTo>
                  <a:lnTo>
                    <a:pt x="13761" y="19016"/>
                  </a:lnTo>
                  <a:lnTo>
                    <a:pt x="13761" y="19016"/>
                  </a:lnTo>
                  <a:lnTo>
                    <a:pt x="13361" y="19773"/>
                  </a:lnTo>
                  <a:lnTo>
                    <a:pt x="13160" y="20152"/>
                  </a:lnTo>
                  <a:lnTo>
                    <a:pt x="12938" y="20530"/>
                  </a:lnTo>
                  <a:lnTo>
                    <a:pt x="12715" y="20898"/>
                  </a:lnTo>
                  <a:lnTo>
                    <a:pt x="12492" y="21254"/>
                  </a:lnTo>
                  <a:lnTo>
                    <a:pt x="12247" y="21610"/>
                  </a:lnTo>
                  <a:lnTo>
                    <a:pt x="11991" y="21955"/>
                  </a:lnTo>
                  <a:lnTo>
                    <a:pt x="11724" y="22289"/>
                  </a:lnTo>
                  <a:lnTo>
                    <a:pt x="11446" y="22601"/>
                  </a:lnTo>
                  <a:lnTo>
                    <a:pt x="11156" y="22902"/>
                  </a:lnTo>
                  <a:lnTo>
                    <a:pt x="10844" y="23191"/>
                  </a:lnTo>
                  <a:lnTo>
                    <a:pt x="10533" y="23447"/>
                  </a:lnTo>
                  <a:lnTo>
                    <a:pt x="10366" y="23581"/>
                  </a:lnTo>
                  <a:lnTo>
                    <a:pt x="10188" y="23692"/>
                  </a:lnTo>
                  <a:lnTo>
                    <a:pt x="10009" y="23815"/>
                  </a:lnTo>
                  <a:lnTo>
                    <a:pt x="9831" y="23915"/>
                  </a:lnTo>
                  <a:lnTo>
                    <a:pt x="9653" y="24015"/>
                  </a:lnTo>
                  <a:lnTo>
                    <a:pt x="9464" y="24115"/>
                  </a:lnTo>
                  <a:lnTo>
                    <a:pt x="9464" y="24115"/>
                  </a:lnTo>
                  <a:lnTo>
                    <a:pt x="9230" y="24215"/>
                  </a:lnTo>
                  <a:lnTo>
                    <a:pt x="8996" y="24316"/>
                  </a:lnTo>
                  <a:lnTo>
                    <a:pt x="8751" y="24394"/>
                  </a:lnTo>
                  <a:lnTo>
                    <a:pt x="8518" y="24472"/>
                  </a:lnTo>
                  <a:lnTo>
                    <a:pt x="8273" y="24538"/>
                  </a:lnTo>
                  <a:lnTo>
                    <a:pt x="8028" y="24594"/>
                  </a:lnTo>
                  <a:lnTo>
                    <a:pt x="7772" y="24650"/>
                  </a:lnTo>
                  <a:lnTo>
                    <a:pt x="7527" y="24694"/>
                  </a:lnTo>
                  <a:lnTo>
                    <a:pt x="7271" y="24728"/>
                  </a:lnTo>
                  <a:lnTo>
                    <a:pt x="7015" y="24761"/>
                  </a:lnTo>
                  <a:lnTo>
                    <a:pt x="6514" y="24794"/>
                  </a:lnTo>
                  <a:lnTo>
                    <a:pt x="5990" y="24817"/>
                  </a:lnTo>
                  <a:lnTo>
                    <a:pt x="5478" y="24828"/>
                  </a:lnTo>
                  <a:lnTo>
                    <a:pt x="5478" y="24828"/>
                  </a:lnTo>
                  <a:lnTo>
                    <a:pt x="4654" y="24817"/>
                  </a:lnTo>
                  <a:lnTo>
                    <a:pt x="4654" y="24817"/>
                  </a:lnTo>
                  <a:lnTo>
                    <a:pt x="4109" y="24794"/>
                  </a:lnTo>
                  <a:lnTo>
                    <a:pt x="3552" y="24761"/>
                  </a:lnTo>
                  <a:lnTo>
                    <a:pt x="3285" y="24728"/>
                  </a:lnTo>
                  <a:lnTo>
                    <a:pt x="3007" y="24694"/>
                  </a:lnTo>
                  <a:lnTo>
                    <a:pt x="2739" y="24650"/>
                  </a:lnTo>
                  <a:lnTo>
                    <a:pt x="2472" y="24605"/>
                  </a:lnTo>
                  <a:lnTo>
                    <a:pt x="2205" y="24549"/>
                  </a:lnTo>
                  <a:lnTo>
                    <a:pt x="1938" y="24483"/>
                  </a:lnTo>
                  <a:lnTo>
                    <a:pt x="1693" y="24394"/>
                  </a:lnTo>
                  <a:lnTo>
                    <a:pt x="1437" y="24305"/>
                  </a:lnTo>
                  <a:lnTo>
                    <a:pt x="1203" y="24204"/>
                  </a:lnTo>
                  <a:lnTo>
                    <a:pt x="969" y="24082"/>
                  </a:lnTo>
                  <a:lnTo>
                    <a:pt x="746" y="23948"/>
                  </a:lnTo>
                  <a:lnTo>
                    <a:pt x="535" y="23804"/>
                  </a:lnTo>
                  <a:lnTo>
                    <a:pt x="535" y="23804"/>
                  </a:lnTo>
                  <a:lnTo>
                    <a:pt x="524" y="23804"/>
                  </a:lnTo>
                  <a:lnTo>
                    <a:pt x="524" y="23804"/>
                  </a:lnTo>
                  <a:lnTo>
                    <a:pt x="524" y="23826"/>
                  </a:lnTo>
                  <a:lnTo>
                    <a:pt x="524" y="23826"/>
                  </a:lnTo>
                  <a:lnTo>
                    <a:pt x="435" y="24505"/>
                  </a:lnTo>
                  <a:lnTo>
                    <a:pt x="357" y="25184"/>
                  </a:lnTo>
                  <a:lnTo>
                    <a:pt x="279" y="25874"/>
                  </a:lnTo>
                  <a:lnTo>
                    <a:pt x="212" y="26553"/>
                  </a:lnTo>
                  <a:lnTo>
                    <a:pt x="212" y="26553"/>
                  </a:lnTo>
                  <a:lnTo>
                    <a:pt x="156" y="27221"/>
                  </a:lnTo>
                  <a:lnTo>
                    <a:pt x="156" y="27221"/>
                  </a:lnTo>
                  <a:lnTo>
                    <a:pt x="145" y="27400"/>
                  </a:lnTo>
                  <a:lnTo>
                    <a:pt x="145" y="27400"/>
                  </a:lnTo>
                  <a:lnTo>
                    <a:pt x="101" y="27956"/>
                  </a:lnTo>
                  <a:lnTo>
                    <a:pt x="67" y="28502"/>
                  </a:lnTo>
                  <a:lnTo>
                    <a:pt x="67" y="28502"/>
                  </a:lnTo>
                  <a:lnTo>
                    <a:pt x="45" y="29047"/>
                  </a:lnTo>
                  <a:lnTo>
                    <a:pt x="45" y="29047"/>
                  </a:lnTo>
                  <a:lnTo>
                    <a:pt x="23" y="29593"/>
                  </a:lnTo>
                  <a:lnTo>
                    <a:pt x="23" y="29593"/>
                  </a:lnTo>
                  <a:lnTo>
                    <a:pt x="0" y="30395"/>
                  </a:lnTo>
                  <a:lnTo>
                    <a:pt x="0" y="31196"/>
                  </a:lnTo>
                  <a:lnTo>
                    <a:pt x="0" y="31196"/>
                  </a:lnTo>
                  <a:lnTo>
                    <a:pt x="12" y="32176"/>
                  </a:lnTo>
                  <a:lnTo>
                    <a:pt x="34" y="33133"/>
                  </a:lnTo>
                  <a:lnTo>
                    <a:pt x="90" y="34091"/>
                  </a:lnTo>
                  <a:lnTo>
                    <a:pt x="167" y="35015"/>
                  </a:lnTo>
                  <a:lnTo>
                    <a:pt x="257" y="35928"/>
                  </a:lnTo>
                  <a:lnTo>
                    <a:pt x="379" y="36818"/>
                  </a:lnTo>
                  <a:lnTo>
                    <a:pt x="513" y="37687"/>
                  </a:lnTo>
                  <a:lnTo>
                    <a:pt x="591" y="38110"/>
                  </a:lnTo>
                  <a:lnTo>
                    <a:pt x="680" y="38522"/>
                  </a:lnTo>
                  <a:lnTo>
                    <a:pt x="769" y="38934"/>
                  </a:lnTo>
                  <a:lnTo>
                    <a:pt x="858" y="39346"/>
                  </a:lnTo>
                  <a:lnTo>
                    <a:pt x="958" y="39735"/>
                  </a:lnTo>
                  <a:lnTo>
                    <a:pt x="1069" y="40136"/>
                  </a:lnTo>
                  <a:lnTo>
                    <a:pt x="1181" y="40515"/>
                  </a:lnTo>
                  <a:lnTo>
                    <a:pt x="1303" y="40893"/>
                  </a:lnTo>
                  <a:lnTo>
                    <a:pt x="1426" y="41261"/>
                  </a:lnTo>
                  <a:lnTo>
                    <a:pt x="1559" y="41628"/>
                  </a:lnTo>
                  <a:lnTo>
                    <a:pt x="1693" y="41973"/>
                  </a:lnTo>
                  <a:lnTo>
                    <a:pt x="1826" y="42318"/>
                  </a:lnTo>
                  <a:lnTo>
                    <a:pt x="1982" y="42652"/>
                  </a:lnTo>
                  <a:lnTo>
                    <a:pt x="2127" y="42986"/>
                  </a:lnTo>
                  <a:lnTo>
                    <a:pt x="2294" y="43309"/>
                  </a:lnTo>
                  <a:lnTo>
                    <a:pt x="2461" y="43610"/>
                  </a:lnTo>
                  <a:lnTo>
                    <a:pt x="2628" y="43910"/>
                  </a:lnTo>
                  <a:lnTo>
                    <a:pt x="2806" y="44211"/>
                  </a:lnTo>
                  <a:lnTo>
                    <a:pt x="2806" y="44211"/>
                  </a:lnTo>
                  <a:lnTo>
                    <a:pt x="2984" y="44489"/>
                  </a:lnTo>
                  <a:lnTo>
                    <a:pt x="3174" y="44768"/>
                  </a:lnTo>
                  <a:lnTo>
                    <a:pt x="3174" y="44768"/>
                  </a:lnTo>
                  <a:lnTo>
                    <a:pt x="3363" y="45035"/>
                  </a:lnTo>
                  <a:lnTo>
                    <a:pt x="3563" y="45302"/>
                  </a:lnTo>
                  <a:lnTo>
                    <a:pt x="3563" y="45302"/>
                  </a:lnTo>
                  <a:lnTo>
                    <a:pt x="3741" y="45536"/>
                  </a:lnTo>
                  <a:lnTo>
                    <a:pt x="3919" y="45770"/>
                  </a:lnTo>
                  <a:lnTo>
                    <a:pt x="3919" y="45770"/>
                  </a:lnTo>
                  <a:lnTo>
                    <a:pt x="3986" y="45848"/>
                  </a:lnTo>
                  <a:lnTo>
                    <a:pt x="3986" y="45848"/>
                  </a:lnTo>
                  <a:lnTo>
                    <a:pt x="4376" y="46304"/>
                  </a:lnTo>
                  <a:lnTo>
                    <a:pt x="4376" y="46304"/>
                  </a:lnTo>
                  <a:lnTo>
                    <a:pt x="4387" y="46326"/>
                  </a:lnTo>
                  <a:lnTo>
                    <a:pt x="4398" y="46337"/>
                  </a:lnTo>
                  <a:lnTo>
                    <a:pt x="4398" y="46337"/>
                  </a:lnTo>
                  <a:lnTo>
                    <a:pt x="4788" y="46761"/>
                  </a:lnTo>
                  <a:lnTo>
                    <a:pt x="4788" y="46761"/>
                  </a:lnTo>
                  <a:lnTo>
                    <a:pt x="4899" y="46883"/>
                  </a:lnTo>
                  <a:lnTo>
                    <a:pt x="4899" y="46883"/>
                  </a:lnTo>
                  <a:lnTo>
                    <a:pt x="5255" y="47228"/>
                  </a:lnTo>
                  <a:lnTo>
                    <a:pt x="5255" y="47228"/>
                  </a:lnTo>
                  <a:lnTo>
                    <a:pt x="5467" y="47440"/>
                  </a:lnTo>
                  <a:lnTo>
                    <a:pt x="5701" y="47651"/>
                  </a:lnTo>
                  <a:lnTo>
                    <a:pt x="5701" y="47651"/>
                  </a:lnTo>
                  <a:lnTo>
                    <a:pt x="5723" y="47662"/>
                  </a:lnTo>
                  <a:lnTo>
                    <a:pt x="5723" y="47662"/>
                  </a:lnTo>
                  <a:lnTo>
                    <a:pt x="5957" y="47874"/>
                  </a:lnTo>
                  <a:lnTo>
                    <a:pt x="6202" y="48074"/>
                  </a:lnTo>
                  <a:lnTo>
                    <a:pt x="6202" y="48074"/>
                  </a:lnTo>
                  <a:lnTo>
                    <a:pt x="6257" y="48119"/>
                  </a:lnTo>
                  <a:lnTo>
                    <a:pt x="6257" y="48119"/>
                  </a:lnTo>
                  <a:lnTo>
                    <a:pt x="6480" y="48297"/>
                  </a:lnTo>
                  <a:lnTo>
                    <a:pt x="6703" y="48464"/>
                  </a:lnTo>
                  <a:lnTo>
                    <a:pt x="6703" y="48464"/>
                  </a:lnTo>
                  <a:lnTo>
                    <a:pt x="6959" y="48653"/>
                  </a:lnTo>
                  <a:lnTo>
                    <a:pt x="7226" y="48842"/>
                  </a:lnTo>
                  <a:lnTo>
                    <a:pt x="7226" y="48842"/>
                  </a:lnTo>
                  <a:lnTo>
                    <a:pt x="7649" y="49121"/>
                  </a:lnTo>
                  <a:lnTo>
                    <a:pt x="7649" y="49121"/>
                  </a:lnTo>
                  <a:lnTo>
                    <a:pt x="8206" y="49466"/>
                  </a:lnTo>
                  <a:lnTo>
                    <a:pt x="8484" y="49633"/>
                  </a:lnTo>
                  <a:lnTo>
                    <a:pt x="8774" y="49789"/>
                  </a:lnTo>
                  <a:lnTo>
                    <a:pt x="8774" y="49789"/>
                  </a:lnTo>
                  <a:lnTo>
                    <a:pt x="9108" y="49967"/>
                  </a:lnTo>
                  <a:lnTo>
                    <a:pt x="9108" y="49967"/>
                  </a:lnTo>
                  <a:lnTo>
                    <a:pt x="9553" y="50178"/>
                  </a:lnTo>
                  <a:lnTo>
                    <a:pt x="9553" y="50178"/>
                  </a:lnTo>
                  <a:lnTo>
                    <a:pt x="10065" y="50412"/>
                  </a:lnTo>
                  <a:lnTo>
                    <a:pt x="10065" y="50412"/>
                  </a:lnTo>
                  <a:lnTo>
                    <a:pt x="10577" y="50635"/>
                  </a:lnTo>
                  <a:lnTo>
                    <a:pt x="10577" y="50635"/>
                  </a:lnTo>
                  <a:lnTo>
                    <a:pt x="10922" y="50780"/>
                  </a:lnTo>
                  <a:lnTo>
                    <a:pt x="10922" y="50780"/>
                  </a:lnTo>
                  <a:lnTo>
                    <a:pt x="11423" y="50969"/>
                  </a:lnTo>
                  <a:lnTo>
                    <a:pt x="11423" y="50969"/>
                  </a:lnTo>
                  <a:lnTo>
                    <a:pt x="11757" y="51080"/>
                  </a:lnTo>
                  <a:lnTo>
                    <a:pt x="12091" y="51192"/>
                  </a:lnTo>
                  <a:lnTo>
                    <a:pt x="12091" y="51192"/>
                  </a:lnTo>
                  <a:lnTo>
                    <a:pt x="12503" y="51325"/>
                  </a:lnTo>
                  <a:lnTo>
                    <a:pt x="12503" y="51325"/>
                  </a:lnTo>
                  <a:lnTo>
                    <a:pt x="12938" y="51459"/>
                  </a:lnTo>
                  <a:lnTo>
                    <a:pt x="13372" y="51581"/>
                  </a:lnTo>
                  <a:lnTo>
                    <a:pt x="13372" y="51581"/>
                  </a:lnTo>
                  <a:lnTo>
                    <a:pt x="13773" y="51681"/>
                  </a:lnTo>
                  <a:lnTo>
                    <a:pt x="13773" y="51681"/>
                  </a:lnTo>
                  <a:lnTo>
                    <a:pt x="13817" y="51693"/>
                  </a:lnTo>
                  <a:lnTo>
                    <a:pt x="13817" y="51693"/>
                  </a:lnTo>
                  <a:lnTo>
                    <a:pt x="14274" y="51815"/>
                  </a:lnTo>
                  <a:lnTo>
                    <a:pt x="14274" y="51815"/>
                  </a:lnTo>
                  <a:lnTo>
                    <a:pt x="14841" y="51949"/>
                  </a:lnTo>
                  <a:lnTo>
                    <a:pt x="14841" y="51949"/>
                  </a:lnTo>
                  <a:lnTo>
                    <a:pt x="15109" y="52004"/>
                  </a:lnTo>
                  <a:lnTo>
                    <a:pt x="15109" y="52004"/>
                  </a:lnTo>
                  <a:lnTo>
                    <a:pt x="15843" y="52149"/>
                  </a:lnTo>
                  <a:lnTo>
                    <a:pt x="15843" y="52149"/>
                  </a:lnTo>
                  <a:lnTo>
                    <a:pt x="16511" y="52283"/>
                  </a:lnTo>
                  <a:lnTo>
                    <a:pt x="16511" y="52283"/>
                  </a:lnTo>
                  <a:lnTo>
                    <a:pt x="16990" y="52361"/>
                  </a:lnTo>
                  <a:lnTo>
                    <a:pt x="16990" y="52361"/>
                  </a:lnTo>
                  <a:lnTo>
                    <a:pt x="17680" y="52461"/>
                  </a:lnTo>
                  <a:lnTo>
                    <a:pt x="18371" y="52561"/>
                  </a:lnTo>
                  <a:lnTo>
                    <a:pt x="18371" y="52561"/>
                  </a:lnTo>
                  <a:lnTo>
                    <a:pt x="18916" y="52628"/>
                  </a:lnTo>
                  <a:lnTo>
                    <a:pt x="18916" y="52628"/>
                  </a:lnTo>
                  <a:lnTo>
                    <a:pt x="19016" y="52639"/>
                  </a:lnTo>
                  <a:lnTo>
                    <a:pt x="19016" y="52639"/>
                  </a:lnTo>
                  <a:lnTo>
                    <a:pt x="19540" y="52706"/>
                  </a:lnTo>
                  <a:lnTo>
                    <a:pt x="19540" y="52706"/>
                  </a:lnTo>
                  <a:lnTo>
                    <a:pt x="20074" y="52761"/>
                  </a:lnTo>
                  <a:lnTo>
                    <a:pt x="20074" y="52761"/>
                  </a:lnTo>
                  <a:lnTo>
                    <a:pt x="20620" y="52806"/>
                  </a:lnTo>
                  <a:lnTo>
                    <a:pt x="20620" y="52806"/>
                  </a:lnTo>
                  <a:lnTo>
                    <a:pt x="21121" y="52862"/>
                  </a:lnTo>
                  <a:lnTo>
                    <a:pt x="21644" y="52895"/>
                  </a:lnTo>
                  <a:lnTo>
                    <a:pt x="21644" y="52895"/>
                  </a:lnTo>
                  <a:lnTo>
                    <a:pt x="22022" y="52928"/>
                  </a:lnTo>
                  <a:lnTo>
                    <a:pt x="22401" y="52951"/>
                  </a:lnTo>
                  <a:lnTo>
                    <a:pt x="22401" y="52951"/>
                  </a:lnTo>
                  <a:lnTo>
                    <a:pt x="23470" y="53017"/>
                  </a:lnTo>
                  <a:lnTo>
                    <a:pt x="23470" y="53017"/>
                  </a:lnTo>
                  <a:lnTo>
                    <a:pt x="24672" y="53073"/>
                  </a:lnTo>
                  <a:lnTo>
                    <a:pt x="25908" y="53118"/>
                  </a:lnTo>
                  <a:lnTo>
                    <a:pt x="25908" y="53118"/>
                  </a:lnTo>
                  <a:lnTo>
                    <a:pt x="26888" y="53140"/>
                  </a:lnTo>
                  <a:lnTo>
                    <a:pt x="26888" y="53140"/>
                  </a:lnTo>
                  <a:lnTo>
                    <a:pt x="27188" y="53151"/>
                  </a:lnTo>
                  <a:lnTo>
                    <a:pt x="27188" y="53151"/>
                  </a:lnTo>
                  <a:lnTo>
                    <a:pt x="28346" y="53162"/>
                  </a:lnTo>
                  <a:lnTo>
                    <a:pt x="28346" y="53162"/>
                  </a:lnTo>
                  <a:lnTo>
                    <a:pt x="28424" y="53162"/>
                  </a:lnTo>
                  <a:lnTo>
                    <a:pt x="28424" y="53162"/>
                  </a:lnTo>
                  <a:lnTo>
                    <a:pt x="28324" y="52873"/>
                  </a:lnTo>
                  <a:lnTo>
                    <a:pt x="28213" y="52594"/>
                  </a:lnTo>
                  <a:lnTo>
                    <a:pt x="28090" y="52327"/>
                  </a:lnTo>
                  <a:lnTo>
                    <a:pt x="27956" y="52082"/>
                  </a:lnTo>
                  <a:lnTo>
                    <a:pt x="27823" y="51837"/>
                  </a:lnTo>
                  <a:lnTo>
                    <a:pt x="27678" y="51604"/>
                  </a:lnTo>
                  <a:lnTo>
                    <a:pt x="27522" y="51392"/>
                  </a:lnTo>
                  <a:lnTo>
                    <a:pt x="27366" y="51180"/>
                  </a:lnTo>
                  <a:lnTo>
                    <a:pt x="27211" y="50980"/>
                  </a:lnTo>
                  <a:lnTo>
                    <a:pt x="27044" y="50791"/>
                  </a:lnTo>
                  <a:lnTo>
                    <a:pt x="26865" y="50602"/>
                  </a:lnTo>
                  <a:lnTo>
                    <a:pt x="26687" y="50435"/>
                  </a:lnTo>
                  <a:lnTo>
                    <a:pt x="26509" y="50268"/>
                  </a:lnTo>
                  <a:lnTo>
                    <a:pt x="26331" y="50101"/>
                  </a:lnTo>
                  <a:lnTo>
                    <a:pt x="25952" y="49811"/>
                  </a:lnTo>
                  <a:lnTo>
                    <a:pt x="25574" y="49533"/>
                  </a:lnTo>
                  <a:lnTo>
                    <a:pt x="25195" y="49288"/>
                  </a:lnTo>
                  <a:lnTo>
                    <a:pt x="24817" y="49054"/>
                  </a:lnTo>
                  <a:lnTo>
                    <a:pt x="24438" y="48831"/>
                  </a:lnTo>
                  <a:lnTo>
                    <a:pt x="23737" y="48408"/>
                  </a:lnTo>
                  <a:lnTo>
                    <a:pt x="23414" y="48197"/>
                  </a:lnTo>
                  <a:lnTo>
                    <a:pt x="23113" y="47996"/>
                  </a:lnTo>
                  <a:lnTo>
                    <a:pt x="23113" y="47996"/>
                  </a:lnTo>
                  <a:lnTo>
                    <a:pt x="22891" y="47829"/>
                  </a:lnTo>
                  <a:lnTo>
                    <a:pt x="22657" y="47673"/>
                  </a:lnTo>
                  <a:lnTo>
                    <a:pt x="22134" y="47351"/>
                  </a:lnTo>
                  <a:lnTo>
                    <a:pt x="21577" y="47028"/>
                  </a:lnTo>
                  <a:lnTo>
                    <a:pt x="20987" y="46683"/>
                  </a:lnTo>
                  <a:lnTo>
                    <a:pt x="20363" y="46326"/>
                  </a:lnTo>
                  <a:lnTo>
                    <a:pt x="19740" y="45937"/>
                  </a:lnTo>
                  <a:lnTo>
                    <a:pt x="19417" y="45736"/>
                  </a:lnTo>
                  <a:lnTo>
                    <a:pt x="19105" y="45525"/>
                  </a:lnTo>
                  <a:lnTo>
                    <a:pt x="18794" y="45313"/>
                  </a:lnTo>
                  <a:lnTo>
                    <a:pt x="18482" y="45079"/>
                  </a:lnTo>
                  <a:lnTo>
                    <a:pt x="18181" y="44846"/>
                  </a:lnTo>
                  <a:lnTo>
                    <a:pt x="17881" y="44601"/>
                  </a:lnTo>
                  <a:lnTo>
                    <a:pt x="17591" y="44345"/>
                  </a:lnTo>
                  <a:lnTo>
                    <a:pt x="17313" y="44077"/>
                  </a:lnTo>
                  <a:lnTo>
                    <a:pt x="17046" y="43799"/>
                  </a:lnTo>
                  <a:lnTo>
                    <a:pt x="16790" y="43498"/>
                  </a:lnTo>
                  <a:lnTo>
                    <a:pt x="16545" y="43198"/>
                  </a:lnTo>
                  <a:lnTo>
                    <a:pt x="16311" y="42875"/>
                  </a:lnTo>
                  <a:lnTo>
                    <a:pt x="16099" y="42541"/>
                  </a:lnTo>
                  <a:lnTo>
                    <a:pt x="15899" y="42196"/>
                  </a:lnTo>
                  <a:lnTo>
                    <a:pt x="15710" y="41828"/>
                  </a:lnTo>
                  <a:lnTo>
                    <a:pt x="15554" y="41450"/>
                  </a:lnTo>
                  <a:lnTo>
                    <a:pt x="15409" y="41049"/>
                  </a:lnTo>
                  <a:lnTo>
                    <a:pt x="15353" y="40849"/>
                  </a:lnTo>
                  <a:lnTo>
                    <a:pt x="15298" y="40637"/>
                  </a:lnTo>
                  <a:lnTo>
                    <a:pt x="15242" y="40426"/>
                  </a:lnTo>
                  <a:lnTo>
                    <a:pt x="15198" y="40203"/>
                  </a:lnTo>
                  <a:lnTo>
                    <a:pt x="15164" y="39980"/>
                  </a:lnTo>
                  <a:lnTo>
                    <a:pt x="15131" y="39758"/>
                  </a:lnTo>
                  <a:lnTo>
                    <a:pt x="15131" y="39758"/>
                  </a:lnTo>
                  <a:lnTo>
                    <a:pt x="15086" y="39301"/>
                  </a:lnTo>
                  <a:lnTo>
                    <a:pt x="15053" y="38845"/>
                  </a:lnTo>
                  <a:lnTo>
                    <a:pt x="15031" y="38388"/>
                  </a:lnTo>
                  <a:lnTo>
                    <a:pt x="15031" y="37932"/>
                  </a:lnTo>
                  <a:lnTo>
                    <a:pt x="15031" y="37475"/>
                  </a:lnTo>
                  <a:lnTo>
                    <a:pt x="15053" y="37030"/>
                  </a:lnTo>
                  <a:lnTo>
                    <a:pt x="15075" y="36574"/>
                  </a:lnTo>
                  <a:lnTo>
                    <a:pt x="15120" y="36139"/>
                  </a:lnTo>
                  <a:lnTo>
                    <a:pt x="15164" y="35694"/>
                  </a:lnTo>
                  <a:lnTo>
                    <a:pt x="15220" y="35271"/>
                  </a:lnTo>
                  <a:lnTo>
                    <a:pt x="15287" y="34848"/>
                  </a:lnTo>
                  <a:lnTo>
                    <a:pt x="15353" y="34425"/>
                  </a:lnTo>
                  <a:lnTo>
                    <a:pt x="15431" y="34024"/>
                  </a:lnTo>
                  <a:lnTo>
                    <a:pt x="15509" y="33634"/>
                  </a:lnTo>
                  <a:lnTo>
                    <a:pt x="15676" y="32877"/>
                  </a:lnTo>
                  <a:lnTo>
                    <a:pt x="15854" y="32176"/>
                  </a:lnTo>
                  <a:lnTo>
                    <a:pt x="16033" y="31530"/>
                  </a:lnTo>
                  <a:lnTo>
                    <a:pt x="16211" y="30951"/>
                  </a:lnTo>
                  <a:lnTo>
                    <a:pt x="16378" y="30461"/>
                  </a:lnTo>
                  <a:lnTo>
                    <a:pt x="16522" y="30049"/>
                  </a:lnTo>
                  <a:lnTo>
                    <a:pt x="16645" y="29715"/>
                  </a:lnTo>
                  <a:lnTo>
                    <a:pt x="16790" y="29381"/>
                  </a:lnTo>
                  <a:lnTo>
                    <a:pt x="16790" y="29381"/>
                  </a:lnTo>
                  <a:lnTo>
                    <a:pt x="16979" y="28836"/>
                  </a:lnTo>
                  <a:lnTo>
                    <a:pt x="17157" y="28290"/>
                  </a:lnTo>
                  <a:lnTo>
                    <a:pt x="17157" y="28290"/>
                  </a:lnTo>
                  <a:lnTo>
                    <a:pt x="17246" y="27956"/>
                  </a:lnTo>
                  <a:lnTo>
                    <a:pt x="17335" y="27622"/>
                  </a:lnTo>
                  <a:lnTo>
                    <a:pt x="17502" y="26910"/>
                  </a:lnTo>
                  <a:lnTo>
                    <a:pt x="17647" y="26164"/>
                  </a:lnTo>
                  <a:lnTo>
                    <a:pt x="17781" y="25429"/>
                  </a:lnTo>
                  <a:lnTo>
                    <a:pt x="17903" y="24716"/>
                  </a:lnTo>
                  <a:lnTo>
                    <a:pt x="18003" y="24060"/>
                  </a:lnTo>
                  <a:lnTo>
                    <a:pt x="18159" y="22980"/>
                  </a:lnTo>
                  <a:lnTo>
                    <a:pt x="18159" y="22980"/>
                  </a:lnTo>
                  <a:lnTo>
                    <a:pt x="17836" y="22891"/>
                  </a:lnTo>
                  <a:lnTo>
                    <a:pt x="17836" y="22891"/>
                  </a:lnTo>
                  <a:lnTo>
                    <a:pt x="17781" y="22868"/>
                  </a:lnTo>
                  <a:lnTo>
                    <a:pt x="17736" y="22846"/>
                  </a:lnTo>
                  <a:lnTo>
                    <a:pt x="17691" y="22813"/>
                  </a:lnTo>
                  <a:lnTo>
                    <a:pt x="17658" y="22768"/>
                  </a:lnTo>
                  <a:lnTo>
                    <a:pt x="17636" y="22724"/>
                  </a:lnTo>
                  <a:lnTo>
                    <a:pt x="17614" y="22679"/>
                  </a:lnTo>
                  <a:lnTo>
                    <a:pt x="17602" y="22623"/>
                  </a:lnTo>
                  <a:lnTo>
                    <a:pt x="17602" y="22568"/>
                  </a:lnTo>
                  <a:lnTo>
                    <a:pt x="17602" y="22445"/>
                  </a:lnTo>
                  <a:lnTo>
                    <a:pt x="17636" y="22301"/>
                  </a:lnTo>
                  <a:lnTo>
                    <a:pt x="17669" y="22156"/>
                  </a:lnTo>
                  <a:lnTo>
                    <a:pt x="17725" y="22000"/>
                  </a:lnTo>
                  <a:lnTo>
                    <a:pt x="17858" y="21655"/>
                  </a:lnTo>
                  <a:lnTo>
                    <a:pt x="17992" y="21310"/>
                  </a:lnTo>
                  <a:lnTo>
                    <a:pt x="18059" y="21143"/>
                  </a:lnTo>
                  <a:lnTo>
                    <a:pt x="18103" y="20976"/>
                  </a:lnTo>
                  <a:lnTo>
                    <a:pt x="18148" y="20820"/>
                  </a:lnTo>
                  <a:lnTo>
                    <a:pt x="18170" y="20664"/>
                  </a:lnTo>
                  <a:lnTo>
                    <a:pt x="18170" y="20664"/>
                  </a:lnTo>
                  <a:lnTo>
                    <a:pt x="18248" y="19996"/>
                  </a:lnTo>
                  <a:lnTo>
                    <a:pt x="18315" y="19306"/>
                  </a:lnTo>
                  <a:lnTo>
                    <a:pt x="18371" y="18593"/>
                  </a:lnTo>
                  <a:lnTo>
                    <a:pt x="18415" y="17847"/>
                  </a:lnTo>
                  <a:lnTo>
                    <a:pt x="18449" y="17079"/>
                  </a:lnTo>
                  <a:lnTo>
                    <a:pt x="18482" y="16277"/>
                  </a:lnTo>
                  <a:lnTo>
                    <a:pt x="18493" y="15442"/>
                  </a:lnTo>
                  <a:lnTo>
                    <a:pt x="18504" y="14585"/>
                  </a:lnTo>
                  <a:lnTo>
                    <a:pt x="18504" y="13683"/>
                  </a:lnTo>
                  <a:lnTo>
                    <a:pt x="18493" y="12759"/>
                  </a:lnTo>
                  <a:lnTo>
                    <a:pt x="18482" y="11791"/>
                  </a:lnTo>
                  <a:lnTo>
                    <a:pt x="18449" y="10800"/>
                  </a:lnTo>
                  <a:lnTo>
                    <a:pt x="18404" y="9764"/>
                  </a:lnTo>
                  <a:lnTo>
                    <a:pt x="18359" y="8684"/>
                  </a:lnTo>
                  <a:lnTo>
                    <a:pt x="18304" y="7571"/>
                  </a:lnTo>
                  <a:lnTo>
                    <a:pt x="18237" y="6424"/>
                  </a:lnTo>
                  <a:lnTo>
                    <a:pt x="18237" y="6424"/>
                  </a:lnTo>
                  <a:lnTo>
                    <a:pt x="18237" y="6424"/>
                  </a:lnTo>
                  <a:lnTo>
                    <a:pt x="18237" y="6424"/>
                  </a:lnTo>
                  <a:lnTo>
                    <a:pt x="18237" y="6424"/>
                  </a:lnTo>
                  <a:lnTo>
                    <a:pt x="18192" y="5756"/>
                  </a:lnTo>
                  <a:lnTo>
                    <a:pt x="18192" y="5756"/>
                  </a:lnTo>
                  <a:lnTo>
                    <a:pt x="17736" y="3530"/>
                  </a:lnTo>
                  <a:lnTo>
                    <a:pt x="170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2038166" y="1823710"/>
              <a:ext cx="43391" cy="38956"/>
            </a:xfrm>
            <a:custGeom>
              <a:rect b="b" l="l" r="r" t="t"/>
              <a:pathLst>
                <a:path extrusionOk="0" h="1660" w="1849">
                  <a:moveTo>
                    <a:pt x="279" y="1"/>
                  </a:moveTo>
                  <a:lnTo>
                    <a:pt x="223" y="23"/>
                  </a:lnTo>
                  <a:lnTo>
                    <a:pt x="156" y="68"/>
                  </a:lnTo>
                  <a:lnTo>
                    <a:pt x="100" y="134"/>
                  </a:lnTo>
                  <a:lnTo>
                    <a:pt x="45" y="223"/>
                  </a:lnTo>
                  <a:lnTo>
                    <a:pt x="11" y="324"/>
                  </a:lnTo>
                  <a:lnTo>
                    <a:pt x="0" y="446"/>
                  </a:lnTo>
                  <a:lnTo>
                    <a:pt x="11" y="591"/>
                  </a:lnTo>
                  <a:lnTo>
                    <a:pt x="23" y="669"/>
                  </a:lnTo>
                  <a:lnTo>
                    <a:pt x="45" y="747"/>
                  </a:lnTo>
                  <a:lnTo>
                    <a:pt x="112" y="891"/>
                  </a:lnTo>
                  <a:lnTo>
                    <a:pt x="190" y="1036"/>
                  </a:lnTo>
                  <a:lnTo>
                    <a:pt x="279" y="1170"/>
                  </a:lnTo>
                  <a:lnTo>
                    <a:pt x="357" y="1292"/>
                  </a:lnTo>
                  <a:lnTo>
                    <a:pt x="434" y="1381"/>
                  </a:lnTo>
                  <a:lnTo>
                    <a:pt x="501" y="1459"/>
                  </a:lnTo>
                  <a:lnTo>
                    <a:pt x="1848" y="1660"/>
                  </a:lnTo>
                  <a:lnTo>
                    <a:pt x="1626" y="1381"/>
                  </a:lnTo>
                  <a:lnTo>
                    <a:pt x="1425" y="1125"/>
                  </a:lnTo>
                  <a:lnTo>
                    <a:pt x="1214" y="891"/>
                  </a:lnTo>
                  <a:lnTo>
                    <a:pt x="1002" y="647"/>
                  </a:lnTo>
                  <a:lnTo>
                    <a:pt x="746" y="357"/>
                  </a:lnTo>
                  <a:lnTo>
                    <a:pt x="624" y="223"/>
                  </a:lnTo>
                  <a:lnTo>
                    <a:pt x="512" y="112"/>
                  </a:lnTo>
                  <a:lnTo>
                    <a:pt x="423" y="34"/>
                  </a:lnTo>
                  <a:lnTo>
                    <a:pt x="379" y="1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2038166" y="1823710"/>
              <a:ext cx="43391" cy="38956"/>
            </a:xfrm>
            <a:custGeom>
              <a:rect b="b" l="l" r="r" t="t"/>
              <a:pathLst>
                <a:path extrusionOk="0" fill="none" h="1660" w="1849">
                  <a:moveTo>
                    <a:pt x="501" y="1459"/>
                  </a:moveTo>
                  <a:lnTo>
                    <a:pt x="501" y="1459"/>
                  </a:lnTo>
                  <a:lnTo>
                    <a:pt x="434" y="1381"/>
                  </a:lnTo>
                  <a:lnTo>
                    <a:pt x="357" y="1292"/>
                  </a:lnTo>
                  <a:lnTo>
                    <a:pt x="279" y="1170"/>
                  </a:lnTo>
                  <a:lnTo>
                    <a:pt x="190" y="1036"/>
                  </a:lnTo>
                  <a:lnTo>
                    <a:pt x="112" y="891"/>
                  </a:lnTo>
                  <a:lnTo>
                    <a:pt x="45" y="747"/>
                  </a:lnTo>
                  <a:lnTo>
                    <a:pt x="23" y="669"/>
                  </a:lnTo>
                  <a:lnTo>
                    <a:pt x="11" y="591"/>
                  </a:lnTo>
                  <a:lnTo>
                    <a:pt x="11" y="591"/>
                  </a:lnTo>
                  <a:lnTo>
                    <a:pt x="0" y="446"/>
                  </a:lnTo>
                  <a:lnTo>
                    <a:pt x="11" y="324"/>
                  </a:lnTo>
                  <a:lnTo>
                    <a:pt x="45" y="223"/>
                  </a:lnTo>
                  <a:lnTo>
                    <a:pt x="100" y="134"/>
                  </a:lnTo>
                  <a:lnTo>
                    <a:pt x="156" y="68"/>
                  </a:lnTo>
                  <a:lnTo>
                    <a:pt x="223" y="23"/>
                  </a:lnTo>
                  <a:lnTo>
                    <a:pt x="279" y="1"/>
                  </a:lnTo>
                  <a:lnTo>
                    <a:pt x="345" y="1"/>
                  </a:lnTo>
                  <a:lnTo>
                    <a:pt x="345" y="1"/>
                  </a:lnTo>
                  <a:lnTo>
                    <a:pt x="379" y="12"/>
                  </a:lnTo>
                  <a:lnTo>
                    <a:pt x="423" y="34"/>
                  </a:lnTo>
                  <a:lnTo>
                    <a:pt x="512" y="112"/>
                  </a:lnTo>
                  <a:lnTo>
                    <a:pt x="624" y="223"/>
                  </a:lnTo>
                  <a:lnTo>
                    <a:pt x="746" y="357"/>
                  </a:lnTo>
                  <a:lnTo>
                    <a:pt x="1002" y="647"/>
                  </a:lnTo>
                  <a:lnTo>
                    <a:pt x="1214" y="891"/>
                  </a:lnTo>
                  <a:lnTo>
                    <a:pt x="1214" y="891"/>
                  </a:lnTo>
                  <a:lnTo>
                    <a:pt x="1425" y="1125"/>
                  </a:lnTo>
                  <a:lnTo>
                    <a:pt x="1626" y="1381"/>
                  </a:lnTo>
                  <a:lnTo>
                    <a:pt x="1848" y="16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2013854" y="1849595"/>
              <a:ext cx="99573" cy="155988"/>
            </a:xfrm>
            <a:custGeom>
              <a:rect b="b" l="l" r="r" t="t"/>
              <a:pathLst>
                <a:path extrusionOk="0" h="6647" w="4243">
                  <a:moveTo>
                    <a:pt x="2061" y="0"/>
                  </a:moveTo>
                  <a:lnTo>
                    <a:pt x="1860" y="11"/>
                  </a:lnTo>
                  <a:lnTo>
                    <a:pt x="1660" y="33"/>
                  </a:lnTo>
                  <a:lnTo>
                    <a:pt x="1470" y="67"/>
                  </a:lnTo>
                  <a:lnTo>
                    <a:pt x="1270" y="122"/>
                  </a:lnTo>
                  <a:lnTo>
                    <a:pt x="1092" y="178"/>
                  </a:lnTo>
                  <a:lnTo>
                    <a:pt x="914" y="256"/>
                  </a:lnTo>
                  <a:lnTo>
                    <a:pt x="758" y="334"/>
                  </a:lnTo>
                  <a:lnTo>
                    <a:pt x="624" y="434"/>
                  </a:lnTo>
                  <a:lnTo>
                    <a:pt x="502" y="546"/>
                  </a:lnTo>
                  <a:lnTo>
                    <a:pt x="457" y="601"/>
                  </a:lnTo>
                  <a:lnTo>
                    <a:pt x="413" y="679"/>
                  </a:lnTo>
                  <a:lnTo>
                    <a:pt x="368" y="757"/>
                  </a:lnTo>
                  <a:lnTo>
                    <a:pt x="335" y="846"/>
                  </a:lnTo>
                  <a:lnTo>
                    <a:pt x="290" y="1058"/>
                  </a:lnTo>
                  <a:lnTo>
                    <a:pt x="257" y="1291"/>
                  </a:lnTo>
                  <a:lnTo>
                    <a:pt x="246" y="1536"/>
                  </a:lnTo>
                  <a:lnTo>
                    <a:pt x="246" y="1804"/>
                  </a:lnTo>
                  <a:lnTo>
                    <a:pt x="257" y="2071"/>
                  </a:lnTo>
                  <a:lnTo>
                    <a:pt x="268" y="2338"/>
                  </a:lnTo>
                  <a:lnTo>
                    <a:pt x="324" y="2850"/>
                  </a:lnTo>
                  <a:lnTo>
                    <a:pt x="391" y="3284"/>
                  </a:lnTo>
                  <a:lnTo>
                    <a:pt x="457" y="3696"/>
                  </a:lnTo>
                  <a:lnTo>
                    <a:pt x="435" y="3819"/>
                  </a:lnTo>
                  <a:lnTo>
                    <a:pt x="424" y="3919"/>
                  </a:lnTo>
                  <a:lnTo>
                    <a:pt x="424" y="4097"/>
                  </a:lnTo>
                  <a:lnTo>
                    <a:pt x="435" y="4231"/>
                  </a:lnTo>
                  <a:lnTo>
                    <a:pt x="468" y="4342"/>
                  </a:lnTo>
                  <a:lnTo>
                    <a:pt x="524" y="4487"/>
                  </a:lnTo>
                  <a:lnTo>
                    <a:pt x="535" y="4554"/>
                  </a:lnTo>
                  <a:lnTo>
                    <a:pt x="535" y="4587"/>
                  </a:lnTo>
                  <a:lnTo>
                    <a:pt x="535" y="4631"/>
                  </a:lnTo>
                  <a:lnTo>
                    <a:pt x="491" y="4743"/>
                  </a:lnTo>
                  <a:lnTo>
                    <a:pt x="424" y="4888"/>
                  </a:lnTo>
                  <a:lnTo>
                    <a:pt x="246" y="5255"/>
                  </a:lnTo>
                  <a:lnTo>
                    <a:pt x="1" y="5711"/>
                  </a:lnTo>
                  <a:lnTo>
                    <a:pt x="2751" y="6647"/>
                  </a:lnTo>
                  <a:lnTo>
                    <a:pt x="2996" y="6079"/>
                  </a:lnTo>
                  <a:lnTo>
                    <a:pt x="3207" y="5600"/>
                  </a:lnTo>
                  <a:lnTo>
                    <a:pt x="3385" y="5222"/>
                  </a:lnTo>
                  <a:lnTo>
                    <a:pt x="3486" y="5043"/>
                  </a:lnTo>
                  <a:lnTo>
                    <a:pt x="3619" y="4798"/>
                  </a:lnTo>
                  <a:lnTo>
                    <a:pt x="3775" y="4498"/>
                  </a:lnTo>
                  <a:lnTo>
                    <a:pt x="3942" y="4164"/>
                  </a:lnTo>
                  <a:lnTo>
                    <a:pt x="4020" y="3986"/>
                  </a:lnTo>
                  <a:lnTo>
                    <a:pt x="4087" y="3796"/>
                  </a:lnTo>
                  <a:lnTo>
                    <a:pt x="4142" y="3607"/>
                  </a:lnTo>
                  <a:lnTo>
                    <a:pt x="4187" y="3418"/>
                  </a:lnTo>
                  <a:lnTo>
                    <a:pt x="4220" y="3229"/>
                  </a:lnTo>
                  <a:lnTo>
                    <a:pt x="4243" y="3039"/>
                  </a:lnTo>
                  <a:lnTo>
                    <a:pt x="4232" y="2861"/>
                  </a:lnTo>
                  <a:lnTo>
                    <a:pt x="4209" y="2672"/>
                  </a:lnTo>
                  <a:lnTo>
                    <a:pt x="4131" y="2305"/>
                  </a:lnTo>
                  <a:lnTo>
                    <a:pt x="4031" y="1926"/>
                  </a:lnTo>
                  <a:lnTo>
                    <a:pt x="3920" y="1559"/>
                  </a:lnTo>
                  <a:lnTo>
                    <a:pt x="3797" y="1214"/>
                  </a:lnTo>
                  <a:lnTo>
                    <a:pt x="3719" y="1047"/>
                  </a:lnTo>
                  <a:lnTo>
                    <a:pt x="3653" y="902"/>
                  </a:lnTo>
                  <a:lnTo>
                    <a:pt x="3575" y="768"/>
                  </a:lnTo>
                  <a:lnTo>
                    <a:pt x="3497" y="646"/>
                  </a:lnTo>
                  <a:lnTo>
                    <a:pt x="3408" y="546"/>
                  </a:lnTo>
                  <a:lnTo>
                    <a:pt x="3330" y="456"/>
                  </a:lnTo>
                  <a:lnTo>
                    <a:pt x="3241" y="401"/>
                  </a:lnTo>
                  <a:lnTo>
                    <a:pt x="3152" y="356"/>
                  </a:lnTo>
                  <a:lnTo>
                    <a:pt x="3107" y="312"/>
                  </a:lnTo>
                  <a:lnTo>
                    <a:pt x="3051" y="256"/>
                  </a:lnTo>
                  <a:lnTo>
                    <a:pt x="2929" y="178"/>
                  </a:lnTo>
                  <a:lnTo>
                    <a:pt x="2784" y="111"/>
                  </a:lnTo>
                  <a:lnTo>
                    <a:pt x="2617" y="67"/>
                  </a:lnTo>
                  <a:lnTo>
                    <a:pt x="2450" y="33"/>
                  </a:lnTo>
                  <a:lnTo>
                    <a:pt x="2261" y="11"/>
                  </a:lnTo>
                  <a:lnTo>
                    <a:pt x="2061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2013854" y="1849595"/>
              <a:ext cx="99573" cy="155988"/>
            </a:xfrm>
            <a:custGeom>
              <a:rect b="b" l="l" r="r" t="t"/>
              <a:pathLst>
                <a:path extrusionOk="0" fill="none" h="6647" w="4243">
                  <a:moveTo>
                    <a:pt x="1" y="5711"/>
                  </a:moveTo>
                  <a:lnTo>
                    <a:pt x="1" y="5711"/>
                  </a:lnTo>
                  <a:lnTo>
                    <a:pt x="246" y="5255"/>
                  </a:lnTo>
                  <a:lnTo>
                    <a:pt x="424" y="4888"/>
                  </a:lnTo>
                  <a:lnTo>
                    <a:pt x="491" y="4743"/>
                  </a:lnTo>
                  <a:lnTo>
                    <a:pt x="535" y="4631"/>
                  </a:lnTo>
                  <a:lnTo>
                    <a:pt x="535" y="4631"/>
                  </a:lnTo>
                  <a:lnTo>
                    <a:pt x="535" y="4587"/>
                  </a:lnTo>
                  <a:lnTo>
                    <a:pt x="535" y="4554"/>
                  </a:lnTo>
                  <a:lnTo>
                    <a:pt x="524" y="4487"/>
                  </a:lnTo>
                  <a:lnTo>
                    <a:pt x="468" y="4342"/>
                  </a:lnTo>
                  <a:lnTo>
                    <a:pt x="435" y="4231"/>
                  </a:lnTo>
                  <a:lnTo>
                    <a:pt x="424" y="4097"/>
                  </a:lnTo>
                  <a:lnTo>
                    <a:pt x="424" y="3919"/>
                  </a:lnTo>
                  <a:lnTo>
                    <a:pt x="435" y="3819"/>
                  </a:lnTo>
                  <a:lnTo>
                    <a:pt x="457" y="3696"/>
                  </a:lnTo>
                  <a:lnTo>
                    <a:pt x="457" y="3696"/>
                  </a:lnTo>
                  <a:lnTo>
                    <a:pt x="391" y="3284"/>
                  </a:lnTo>
                  <a:lnTo>
                    <a:pt x="324" y="2850"/>
                  </a:lnTo>
                  <a:lnTo>
                    <a:pt x="268" y="2338"/>
                  </a:lnTo>
                  <a:lnTo>
                    <a:pt x="257" y="2071"/>
                  </a:lnTo>
                  <a:lnTo>
                    <a:pt x="246" y="1804"/>
                  </a:lnTo>
                  <a:lnTo>
                    <a:pt x="246" y="1536"/>
                  </a:lnTo>
                  <a:lnTo>
                    <a:pt x="257" y="1291"/>
                  </a:lnTo>
                  <a:lnTo>
                    <a:pt x="290" y="1058"/>
                  </a:lnTo>
                  <a:lnTo>
                    <a:pt x="335" y="846"/>
                  </a:lnTo>
                  <a:lnTo>
                    <a:pt x="368" y="757"/>
                  </a:lnTo>
                  <a:lnTo>
                    <a:pt x="413" y="679"/>
                  </a:lnTo>
                  <a:lnTo>
                    <a:pt x="457" y="601"/>
                  </a:lnTo>
                  <a:lnTo>
                    <a:pt x="502" y="546"/>
                  </a:lnTo>
                  <a:lnTo>
                    <a:pt x="502" y="546"/>
                  </a:lnTo>
                  <a:lnTo>
                    <a:pt x="624" y="434"/>
                  </a:lnTo>
                  <a:lnTo>
                    <a:pt x="758" y="334"/>
                  </a:lnTo>
                  <a:lnTo>
                    <a:pt x="914" y="256"/>
                  </a:lnTo>
                  <a:lnTo>
                    <a:pt x="1092" y="178"/>
                  </a:lnTo>
                  <a:lnTo>
                    <a:pt x="1270" y="122"/>
                  </a:lnTo>
                  <a:lnTo>
                    <a:pt x="1470" y="67"/>
                  </a:lnTo>
                  <a:lnTo>
                    <a:pt x="1660" y="33"/>
                  </a:lnTo>
                  <a:lnTo>
                    <a:pt x="1860" y="11"/>
                  </a:lnTo>
                  <a:lnTo>
                    <a:pt x="2061" y="0"/>
                  </a:lnTo>
                  <a:lnTo>
                    <a:pt x="2261" y="11"/>
                  </a:lnTo>
                  <a:lnTo>
                    <a:pt x="2450" y="33"/>
                  </a:lnTo>
                  <a:lnTo>
                    <a:pt x="2617" y="67"/>
                  </a:lnTo>
                  <a:lnTo>
                    <a:pt x="2784" y="111"/>
                  </a:lnTo>
                  <a:lnTo>
                    <a:pt x="2929" y="178"/>
                  </a:lnTo>
                  <a:lnTo>
                    <a:pt x="3051" y="256"/>
                  </a:lnTo>
                  <a:lnTo>
                    <a:pt x="3107" y="312"/>
                  </a:lnTo>
                  <a:lnTo>
                    <a:pt x="3152" y="356"/>
                  </a:lnTo>
                  <a:lnTo>
                    <a:pt x="3152" y="356"/>
                  </a:lnTo>
                  <a:lnTo>
                    <a:pt x="3241" y="401"/>
                  </a:lnTo>
                  <a:lnTo>
                    <a:pt x="3330" y="456"/>
                  </a:lnTo>
                  <a:lnTo>
                    <a:pt x="3408" y="546"/>
                  </a:lnTo>
                  <a:lnTo>
                    <a:pt x="3497" y="646"/>
                  </a:lnTo>
                  <a:lnTo>
                    <a:pt x="3575" y="768"/>
                  </a:lnTo>
                  <a:lnTo>
                    <a:pt x="3653" y="902"/>
                  </a:lnTo>
                  <a:lnTo>
                    <a:pt x="3719" y="1047"/>
                  </a:lnTo>
                  <a:lnTo>
                    <a:pt x="3797" y="1214"/>
                  </a:lnTo>
                  <a:lnTo>
                    <a:pt x="3920" y="1559"/>
                  </a:lnTo>
                  <a:lnTo>
                    <a:pt x="4031" y="1926"/>
                  </a:lnTo>
                  <a:lnTo>
                    <a:pt x="4131" y="2305"/>
                  </a:lnTo>
                  <a:lnTo>
                    <a:pt x="4209" y="2672"/>
                  </a:lnTo>
                  <a:lnTo>
                    <a:pt x="4209" y="2672"/>
                  </a:lnTo>
                  <a:lnTo>
                    <a:pt x="4232" y="2861"/>
                  </a:lnTo>
                  <a:lnTo>
                    <a:pt x="4243" y="3039"/>
                  </a:lnTo>
                  <a:lnTo>
                    <a:pt x="4220" y="3229"/>
                  </a:lnTo>
                  <a:lnTo>
                    <a:pt x="4187" y="3418"/>
                  </a:lnTo>
                  <a:lnTo>
                    <a:pt x="4142" y="3607"/>
                  </a:lnTo>
                  <a:lnTo>
                    <a:pt x="4087" y="3796"/>
                  </a:lnTo>
                  <a:lnTo>
                    <a:pt x="4020" y="3986"/>
                  </a:lnTo>
                  <a:lnTo>
                    <a:pt x="3942" y="4164"/>
                  </a:lnTo>
                  <a:lnTo>
                    <a:pt x="3775" y="4498"/>
                  </a:lnTo>
                  <a:lnTo>
                    <a:pt x="3619" y="4798"/>
                  </a:lnTo>
                  <a:lnTo>
                    <a:pt x="3486" y="5043"/>
                  </a:lnTo>
                  <a:lnTo>
                    <a:pt x="3385" y="5222"/>
                  </a:lnTo>
                  <a:lnTo>
                    <a:pt x="3385" y="5222"/>
                  </a:lnTo>
                  <a:lnTo>
                    <a:pt x="3207" y="5600"/>
                  </a:lnTo>
                  <a:lnTo>
                    <a:pt x="2996" y="6079"/>
                  </a:lnTo>
                  <a:lnTo>
                    <a:pt x="2751" y="664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1642856" y="1885641"/>
              <a:ext cx="348821" cy="571152"/>
            </a:xfrm>
            <a:custGeom>
              <a:rect b="b" l="l" r="r" t="t"/>
              <a:pathLst>
                <a:path extrusionOk="0" h="24338" w="14864">
                  <a:moveTo>
                    <a:pt x="2316" y="0"/>
                  </a:moveTo>
                  <a:lnTo>
                    <a:pt x="2093" y="134"/>
                  </a:lnTo>
                  <a:lnTo>
                    <a:pt x="1882" y="268"/>
                  </a:lnTo>
                  <a:lnTo>
                    <a:pt x="1693" y="412"/>
                  </a:lnTo>
                  <a:lnTo>
                    <a:pt x="1515" y="568"/>
                  </a:lnTo>
                  <a:lnTo>
                    <a:pt x="1336" y="735"/>
                  </a:lnTo>
                  <a:lnTo>
                    <a:pt x="1181" y="902"/>
                  </a:lnTo>
                  <a:lnTo>
                    <a:pt x="1025" y="1080"/>
                  </a:lnTo>
                  <a:lnTo>
                    <a:pt x="891" y="1270"/>
                  </a:lnTo>
                  <a:lnTo>
                    <a:pt x="769" y="1459"/>
                  </a:lnTo>
                  <a:lnTo>
                    <a:pt x="646" y="1659"/>
                  </a:lnTo>
                  <a:lnTo>
                    <a:pt x="546" y="1860"/>
                  </a:lnTo>
                  <a:lnTo>
                    <a:pt x="446" y="2071"/>
                  </a:lnTo>
                  <a:lnTo>
                    <a:pt x="357" y="2294"/>
                  </a:lnTo>
                  <a:lnTo>
                    <a:pt x="290" y="2517"/>
                  </a:lnTo>
                  <a:lnTo>
                    <a:pt x="223" y="2739"/>
                  </a:lnTo>
                  <a:lnTo>
                    <a:pt x="167" y="2962"/>
                  </a:lnTo>
                  <a:lnTo>
                    <a:pt x="112" y="3196"/>
                  </a:lnTo>
                  <a:lnTo>
                    <a:pt x="78" y="3441"/>
                  </a:lnTo>
                  <a:lnTo>
                    <a:pt x="45" y="3674"/>
                  </a:lnTo>
                  <a:lnTo>
                    <a:pt x="23" y="3919"/>
                  </a:lnTo>
                  <a:lnTo>
                    <a:pt x="12" y="4164"/>
                  </a:lnTo>
                  <a:lnTo>
                    <a:pt x="0" y="4409"/>
                  </a:lnTo>
                  <a:lnTo>
                    <a:pt x="12" y="4654"/>
                  </a:lnTo>
                  <a:lnTo>
                    <a:pt x="23" y="4910"/>
                  </a:lnTo>
                  <a:lnTo>
                    <a:pt x="34" y="5155"/>
                  </a:lnTo>
                  <a:lnTo>
                    <a:pt x="56" y="5400"/>
                  </a:lnTo>
                  <a:lnTo>
                    <a:pt x="89" y="5656"/>
                  </a:lnTo>
                  <a:lnTo>
                    <a:pt x="134" y="5901"/>
                  </a:lnTo>
                  <a:lnTo>
                    <a:pt x="234" y="6391"/>
                  </a:lnTo>
                  <a:lnTo>
                    <a:pt x="357" y="6881"/>
                  </a:lnTo>
                  <a:lnTo>
                    <a:pt x="479" y="7326"/>
                  </a:lnTo>
                  <a:lnTo>
                    <a:pt x="624" y="7783"/>
                  </a:lnTo>
                  <a:lnTo>
                    <a:pt x="769" y="8228"/>
                  </a:lnTo>
                  <a:lnTo>
                    <a:pt x="913" y="8673"/>
                  </a:lnTo>
                  <a:lnTo>
                    <a:pt x="1069" y="9119"/>
                  </a:lnTo>
                  <a:lnTo>
                    <a:pt x="1236" y="9553"/>
                  </a:lnTo>
                  <a:lnTo>
                    <a:pt x="1581" y="10421"/>
                  </a:lnTo>
                  <a:lnTo>
                    <a:pt x="1949" y="11278"/>
                  </a:lnTo>
                  <a:lnTo>
                    <a:pt x="2338" y="12113"/>
                  </a:lnTo>
                  <a:lnTo>
                    <a:pt x="2739" y="12949"/>
                  </a:lnTo>
                  <a:lnTo>
                    <a:pt x="3162" y="13750"/>
                  </a:lnTo>
                  <a:lnTo>
                    <a:pt x="3596" y="14541"/>
                  </a:lnTo>
                  <a:lnTo>
                    <a:pt x="4042" y="15320"/>
                  </a:lnTo>
                  <a:lnTo>
                    <a:pt x="4509" y="16077"/>
                  </a:lnTo>
                  <a:lnTo>
                    <a:pt x="4977" y="16812"/>
                  </a:lnTo>
                  <a:lnTo>
                    <a:pt x="5445" y="17524"/>
                  </a:lnTo>
                  <a:lnTo>
                    <a:pt x="5935" y="18226"/>
                  </a:lnTo>
                  <a:lnTo>
                    <a:pt x="6413" y="18894"/>
                  </a:lnTo>
                  <a:lnTo>
                    <a:pt x="6903" y="19539"/>
                  </a:lnTo>
                  <a:lnTo>
                    <a:pt x="7070" y="19784"/>
                  </a:lnTo>
                  <a:lnTo>
                    <a:pt x="7493" y="20319"/>
                  </a:lnTo>
                  <a:lnTo>
                    <a:pt x="7905" y="20820"/>
                  </a:lnTo>
                  <a:lnTo>
                    <a:pt x="8317" y="21321"/>
                  </a:lnTo>
                  <a:lnTo>
                    <a:pt x="8718" y="21788"/>
                  </a:lnTo>
                  <a:lnTo>
                    <a:pt x="9119" y="22245"/>
                  </a:lnTo>
                  <a:lnTo>
                    <a:pt x="9508" y="22679"/>
                  </a:lnTo>
                  <a:lnTo>
                    <a:pt x="9898" y="23080"/>
                  </a:lnTo>
                  <a:lnTo>
                    <a:pt x="10265" y="23470"/>
                  </a:lnTo>
                  <a:lnTo>
                    <a:pt x="10521" y="23692"/>
                  </a:lnTo>
                  <a:lnTo>
                    <a:pt x="10778" y="23881"/>
                  </a:lnTo>
                  <a:lnTo>
                    <a:pt x="11022" y="24048"/>
                  </a:lnTo>
                  <a:lnTo>
                    <a:pt x="11256" y="24193"/>
                  </a:lnTo>
                  <a:lnTo>
                    <a:pt x="11368" y="24249"/>
                  </a:lnTo>
                  <a:lnTo>
                    <a:pt x="11490" y="24293"/>
                  </a:lnTo>
                  <a:lnTo>
                    <a:pt x="11613" y="24327"/>
                  </a:lnTo>
                  <a:lnTo>
                    <a:pt x="11746" y="24338"/>
                  </a:lnTo>
                  <a:lnTo>
                    <a:pt x="12002" y="24338"/>
                  </a:lnTo>
                  <a:lnTo>
                    <a:pt x="12136" y="24316"/>
                  </a:lnTo>
                  <a:lnTo>
                    <a:pt x="12269" y="24293"/>
                  </a:lnTo>
                  <a:lnTo>
                    <a:pt x="12392" y="24249"/>
                  </a:lnTo>
                  <a:lnTo>
                    <a:pt x="12525" y="24204"/>
                  </a:lnTo>
                  <a:lnTo>
                    <a:pt x="12659" y="24149"/>
                  </a:lnTo>
                  <a:lnTo>
                    <a:pt x="12793" y="24082"/>
                  </a:lnTo>
                  <a:lnTo>
                    <a:pt x="12915" y="24015"/>
                  </a:lnTo>
                  <a:lnTo>
                    <a:pt x="13038" y="23937"/>
                  </a:lnTo>
                  <a:lnTo>
                    <a:pt x="13283" y="23759"/>
                  </a:lnTo>
                  <a:lnTo>
                    <a:pt x="13283" y="23525"/>
                  </a:lnTo>
                  <a:lnTo>
                    <a:pt x="13294" y="23303"/>
                  </a:lnTo>
                  <a:lnTo>
                    <a:pt x="13316" y="23080"/>
                  </a:lnTo>
                  <a:lnTo>
                    <a:pt x="13349" y="22868"/>
                  </a:lnTo>
                  <a:lnTo>
                    <a:pt x="13383" y="22657"/>
                  </a:lnTo>
                  <a:lnTo>
                    <a:pt x="13427" y="22445"/>
                  </a:lnTo>
                  <a:lnTo>
                    <a:pt x="13472" y="22245"/>
                  </a:lnTo>
                  <a:lnTo>
                    <a:pt x="13527" y="22056"/>
                  </a:lnTo>
                  <a:lnTo>
                    <a:pt x="13639" y="21688"/>
                  </a:lnTo>
                  <a:lnTo>
                    <a:pt x="13772" y="21343"/>
                  </a:lnTo>
                  <a:lnTo>
                    <a:pt x="13917" y="21020"/>
                  </a:lnTo>
                  <a:lnTo>
                    <a:pt x="14062" y="20731"/>
                  </a:lnTo>
                  <a:lnTo>
                    <a:pt x="14218" y="20475"/>
                  </a:lnTo>
                  <a:lnTo>
                    <a:pt x="14362" y="20241"/>
                  </a:lnTo>
                  <a:lnTo>
                    <a:pt x="14496" y="20040"/>
                  </a:lnTo>
                  <a:lnTo>
                    <a:pt x="14607" y="19873"/>
                  </a:lnTo>
                  <a:lnTo>
                    <a:pt x="14797" y="19651"/>
                  </a:lnTo>
                  <a:lnTo>
                    <a:pt x="14863" y="19573"/>
                  </a:lnTo>
                  <a:lnTo>
                    <a:pt x="14797" y="19539"/>
                  </a:lnTo>
                  <a:lnTo>
                    <a:pt x="14730" y="19495"/>
                  </a:lnTo>
                  <a:lnTo>
                    <a:pt x="14652" y="19428"/>
                  </a:lnTo>
                  <a:lnTo>
                    <a:pt x="14563" y="19350"/>
                  </a:lnTo>
                  <a:lnTo>
                    <a:pt x="14385" y="19150"/>
                  </a:lnTo>
                  <a:lnTo>
                    <a:pt x="14184" y="18894"/>
                  </a:lnTo>
                  <a:lnTo>
                    <a:pt x="13962" y="18582"/>
                  </a:lnTo>
                  <a:lnTo>
                    <a:pt x="13717" y="18226"/>
                  </a:lnTo>
                  <a:lnTo>
                    <a:pt x="13450" y="17814"/>
                  </a:lnTo>
                  <a:lnTo>
                    <a:pt x="13182" y="17368"/>
                  </a:lnTo>
                  <a:lnTo>
                    <a:pt x="12893" y="16879"/>
                  </a:lnTo>
                  <a:lnTo>
                    <a:pt x="12581" y="16355"/>
                  </a:lnTo>
                  <a:lnTo>
                    <a:pt x="11947" y="15209"/>
                  </a:lnTo>
                  <a:lnTo>
                    <a:pt x="11267" y="13973"/>
                  </a:lnTo>
                  <a:lnTo>
                    <a:pt x="10577" y="12659"/>
                  </a:lnTo>
                  <a:lnTo>
                    <a:pt x="9853" y="11267"/>
                  </a:lnTo>
                  <a:lnTo>
                    <a:pt x="9130" y="9853"/>
                  </a:lnTo>
                  <a:lnTo>
                    <a:pt x="7749" y="7137"/>
                  </a:lnTo>
                  <a:lnTo>
                    <a:pt x="6547" y="4743"/>
                  </a:lnTo>
                  <a:lnTo>
                    <a:pt x="6035" y="3752"/>
                  </a:lnTo>
                  <a:lnTo>
                    <a:pt x="5612" y="2940"/>
                  </a:lnTo>
                  <a:lnTo>
                    <a:pt x="5489" y="2717"/>
                  </a:lnTo>
                  <a:lnTo>
                    <a:pt x="5356" y="2505"/>
                  </a:lnTo>
                  <a:lnTo>
                    <a:pt x="5222" y="2305"/>
                  </a:lnTo>
                  <a:lnTo>
                    <a:pt x="5099" y="2116"/>
                  </a:lnTo>
                  <a:lnTo>
                    <a:pt x="4955" y="1926"/>
                  </a:lnTo>
                  <a:lnTo>
                    <a:pt x="4821" y="1759"/>
                  </a:lnTo>
                  <a:lnTo>
                    <a:pt x="4688" y="1604"/>
                  </a:lnTo>
                  <a:lnTo>
                    <a:pt x="4543" y="1448"/>
                  </a:lnTo>
                  <a:lnTo>
                    <a:pt x="4264" y="1181"/>
                  </a:lnTo>
                  <a:lnTo>
                    <a:pt x="3997" y="936"/>
                  </a:lnTo>
                  <a:lnTo>
                    <a:pt x="3730" y="735"/>
                  </a:lnTo>
                  <a:lnTo>
                    <a:pt x="3474" y="557"/>
                  </a:lnTo>
                  <a:lnTo>
                    <a:pt x="3229" y="412"/>
                  </a:lnTo>
                  <a:lnTo>
                    <a:pt x="3018" y="290"/>
                  </a:lnTo>
                  <a:lnTo>
                    <a:pt x="2817" y="190"/>
                  </a:lnTo>
                  <a:lnTo>
                    <a:pt x="2650" y="123"/>
                  </a:lnTo>
                  <a:lnTo>
                    <a:pt x="2405" y="34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1642856" y="1885641"/>
              <a:ext cx="348821" cy="571152"/>
            </a:xfrm>
            <a:custGeom>
              <a:rect b="b" l="l" r="r" t="t"/>
              <a:pathLst>
                <a:path extrusionOk="0" fill="none" h="24338" w="14864">
                  <a:moveTo>
                    <a:pt x="14863" y="19573"/>
                  </a:moveTo>
                  <a:lnTo>
                    <a:pt x="14863" y="19573"/>
                  </a:lnTo>
                  <a:lnTo>
                    <a:pt x="14797" y="19651"/>
                  </a:lnTo>
                  <a:lnTo>
                    <a:pt x="14607" y="19873"/>
                  </a:lnTo>
                  <a:lnTo>
                    <a:pt x="14496" y="20040"/>
                  </a:lnTo>
                  <a:lnTo>
                    <a:pt x="14362" y="20241"/>
                  </a:lnTo>
                  <a:lnTo>
                    <a:pt x="14218" y="20475"/>
                  </a:lnTo>
                  <a:lnTo>
                    <a:pt x="14062" y="20731"/>
                  </a:lnTo>
                  <a:lnTo>
                    <a:pt x="13917" y="21020"/>
                  </a:lnTo>
                  <a:lnTo>
                    <a:pt x="13772" y="21343"/>
                  </a:lnTo>
                  <a:lnTo>
                    <a:pt x="13639" y="21688"/>
                  </a:lnTo>
                  <a:lnTo>
                    <a:pt x="13527" y="22056"/>
                  </a:lnTo>
                  <a:lnTo>
                    <a:pt x="13472" y="22245"/>
                  </a:lnTo>
                  <a:lnTo>
                    <a:pt x="13427" y="22445"/>
                  </a:lnTo>
                  <a:lnTo>
                    <a:pt x="13383" y="22657"/>
                  </a:lnTo>
                  <a:lnTo>
                    <a:pt x="13349" y="22868"/>
                  </a:lnTo>
                  <a:lnTo>
                    <a:pt x="13316" y="23080"/>
                  </a:lnTo>
                  <a:lnTo>
                    <a:pt x="13294" y="23303"/>
                  </a:lnTo>
                  <a:lnTo>
                    <a:pt x="13283" y="23525"/>
                  </a:lnTo>
                  <a:lnTo>
                    <a:pt x="13283" y="23759"/>
                  </a:lnTo>
                  <a:lnTo>
                    <a:pt x="13283" y="23759"/>
                  </a:lnTo>
                  <a:lnTo>
                    <a:pt x="13038" y="23937"/>
                  </a:lnTo>
                  <a:lnTo>
                    <a:pt x="12915" y="24015"/>
                  </a:lnTo>
                  <a:lnTo>
                    <a:pt x="12793" y="24082"/>
                  </a:lnTo>
                  <a:lnTo>
                    <a:pt x="12659" y="24149"/>
                  </a:lnTo>
                  <a:lnTo>
                    <a:pt x="12525" y="24204"/>
                  </a:lnTo>
                  <a:lnTo>
                    <a:pt x="12392" y="24249"/>
                  </a:lnTo>
                  <a:lnTo>
                    <a:pt x="12269" y="24293"/>
                  </a:lnTo>
                  <a:lnTo>
                    <a:pt x="12136" y="24316"/>
                  </a:lnTo>
                  <a:lnTo>
                    <a:pt x="12002" y="24338"/>
                  </a:lnTo>
                  <a:lnTo>
                    <a:pt x="11869" y="24338"/>
                  </a:lnTo>
                  <a:lnTo>
                    <a:pt x="11746" y="24338"/>
                  </a:lnTo>
                  <a:lnTo>
                    <a:pt x="11613" y="24327"/>
                  </a:lnTo>
                  <a:lnTo>
                    <a:pt x="11490" y="24293"/>
                  </a:lnTo>
                  <a:lnTo>
                    <a:pt x="11368" y="24249"/>
                  </a:lnTo>
                  <a:lnTo>
                    <a:pt x="11256" y="24193"/>
                  </a:lnTo>
                  <a:lnTo>
                    <a:pt x="11256" y="24193"/>
                  </a:lnTo>
                  <a:lnTo>
                    <a:pt x="11022" y="24048"/>
                  </a:lnTo>
                  <a:lnTo>
                    <a:pt x="10778" y="23881"/>
                  </a:lnTo>
                  <a:lnTo>
                    <a:pt x="10521" y="23692"/>
                  </a:lnTo>
                  <a:lnTo>
                    <a:pt x="10265" y="23470"/>
                  </a:lnTo>
                  <a:lnTo>
                    <a:pt x="10265" y="23470"/>
                  </a:lnTo>
                  <a:lnTo>
                    <a:pt x="9898" y="23080"/>
                  </a:lnTo>
                  <a:lnTo>
                    <a:pt x="9508" y="22679"/>
                  </a:lnTo>
                  <a:lnTo>
                    <a:pt x="9119" y="22245"/>
                  </a:lnTo>
                  <a:lnTo>
                    <a:pt x="8718" y="21788"/>
                  </a:lnTo>
                  <a:lnTo>
                    <a:pt x="8317" y="21321"/>
                  </a:lnTo>
                  <a:lnTo>
                    <a:pt x="7905" y="20820"/>
                  </a:lnTo>
                  <a:lnTo>
                    <a:pt x="7493" y="20319"/>
                  </a:lnTo>
                  <a:lnTo>
                    <a:pt x="7070" y="19784"/>
                  </a:lnTo>
                  <a:lnTo>
                    <a:pt x="7070" y="19784"/>
                  </a:lnTo>
                  <a:lnTo>
                    <a:pt x="6903" y="19539"/>
                  </a:lnTo>
                  <a:lnTo>
                    <a:pt x="6903" y="19539"/>
                  </a:lnTo>
                  <a:lnTo>
                    <a:pt x="6413" y="18894"/>
                  </a:lnTo>
                  <a:lnTo>
                    <a:pt x="5935" y="18226"/>
                  </a:lnTo>
                  <a:lnTo>
                    <a:pt x="5445" y="17524"/>
                  </a:lnTo>
                  <a:lnTo>
                    <a:pt x="4977" y="16812"/>
                  </a:lnTo>
                  <a:lnTo>
                    <a:pt x="4509" y="16077"/>
                  </a:lnTo>
                  <a:lnTo>
                    <a:pt x="4042" y="15320"/>
                  </a:lnTo>
                  <a:lnTo>
                    <a:pt x="3596" y="14541"/>
                  </a:lnTo>
                  <a:lnTo>
                    <a:pt x="3162" y="13750"/>
                  </a:lnTo>
                  <a:lnTo>
                    <a:pt x="2739" y="12949"/>
                  </a:lnTo>
                  <a:lnTo>
                    <a:pt x="2338" y="12113"/>
                  </a:lnTo>
                  <a:lnTo>
                    <a:pt x="1949" y="11278"/>
                  </a:lnTo>
                  <a:lnTo>
                    <a:pt x="1581" y="10421"/>
                  </a:lnTo>
                  <a:lnTo>
                    <a:pt x="1236" y="9553"/>
                  </a:lnTo>
                  <a:lnTo>
                    <a:pt x="1069" y="9119"/>
                  </a:lnTo>
                  <a:lnTo>
                    <a:pt x="913" y="8673"/>
                  </a:lnTo>
                  <a:lnTo>
                    <a:pt x="769" y="8228"/>
                  </a:lnTo>
                  <a:lnTo>
                    <a:pt x="624" y="7783"/>
                  </a:lnTo>
                  <a:lnTo>
                    <a:pt x="479" y="7326"/>
                  </a:lnTo>
                  <a:lnTo>
                    <a:pt x="357" y="6881"/>
                  </a:lnTo>
                  <a:lnTo>
                    <a:pt x="357" y="6881"/>
                  </a:lnTo>
                  <a:lnTo>
                    <a:pt x="234" y="6391"/>
                  </a:lnTo>
                  <a:lnTo>
                    <a:pt x="134" y="5901"/>
                  </a:lnTo>
                  <a:lnTo>
                    <a:pt x="89" y="5656"/>
                  </a:lnTo>
                  <a:lnTo>
                    <a:pt x="56" y="5400"/>
                  </a:lnTo>
                  <a:lnTo>
                    <a:pt x="34" y="5155"/>
                  </a:lnTo>
                  <a:lnTo>
                    <a:pt x="23" y="4910"/>
                  </a:lnTo>
                  <a:lnTo>
                    <a:pt x="12" y="4654"/>
                  </a:lnTo>
                  <a:lnTo>
                    <a:pt x="0" y="4409"/>
                  </a:lnTo>
                  <a:lnTo>
                    <a:pt x="12" y="4164"/>
                  </a:lnTo>
                  <a:lnTo>
                    <a:pt x="23" y="3919"/>
                  </a:lnTo>
                  <a:lnTo>
                    <a:pt x="45" y="3674"/>
                  </a:lnTo>
                  <a:lnTo>
                    <a:pt x="78" y="3441"/>
                  </a:lnTo>
                  <a:lnTo>
                    <a:pt x="112" y="3196"/>
                  </a:lnTo>
                  <a:lnTo>
                    <a:pt x="167" y="2962"/>
                  </a:lnTo>
                  <a:lnTo>
                    <a:pt x="223" y="2739"/>
                  </a:lnTo>
                  <a:lnTo>
                    <a:pt x="290" y="2517"/>
                  </a:lnTo>
                  <a:lnTo>
                    <a:pt x="357" y="2294"/>
                  </a:lnTo>
                  <a:lnTo>
                    <a:pt x="446" y="2071"/>
                  </a:lnTo>
                  <a:lnTo>
                    <a:pt x="546" y="1860"/>
                  </a:lnTo>
                  <a:lnTo>
                    <a:pt x="646" y="1659"/>
                  </a:lnTo>
                  <a:lnTo>
                    <a:pt x="769" y="1459"/>
                  </a:lnTo>
                  <a:lnTo>
                    <a:pt x="891" y="1270"/>
                  </a:lnTo>
                  <a:lnTo>
                    <a:pt x="1025" y="1080"/>
                  </a:lnTo>
                  <a:lnTo>
                    <a:pt x="1181" y="902"/>
                  </a:lnTo>
                  <a:lnTo>
                    <a:pt x="1336" y="735"/>
                  </a:lnTo>
                  <a:lnTo>
                    <a:pt x="1515" y="568"/>
                  </a:lnTo>
                  <a:lnTo>
                    <a:pt x="1693" y="412"/>
                  </a:lnTo>
                  <a:lnTo>
                    <a:pt x="1882" y="268"/>
                  </a:lnTo>
                  <a:lnTo>
                    <a:pt x="2093" y="134"/>
                  </a:lnTo>
                  <a:lnTo>
                    <a:pt x="2316" y="0"/>
                  </a:lnTo>
                  <a:lnTo>
                    <a:pt x="2316" y="0"/>
                  </a:lnTo>
                  <a:lnTo>
                    <a:pt x="2405" y="34"/>
                  </a:lnTo>
                  <a:lnTo>
                    <a:pt x="2650" y="123"/>
                  </a:lnTo>
                  <a:lnTo>
                    <a:pt x="2817" y="190"/>
                  </a:lnTo>
                  <a:lnTo>
                    <a:pt x="3018" y="290"/>
                  </a:lnTo>
                  <a:lnTo>
                    <a:pt x="3229" y="412"/>
                  </a:lnTo>
                  <a:lnTo>
                    <a:pt x="3474" y="557"/>
                  </a:lnTo>
                  <a:lnTo>
                    <a:pt x="3730" y="735"/>
                  </a:lnTo>
                  <a:lnTo>
                    <a:pt x="3997" y="936"/>
                  </a:lnTo>
                  <a:lnTo>
                    <a:pt x="4264" y="1181"/>
                  </a:lnTo>
                  <a:lnTo>
                    <a:pt x="4543" y="1448"/>
                  </a:lnTo>
                  <a:lnTo>
                    <a:pt x="4688" y="1604"/>
                  </a:lnTo>
                  <a:lnTo>
                    <a:pt x="4821" y="1759"/>
                  </a:lnTo>
                  <a:lnTo>
                    <a:pt x="4955" y="1926"/>
                  </a:lnTo>
                  <a:lnTo>
                    <a:pt x="5099" y="2116"/>
                  </a:lnTo>
                  <a:lnTo>
                    <a:pt x="5222" y="2305"/>
                  </a:lnTo>
                  <a:lnTo>
                    <a:pt x="5356" y="2505"/>
                  </a:lnTo>
                  <a:lnTo>
                    <a:pt x="5489" y="2717"/>
                  </a:lnTo>
                  <a:lnTo>
                    <a:pt x="5612" y="2940"/>
                  </a:lnTo>
                  <a:lnTo>
                    <a:pt x="5612" y="2940"/>
                  </a:lnTo>
                  <a:lnTo>
                    <a:pt x="6035" y="3752"/>
                  </a:lnTo>
                  <a:lnTo>
                    <a:pt x="6547" y="4743"/>
                  </a:lnTo>
                  <a:lnTo>
                    <a:pt x="7749" y="7137"/>
                  </a:lnTo>
                  <a:lnTo>
                    <a:pt x="9130" y="9853"/>
                  </a:lnTo>
                  <a:lnTo>
                    <a:pt x="9853" y="11267"/>
                  </a:lnTo>
                  <a:lnTo>
                    <a:pt x="10577" y="12659"/>
                  </a:lnTo>
                  <a:lnTo>
                    <a:pt x="10577" y="12659"/>
                  </a:lnTo>
                  <a:lnTo>
                    <a:pt x="11267" y="13973"/>
                  </a:lnTo>
                  <a:lnTo>
                    <a:pt x="11947" y="15209"/>
                  </a:lnTo>
                  <a:lnTo>
                    <a:pt x="12581" y="16355"/>
                  </a:lnTo>
                  <a:lnTo>
                    <a:pt x="12893" y="16879"/>
                  </a:lnTo>
                  <a:lnTo>
                    <a:pt x="13182" y="17368"/>
                  </a:lnTo>
                  <a:lnTo>
                    <a:pt x="13450" y="17814"/>
                  </a:lnTo>
                  <a:lnTo>
                    <a:pt x="13717" y="18226"/>
                  </a:lnTo>
                  <a:lnTo>
                    <a:pt x="13962" y="18582"/>
                  </a:lnTo>
                  <a:lnTo>
                    <a:pt x="14184" y="18894"/>
                  </a:lnTo>
                  <a:lnTo>
                    <a:pt x="14385" y="19150"/>
                  </a:lnTo>
                  <a:lnTo>
                    <a:pt x="14563" y="19350"/>
                  </a:lnTo>
                  <a:lnTo>
                    <a:pt x="14652" y="19428"/>
                  </a:lnTo>
                  <a:lnTo>
                    <a:pt x="14730" y="19495"/>
                  </a:lnTo>
                  <a:lnTo>
                    <a:pt x="14797" y="19539"/>
                  </a:lnTo>
                  <a:lnTo>
                    <a:pt x="14863" y="195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1616995" y="1843845"/>
              <a:ext cx="259973" cy="353773"/>
            </a:xfrm>
            <a:custGeom>
              <a:rect b="b" l="l" r="r" t="t"/>
              <a:pathLst>
                <a:path extrusionOk="0" h="15075" w="11078">
                  <a:moveTo>
                    <a:pt x="2205" y="0"/>
                  </a:moveTo>
                  <a:lnTo>
                    <a:pt x="267" y="9508"/>
                  </a:lnTo>
                  <a:lnTo>
                    <a:pt x="134" y="10031"/>
                  </a:lnTo>
                  <a:lnTo>
                    <a:pt x="78" y="10287"/>
                  </a:lnTo>
                  <a:lnTo>
                    <a:pt x="34" y="10554"/>
                  </a:lnTo>
                  <a:lnTo>
                    <a:pt x="11" y="10811"/>
                  </a:lnTo>
                  <a:lnTo>
                    <a:pt x="0" y="11078"/>
                  </a:lnTo>
                  <a:lnTo>
                    <a:pt x="11" y="11211"/>
                  </a:lnTo>
                  <a:lnTo>
                    <a:pt x="22" y="11334"/>
                  </a:lnTo>
                  <a:lnTo>
                    <a:pt x="45" y="11467"/>
                  </a:lnTo>
                  <a:lnTo>
                    <a:pt x="78" y="11590"/>
                  </a:lnTo>
                  <a:lnTo>
                    <a:pt x="134" y="11779"/>
                  </a:lnTo>
                  <a:lnTo>
                    <a:pt x="212" y="11957"/>
                  </a:lnTo>
                  <a:lnTo>
                    <a:pt x="301" y="12124"/>
                  </a:lnTo>
                  <a:lnTo>
                    <a:pt x="401" y="12302"/>
                  </a:lnTo>
                  <a:lnTo>
                    <a:pt x="501" y="12458"/>
                  </a:lnTo>
                  <a:lnTo>
                    <a:pt x="624" y="12625"/>
                  </a:lnTo>
                  <a:lnTo>
                    <a:pt x="857" y="12926"/>
                  </a:lnTo>
                  <a:lnTo>
                    <a:pt x="1436" y="13638"/>
                  </a:lnTo>
                  <a:lnTo>
                    <a:pt x="2026" y="14329"/>
                  </a:lnTo>
                  <a:lnTo>
                    <a:pt x="2171" y="14496"/>
                  </a:lnTo>
                  <a:lnTo>
                    <a:pt x="2327" y="14652"/>
                  </a:lnTo>
                  <a:lnTo>
                    <a:pt x="2416" y="14730"/>
                  </a:lnTo>
                  <a:lnTo>
                    <a:pt x="2505" y="14796"/>
                  </a:lnTo>
                  <a:lnTo>
                    <a:pt x="2594" y="14852"/>
                  </a:lnTo>
                  <a:lnTo>
                    <a:pt x="2694" y="14908"/>
                  </a:lnTo>
                  <a:lnTo>
                    <a:pt x="2850" y="14963"/>
                  </a:lnTo>
                  <a:lnTo>
                    <a:pt x="3006" y="14997"/>
                  </a:lnTo>
                  <a:lnTo>
                    <a:pt x="3173" y="15030"/>
                  </a:lnTo>
                  <a:lnTo>
                    <a:pt x="3340" y="15041"/>
                  </a:lnTo>
                  <a:lnTo>
                    <a:pt x="3574" y="15064"/>
                  </a:lnTo>
                  <a:lnTo>
                    <a:pt x="3819" y="15075"/>
                  </a:lnTo>
                  <a:lnTo>
                    <a:pt x="4309" y="15075"/>
                  </a:lnTo>
                  <a:lnTo>
                    <a:pt x="4554" y="15064"/>
                  </a:lnTo>
                  <a:lnTo>
                    <a:pt x="4788" y="15052"/>
                  </a:lnTo>
                  <a:lnTo>
                    <a:pt x="5032" y="15030"/>
                  </a:lnTo>
                  <a:lnTo>
                    <a:pt x="5277" y="14997"/>
                  </a:lnTo>
                  <a:lnTo>
                    <a:pt x="5511" y="14963"/>
                  </a:lnTo>
                  <a:lnTo>
                    <a:pt x="5756" y="14919"/>
                  </a:lnTo>
                  <a:lnTo>
                    <a:pt x="5990" y="14874"/>
                  </a:lnTo>
                  <a:lnTo>
                    <a:pt x="6235" y="14819"/>
                  </a:lnTo>
                  <a:lnTo>
                    <a:pt x="6469" y="14752"/>
                  </a:lnTo>
                  <a:lnTo>
                    <a:pt x="6703" y="14685"/>
                  </a:lnTo>
                  <a:lnTo>
                    <a:pt x="6925" y="14607"/>
                  </a:lnTo>
                  <a:lnTo>
                    <a:pt x="7159" y="14529"/>
                  </a:lnTo>
                  <a:lnTo>
                    <a:pt x="7404" y="14451"/>
                  </a:lnTo>
                  <a:lnTo>
                    <a:pt x="7649" y="14384"/>
                  </a:lnTo>
                  <a:lnTo>
                    <a:pt x="7894" y="14329"/>
                  </a:lnTo>
                  <a:lnTo>
                    <a:pt x="8139" y="14273"/>
                  </a:lnTo>
                  <a:lnTo>
                    <a:pt x="8629" y="14195"/>
                  </a:lnTo>
                  <a:lnTo>
                    <a:pt x="9130" y="14117"/>
                  </a:lnTo>
                  <a:lnTo>
                    <a:pt x="9375" y="14062"/>
                  </a:lnTo>
                  <a:lnTo>
                    <a:pt x="9619" y="14006"/>
                  </a:lnTo>
                  <a:lnTo>
                    <a:pt x="9864" y="13928"/>
                  </a:lnTo>
                  <a:lnTo>
                    <a:pt x="10109" y="13850"/>
                  </a:lnTo>
                  <a:lnTo>
                    <a:pt x="10354" y="13739"/>
                  </a:lnTo>
                  <a:lnTo>
                    <a:pt x="10599" y="13616"/>
                  </a:lnTo>
                  <a:lnTo>
                    <a:pt x="10833" y="13460"/>
                  </a:lnTo>
                  <a:lnTo>
                    <a:pt x="11078" y="13282"/>
                  </a:lnTo>
                  <a:lnTo>
                    <a:pt x="10354" y="11434"/>
                  </a:lnTo>
                  <a:lnTo>
                    <a:pt x="9597" y="9486"/>
                  </a:lnTo>
                  <a:lnTo>
                    <a:pt x="8851" y="7526"/>
                  </a:lnTo>
                  <a:lnTo>
                    <a:pt x="8128" y="5678"/>
                  </a:lnTo>
                  <a:lnTo>
                    <a:pt x="7961" y="5266"/>
                  </a:lnTo>
                  <a:lnTo>
                    <a:pt x="7794" y="4854"/>
                  </a:lnTo>
                  <a:lnTo>
                    <a:pt x="7615" y="4442"/>
                  </a:lnTo>
                  <a:lnTo>
                    <a:pt x="7415" y="4041"/>
                  </a:lnTo>
                  <a:lnTo>
                    <a:pt x="7204" y="3663"/>
                  </a:lnTo>
                  <a:lnTo>
                    <a:pt x="6970" y="3307"/>
                  </a:lnTo>
                  <a:lnTo>
                    <a:pt x="6725" y="2950"/>
                  </a:lnTo>
                  <a:lnTo>
                    <a:pt x="6458" y="2616"/>
                  </a:lnTo>
                  <a:lnTo>
                    <a:pt x="6179" y="2305"/>
                  </a:lnTo>
                  <a:lnTo>
                    <a:pt x="5890" y="2004"/>
                  </a:lnTo>
                  <a:lnTo>
                    <a:pt x="5578" y="1715"/>
                  </a:lnTo>
                  <a:lnTo>
                    <a:pt x="5255" y="1447"/>
                  </a:lnTo>
                  <a:lnTo>
                    <a:pt x="4910" y="1202"/>
                  </a:lnTo>
                  <a:lnTo>
                    <a:pt x="4565" y="969"/>
                  </a:lnTo>
                  <a:lnTo>
                    <a:pt x="4197" y="757"/>
                  </a:lnTo>
                  <a:lnTo>
                    <a:pt x="3819" y="568"/>
                  </a:lnTo>
                  <a:lnTo>
                    <a:pt x="3429" y="390"/>
                  </a:lnTo>
                  <a:lnTo>
                    <a:pt x="3028" y="245"/>
                  </a:lnTo>
                  <a:lnTo>
                    <a:pt x="2617" y="111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1616995" y="1843845"/>
              <a:ext cx="259973" cy="353773"/>
            </a:xfrm>
            <a:custGeom>
              <a:rect b="b" l="l" r="r" t="t"/>
              <a:pathLst>
                <a:path extrusionOk="0" fill="none" h="15075" w="11078">
                  <a:moveTo>
                    <a:pt x="2205" y="0"/>
                  </a:moveTo>
                  <a:lnTo>
                    <a:pt x="2205" y="0"/>
                  </a:lnTo>
                  <a:lnTo>
                    <a:pt x="2617" y="111"/>
                  </a:lnTo>
                  <a:lnTo>
                    <a:pt x="3028" y="245"/>
                  </a:lnTo>
                  <a:lnTo>
                    <a:pt x="3429" y="390"/>
                  </a:lnTo>
                  <a:lnTo>
                    <a:pt x="3819" y="568"/>
                  </a:lnTo>
                  <a:lnTo>
                    <a:pt x="4197" y="757"/>
                  </a:lnTo>
                  <a:lnTo>
                    <a:pt x="4565" y="969"/>
                  </a:lnTo>
                  <a:lnTo>
                    <a:pt x="4910" y="1202"/>
                  </a:lnTo>
                  <a:lnTo>
                    <a:pt x="5255" y="1447"/>
                  </a:lnTo>
                  <a:lnTo>
                    <a:pt x="5578" y="1715"/>
                  </a:lnTo>
                  <a:lnTo>
                    <a:pt x="5890" y="2004"/>
                  </a:lnTo>
                  <a:lnTo>
                    <a:pt x="6179" y="2305"/>
                  </a:lnTo>
                  <a:lnTo>
                    <a:pt x="6458" y="2616"/>
                  </a:lnTo>
                  <a:lnTo>
                    <a:pt x="6725" y="2950"/>
                  </a:lnTo>
                  <a:lnTo>
                    <a:pt x="6970" y="3307"/>
                  </a:lnTo>
                  <a:lnTo>
                    <a:pt x="7204" y="3663"/>
                  </a:lnTo>
                  <a:lnTo>
                    <a:pt x="7415" y="4041"/>
                  </a:lnTo>
                  <a:lnTo>
                    <a:pt x="7415" y="4041"/>
                  </a:lnTo>
                  <a:lnTo>
                    <a:pt x="7615" y="4442"/>
                  </a:lnTo>
                  <a:lnTo>
                    <a:pt x="7794" y="4854"/>
                  </a:lnTo>
                  <a:lnTo>
                    <a:pt x="7961" y="5266"/>
                  </a:lnTo>
                  <a:lnTo>
                    <a:pt x="8128" y="5678"/>
                  </a:lnTo>
                  <a:lnTo>
                    <a:pt x="8128" y="5678"/>
                  </a:lnTo>
                  <a:lnTo>
                    <a:pt x="8851" y="7526"/>
                  </a:lnTo>
                  <a:lnTo>
                    <a:pt x="9597" y="9486"/>
                  </a:lnTo>
                  <a:lnTo>
                    <a:pt x="10354" y="11434"/>
                  </a:lnTo>
                  <a:lnTo>
                    <a:pt x="11078" y="13282"/>
                  </a:lnTo>
                  <a:lnTo>
                    <a:pt x="11078" y="13282"/>
                  </a:lnTo>
                  <a:lnTo>
                    <a:pt x="10833" y="13460"/>
                  </a:lnTo>
                  <a:lnTo>
                    <a:pt x="10599" y="13616"/>
                  </a:lnTo>
                  <a:lnTo>
                    <a:pt x="10354" y="13739"/>
                  </a:lnTo>
                  <a:lnTo>
                    <a:pt x="10109" y="13850"/>
                  </a:lnTo>
                  <a:lnTo>
                    <a:pt x="9864" y="13928"/>
                  </a:lnTo>
                  <a:lnTo>
                    <a:pt x="9619" y="14006"/>
                  </a:lnTo>
                  <a:lnTo>
                    <a:pt x="9375" y="14062"/>
                  </a:lnTo>
                  <a:lnTo>
                    <a:pt x="9130" y="14117"/>
                  </a:lnTo>
                  <a:lnTo>
                    <a:pt x="8629" y="14195"/>
                  </a:lnTo>
                  <a:lnTo>
                    <a:pt x="8139" y="14273"/>
                  </a:lnTo>
                  <a:lnTo>
                    <a:pt x="7894" y="14329"/>
                  </a:lnTo>
                  <a:lnTo>
                    <a:pt x="7649" y="14384"/>
                  </a:lnTo>
                  <a:lnTo>
                    <a:pt x="7404" y="14451"/>
                  </a:lnTo>
                  <a:lnTo>
                    <a:pt x="7159" y="14529"/>
                  </a:lnTo>
                  <a:lnTo>
                    <a:pt x="7159" y="14529"/>
                  </a:lnTo>
                  <a:lnTo>
                    <a:pt x="6925" y="14607"/>
                  </a:lnTo>
                  <a:lnTo>
                    <a:pt x="6703" y="14685"/>
                  </a:lnTo>
                  <a:lnTo>
                    <a:pt x="6469" y="14752"/>
                  </a:lnTo>
                  <a:lnTo>
                    <a:pt x="6235" y="14819"/>
                  </a:lnTo>
                  <a:lnTo>
                    <a:pt x="5990" y="14874"/>
                  </a:lnTo>
                  <a:lnTo>
                    <a:pt x="5756" y="14919"/>
                  </a:lnTo>
                  <a:lnTo>
                    <a:pt x="5511" y="14963"/>
                  </a:lnTo>
                  <a:lnTo>
                    <a:pt x="5277" y="14997"/>
                  </a:lnTo>
                  <a:lnTo>
                    <a:pt x="5032" y="15030"/>
                  </a:lnTo>
                  <a:lnTo>
                    <a:pt x="4788" y="15052"/>
                  </a:lnTo>
                  <a:lnTo>
                    <a:pt x="4554" y="15064"/>
                  </a:lnTo>
                  <a:lnTo>
                    <a:pt x="4309" y="15075"/>
                  </a:lnTo>
                  <a:lnTo>
                    <a:pt x="4064" y="15075"/>
                  </a:lnTo>
                  <a:lnTo>
                    <a:pt x="3819" y="15075"/>
                  </a:lnTo>
                  <a:lnTo>
                    <a:pt x="3574" y="15064"/>
                  </a:lnTo>
                  <a:lnTo>
                    <a:pt x="3340" y="15041"/>
                  </a:lnTo>
                  <a:lnTo>
                    <a:pt x="3340" y="15041"/>
                  </a:lnTo>
                  <a:lnTo>
                    <a:pt x="3173" y="15030"/>
                  </a:lnTo>
                  <a:lnTo>
                    <a:pt x="3006" y="14997"/>
                  </a:lnTo>
                  <a:lnTo>
                    <a:pt x="2850" y="14963"/>
                  </a:lnTo>
                  <a:lnTo>
                    <a:pt x="2694" y="14908"/>
                  </a:lnTo>
                  <a:lnTo>
                    <a:pt x="2694" y="14908"/>
                  </a:lnTo>
                  <a:lnTo>
                    <a:pt x="2594" y="14852"/>
                  </a:lnTo>
                  <a:lnTo>
                    <a:pt x="2505" y="14796"/>
                  </a:lnTo>
                  <a:lnTo>
                    <a:pt x="2416" y="14730"/>
                  </a:lnTo>
                  <a:lnTo>
                    <a:pt x="2327" y="14652"/>
                  </a:lnTo>
                  <a:lnTo>
                    <a:pt x="2171" y="14496"/>
                  </a:lnTo>
                  <a:lnTo>
                    <a:pt x="2026" y="14329"/>
                  </a:lnTo>
                  <a:lnTo>
                    <a:pt x="2026" y="14329"/>
                  </a:lnTo>
                  <a:lnTo>
                    <a:pt x="1436" y="13638"/>
                  </a:lnTo>
                  <a:lnTo>
                    <a:pt x="857" y="12926"/>
                  </a:lnTo>
                  <a:lnTo>
                    <a:pt x="857" y="12926"/>
                  </a:lnTo>
                  <a:lnTo>
                    <a:pt x="624" y="12625"/>
                  </a:lnTo>
                  <a:lnTo>
                    <a:pt x="501" y="12458"/>
                  </a:lnTo>
                  <a:lnTo>
                    <a:pt x="401" y="12302"/>
                  </a:lnTo>
                  <a:lnTo>
                    <a:pt x="301" y="12124"/>
                  </a:lnTo>
                  <a:lnTo>
                    <a:pt x="212" y="11957"/>
                  </a:lnTo>
                  <a:lnTo>
                    <a:pt x="134" y="11779"/>
                  </a:lnTo>
                  <a:lnTo>
                    <a:pt x="78" y="11590"/>
                  </a:lnTo>
                  <a:lnTo>
                    <a:pt x="78" y="11590"/>
                  </a:lnTo>
                  <a:lnTo>
                    <a:pt x="45" y="11467"/>
                  </a:lnTo>
                  <a:lnTo>
                    <a:pt x="22" y="11334"/>
                  </a:lnTo>
                  <a:lnTo>
                    <a:pt x="11" y="11211"/>
                  </a:lnTo>
                  <a:lnTo>
                    <a:pt x="0" y="11078"/>
                  </a:lnTo>
                  <a:lnTo>
                    <a:pt x="11" y="10811"/>
                  </a:lnTo>
                  <a:lnTo>
                    <a:pt x="34" y="10554"/>
                  </a:lnTo>
                  <a:lnTo>
                    <a:pt x="78" y="10287"/>
                  </a:lnTo>
                  <a:lnTo>
                    <a:pt x="134" y="10031"/>
                  </a:lnTo>
                  <a:lnTo>
                    <a:pt x="267" y="9508"/>
                  </a:lnTo>
                  <a:lnTo>
                    <a:pt x="22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1490013" y="1415610"/>
              <a:ext cx="296043" cy="418590"/>
            </a:xfrm>
            <a:custGeom>
              <a:rect b="b" l="l" r="r" t="t"/>
              <a:pathLst>
                <a:path extrusionOk="0" h="17837" w="12615">
                  <a:moveTo>
                    <a:pt x="4253" y="0"/>
                  </a:moveTo>
                  <a:lnTo>
                    <a:pt x="4097" y="56"/>
                  </a:lnTo>
                  <a:lnTo>
                    <a:pt x="3953" y="134"/>
                  </a:lnTo>
                  <a:lnTo>
                    <a:pt x="3808" y="201"/>
                  </a:lnTo>
                  <a:lnTo>
                    <a:pt x="3663" y="290"/>
                  </a:lnTo>
                  <a:lnTo>
                    <a:pt x="3530" y="379"/>
                  </a:lnTo>
                  <a:lnTo>
                    <a:pt x="3396" y="479"/>
                  </a:lnTo>
                  <a:lnTo>
                    <a:pt x="3274" y="579"/>
                  </a:lnTo>
                  <a:lnTo>
                    <a:pt x="3151" y="680"/>
                  </a:lnTo>
                  <a:lnTo>
                    <a:pt x="3040" y="791"/>
                  </a:lnTo>
                  <a:lnTo>
                    <a:pt x="2928" y="913"/>
                  </a:lnTo>
                  <a:lnTo>
                    <a:pt x="2706" y="1158"/>
                  </a:lnTo>
                  <a:lnTo>
                    <a:pt x="2517" y="1426"/>
                  </a:lnTo>
                  <a:lnTo>
                    <a:pt x="2327" y="1715"/>
                  </a:lnTo>
                  <a:lnTo>
                    <a:pt x="2160" y="2004"/>
                  </a:lnTo>
                  <a:lnTo>
                    <a:pt x="2004" y="2316"/>
                  </a:lnTo>
                  <a:lnTo>
                    <a:pt x="1860" y="2628"/>
                  </a:lnTo>
                  <a:lnTo>
                    <a:pt x="1726" y="2951"/>
                  </a:lnTo>
                  <a:lnTo>
                    <a:pt x="1592" y="3274"/>
                  </a:lnTo>
                  <a:lnTo>
                    <a:pt x="1481" y="3597"/>
                  </a:lnTo>
                  <a:lnTo>
                    <a:pt x="1270" y="4242"/>
                  </a:lnTo>
                  <a:lnTo>
                    <a:pt x="1080" y="4899"/>
                  </a:lnTo>
                  <a:lnTo>
                    <a:pt x="891" y="5545"/>
                  </a:lnTo>
                  <a:lnTo>
                    <a:pt x="713" y="6213"/>
                  </a:lnTo>
                  <a:lnTo>
                    <a:pt x="557" y="6870"/>
                  </a:lnTo>
                  <a:lnTo>
                    <a:pt x="412" y="7538"/>
                  </a:lnTo>
                  <a:lnTo>
                    <a:pt x="279" y="8206"/>
                  </a:lnTo>
                  <a:lnTo>
                    <a:pt x="178" y="8885"/>
                  </a:lnTo>
                  <a:lnTo>
                    <a:pt x="89" y="9553"/>
                  </a:lnTo>
                  <a:lnTo>
                    <a:pt x="56" y="9887"/>
                  </a:lnTo>
                  <a:lnTo>
                    <a:pt x="34" y="10221"/>
                  </a:lnTo>
                  <a:lnTo>
                    <a:pt x="11" y="10555"/>
                  </a:lnTo>
                  <a:lnTo>
                    <a:pt x="0" y="10889"/>
                  </a:lnTo>
                  <a:lnTo>
                    <a:pt x="0" y="11223"/>
                  </a:lnTo>
                  <a:lnTo>
                    <a:pt x="0" y="11557"/>
                  </a:lnTo>
                  <a:lnTo>
                    <a:pt x="11" y="11891"/>
                  </a:lnTo>
                  <a:lnTo>
                    <a:pt x="34" y="12225"/>
                  </a:lnTo>
                  <a:lnTo>
                    <a:pt x="67" y="12559"/>
                  </a:lnTo>
                  <a:lnTo>
                    <a:pt x="101" y="12882"/>
                  </a:lnTo>
                  <a:lnTo>
                    <a:pt x="156" y="13216"/>
                  </a:lnTo>
                  <a:lnTo>
                    <a:pt x="212" y="13539"/>
                  </a:lnTo>
                  <a:lnTo>
                    <a:pt x="279" y="13873"/>
                  </a:lnTo>
                  <a:lnTo>
                    <a:pt x="357" y="14196"/>
                  </a:lnTo>
                  <a:lnTo>
                    <a:pt x="446" y="14518"/>
                  </a:lnTo>
                  <a:lnTo>
                    <a:pt x="546" y="14841"/>
                  </a:lnTo>
                  <a:lnTo>
                    <a:pt x="635" y="15064"/>
                  </a:lnTo>
                  <a:lnTo>
                    <a:pt x="724" y="15298"/>
                  </a:lnTo>
                  <a:lnTo>
                    <a:pt x="813" y="15520"/>
                  </a:lnTo>
                  <a:lnTo>
                    <a:pt x="924" y="15743"/>
                  </a:lnTo>
                  <a:lnTo>
                    <a:pt x="1036" y="15955"/>
                  </a:lnTo>
                  <a:lnTo>
                    <a:pt x="1158" y="16166"/>
                  </a:lnTo>
                  <a:lnTo>
                    <a:pt x="1292" y="16378"/>
                  </a:lnTo>
                  <a:lnTo>
                    <a:pt x="1437" y="16567"/>
                  </a:lnTo>
                  <a:lnTo>
                    <a:pt x="1592" y="16756"/>
                  </a:lnTo>
                  <a:lnTo>
                    <a:pt x="1748" y="16934"/>
                  </a:lnTo>
                  <a:lnTo>
                    <a:pt x="1926" y="17101"/>
                  </a:lnTo>
                  <a:lnTo>
                    <a:pt x="2105" y="17246"/>
                  </a:lnTo>
                  <a:lnTo>
                    <a:pt x="2294" y="17380"/>
                  </a:lnTo>
                  <a:lnTo>
                    <a:pt x="2494" y="17502"/>
                  </a:lnTo>
                  <a:lnTo>
                    <a:pt x="2706" y="17613"/>
                  </a:lnTo>
                  <a:lnTo>
                    <a:pt x="2928" y="17691"/>
                  </a:lnTo>
                  <a:lnTo>
                    <a:pt x="3107" y="17747"/>
                  </a:lnTo>
                  <a:lnTo>
                    <a:pt x="3296" y="17792"/>
                  </a:lnTo>
                  <a:lnTo>
                    <a:pt x="3474" y="17814"/>
                  </a:lnTo>
                  <a:lnTo>
                    <a:pt x="3663" y="17825"/>
                  </a:lnTo>
                  <a:lnTo>
                    <a:pt x="3853" y="17836"/>
                  </a:lnTo>
                  <a:lnTo>
                    <a:pt x="4042" y="17825"/>
                  </a:lnTo>
                  <a:lnTo>
                    <a:pt x="4220" y="17803"/>
                  </a:lnTo>
                  <a:lnTo>
                    <a:pt x="4409" y="17769"/>
                  </a:lnTo>
                  <a:lnTo>
                    <a:pt x="4587" y="17736"/>
                  </a:lnTo>
                  <a:lnTo>
                    <a:pt x="4777" y="17680"/>
                  </a:lnTo>
                  <a:lnTo>
                    <a:pt x="4955" y="17625"/>
                  </a:lnTo>
                  <a:lnTo>
                    <a:pt x="5133" y="17547"/>
                  </a:lnTo>
                  <a:lnTo>
                    <a:pt x="5300" y="17469"/>
                  </a:lnTo>
                  <a:lnTo>
                    <a:pt x="5467" y="17391"/>
                  </a:lnTo>
                  <a:lnTo>
                    <a:pt x="5634" y="17291"/>
                  </a:lnTo>
                  <a:lnTo>
                    <a:pt x="5790" y="17190"/>
                  </a:lnTo>
                  <a:lnTo>
                    <a:pt x="6101" y="16990"/>
                  </a:lnTo>
                  <a:lnTo>
                    <a:pt x="6402" y="16812"/>
                  </a:lnTo>
                  <a:lnTo>
                    <a:pt x="6547" y="16734"/>
                  </a:lnTo>
                  <a:lnTo>
                    <a:pt x="6703" y="16656"/>
                  </a:lnTo>
                  <a:lnTo>
                    <a:pt x="6847" y="16600"/>
                  </a:lnTo>
                  <a:lnTo>
                    <a:pt x="7003" y="16545"/>
                  </a:lnTo>
                  <a:lnTo>
                    <a:pt x="7159" y="16500"/>
                  </a:lnTo>
                  <a:lnTo>
                    <a:pt x="7326" y="16467"/>
                  </a:lnTo>
                  <a:lnTo>
                    <a:pt x="7482" y="16444"/>
                  </a:lnTo>
                  <a:lnTo>
                    <a:pt x="7649" y="16433"/>
                  </a:lnTo>
                  <a:lnTo>
                    <a:pt x="7827" y="16444"/>
                  </a:lnTo>
                  <a:lnTo>
                    <a:pt x="8005" y="16456"/>
                  </a:lnTo>
                  <a:lnTo>
                    <a:pt x="8183" y="16489"/>
                  </a:lnTo>
                  <a:lnTo>
                    <a:pt x="8373" y="16534"/>
                  </a:lnTo>
                  <a:lnTo>
                    <a:pt x="8785" y="16645"/>
                  </a:lnTo>
                  <a:lnTo>
                    <a:pt x="9197" y="16734"/>
                  </a:lnTo>
                  <a:lnTo>
                    <a:pt x="9397" y="16767"/>
                  </a:lnTo>
                  <a:lnTo>
                    <a:pt x="9608" y="16801"/>
                  </a:lnTo>
                  <a:lnTo>
                    <a:pt x="9809" y="16812"/>
                  </a:lnTo>
                  <a:lnTo>
                    <a:pt x="10020" y="16823"/>
                  </a:lnTo>
                  <a:lnTo>
                    <a:pt x="10221" y="16812"/>
                  </a:lnTo>
                  <a:lnTo>
                    <a:pt x="10421" y="16790"/>
                  </a:lnTo>
                  <a:lnTo>
                    <a:pt x="10610" y="16756"/>
                  </a:lnTo>
                  <a:lnTo>
                    <a:pt x="10811" y="16701"/>
                  </a:lnTo>
                  <a:lnTo>
                    <a:pt x="11000" y="16623"/>
                  </a:lnTo>
                  <a:lnTo>
                    <a:pt x="11189" y="16534"/>
                  </a:lnTo>
                  <a:lnTo>
                    <a:pt x="11379" y="16433"/>
                  </a:lnTo>
                  <a:lnTo>
                    <a:pt x="11557" y="16300"/>
                  </a:lnTo>
                  <a:lnTo>
                    <a:pt x="11713" y="16166"/>
                  </a:lnTo>
                  <a:lnTo>
                    <a:pt x="11857" y="16033"/>
                  </a:lnTo>
                  <a:lnTo>
                    <a:pt x="11980" y="15877"/>
                  </a:lnTo>
                  <a:lnTo>
                    <a:pt x="12102" y="15721"/>
                  </a:lnTo>
                  <a:lnTo>
                    <a:pt x="12214" y="15554"/>
                  </a:lnTo>
                  <a:lnTo>
                    <a:pt x="12303" y="15387"/>
                  </a:lnTo>
                  <a:lnTo>
                    <a:pt x="12392" y="15209"/>
                  </a:lnTo>
                  <a:lnTo>
                    <a:pt x="12459" y="15019"/>
                  </a:lnTo>
                  <a:lnTo>
                    <a:pt x="12514" y="14830"/>
                  </a:lnTo>
                  <a:lnTo>
                    <a:pt x="12559" y="14641"/>
                  </a:lnTo>
                  <a:lnTo>
                    <a:pt x="12592" y="14440"/>
                  </a:lnTo>
                  <a:lnTo>
                    <a:pt x="12615" y="14240"/>
                  </a:lnTo>
                  <a:lnTo>
                    <a:pt x="12615" y="14051"/>
                  </a:lnTo>
                  <a:lnTo>
                    <a:pt x="12603" y="13850"/>
                  </a:lnTo>
                  <a:lnTo>
                    <a:pt x="12581" y="13650"/>
                  </a:lnTo>
                  <a:lnTo>
                    <a:pt x="12537" y="13461"/>
                  </a:lnTo>
                  <a:lnTo>
                    <a:pt x="12470" y="13238"/>
                  </a:lnTo>
                  <a:lnTo>
                    <a:pt x="12392" y="13015"/>
                  </a:lnTo>
                  <a:lnTo>
                    <a:pt x="12292" y="12815"/>
                  </a:lnTo>
                  <a:lnTo>
                    <a:pt x="12180" y="12603"/>
                  </a:lnTo>
                  <a:lnTo>
                    <a:pt x="12058" y="12403"/>
                  </a:lnTo>
                  <a:lnTo>
                    <a:pt x="11935" y="12214"/>
                  </a:lnTo>
                  <a:lnTo>
                    <a:pt x="11646" y="11835"/>
                  </a:lnTo>
                  <a:lnTo>
                    <a:pt x="11056" y="11078"/>
                  </a:lnTo>
                  <a:lnTo>
                    <a:pt x="10777" y="10700"/>
                  </a:lnTo>
                  <a:lnTo>
                    <a:pt x="10644" y="10499"/>
                  </a:lnTo>
                  <a:lnTo>
                    <a:pt x="10521" y="10299"/>
                  </a:lnTo>
                  <a:lnTo>
                    <a:pt x="10377" y="10043"/>
                  </a:lnTo>
                  <a:lnTo>
                    <a:pt x="10243" y="9776"/>
                  </a:lnTo>
                  <a:lnTo>
                    <a:pt x="10132" y="9508"/>
                  </a:lnTo>
                  <a:lnTo>
                    <a:pt x="10020" y="9230"/>
                  </a:lnTo>
                  <a:lnTo>
                    <a:pt x="9931" y="8941"/>
                  </a:lnTo>
                  <a:lnTo>
                    <a:pt x="9842" y="8651"/>
                  </a:lnTo>
                  <a:lnTo>
                    <a:pt x="9775" y="8351"/>
                  </a:lnTo>
                  <a:lnTo>
                    <a:pt x="9709" y="8050"/>
                  </a:lnTo>
                  <a:lnTo>
                    <a:pt x="9642" y="7738"/>
                  </a:lnTo>
                  <a:lnTo>
                    <a:pt x="9597" y="7426"/>
                  </a:lnTo>
                  <a:lnTo>
                    <a:pt x="9508" y="6792"/>
                  </a:lnTo>
                  <a:lnTo>
                    <a:pt x="9441" y="6146"/>
                  </a:lnTo>
                  <a:lnTo>
                    <a:pt x="9386" y="5489"/>
                  </a:lnTo>
                  <a:lnTo>
                    <a:pt x="9297" y="4164"/>
                  </a:lnTo>
                  <a:lnTo>
                    <a:pt x="9241" y="3507"/>
                  </a:lnTo>
                  <a:lnTo>
                    <a:pt x="9185" y="2851"/>
                  </a:lnTo>
                  <a:lnTo>
                    <a:pt x="9096" y="2205"/>
                  </a:lnTo>
                  <a:lnTo>
                    <a:pt x="9052" y="1893"/>
                  </a:lnTo>
                  <a:lnTo>
                    <a:pt x="8996" y="1581"/>
                  </a:lnTo>
                  <a:lnTo>
                    <a:pt x="8929" y="1270"/>
                  </a:lnTo>
                  <a:lnTo>
                    <a:pt x="8863" y="958"/>
                  </a:lnTo>
                  <a:lnTo>
                    <a:pt x="8773" y="657"/>
                  </a:lnTo>
                  <a:lnTo>
                    <a:pt x="8684" y="368"/>
                  </a:lnTo>
                  <a:lnTo>
                    <a:pt x="4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1490013" y="1415610"/>
              <a:ext cx="296043" cy="418590"/>
            </a:xfrm>
            <a:custGeom>
              <a:rect b="b" l="l" r="r" t="t"/>
              <a:pathLst>
                <a:path extrusionOk="0" fill="none" h="17837" w="12615">
                  <a:moveTo>
                    <a:pt x="8684" y="368"/>
                  </a:moveTo>
                  <a:lnTo>
                    <a:pt x="8684" y="368"/>
                  </a:lnTo>
                  <a:lnTo>
                    <a:pt x="8773" y="657"/>
                  </a:lnTo>
                  <a:lnTo>
                    <a:pt x="8863" y="958"/>
                  </a:lnTo>
                  <a:lnTo>
                    <a:pt x="8929" y="1270"/>
                  </a:lnTo>
                  <a:lnTo>
                    <a:pt x="8996" y="1581"/>
                  </a:lnTo>
                  <a:lnTo>
                    <a:pt x="9052" y="1893"/>
                  </a:lnTo>
                  <a:lnTo>
                    <a:pt x="9096" y="2205"/>
                  </a:lnTo>
                  <a:lnTo>
                    <a:pt x="9185" y="2851"/>
                  </a:lnTo>
                  <a:lnTo>
                    <a:pt x="9241" y="3507"/>
                  </a:lnTo>
                  <a:lnTo>
                    <a:pt x="9297" y="4164"/>
                  </a:lnTo>
                  <a:lnTo>
                    <a:pt x="9386" y="5489"/>
                  </a:lnTo>
                  <a:lnTo>
                    <a:pt x="9441" y="6146"/>
                  </a:lnTo>
                  <a:lnTo>
                    <a:pt x="9508" y="6792"/>
                  </a:lnTo>
                  <a:lnTo>
                    <a:pt x="9597" y="7426"/>
                  </a:lnTo>
                  <a:lnTo>
                    <a:pt x="9642" y="7738"/>
                  </a:lnTo>
                  <a:lnTo>
                    <a:pt x="9709" y="8050"/>
                  </a:lnTo>
                  <a:lnTo>
                    <a:pt x="9775" y="8351"/>
                  </a:lnTo>
                  <a:lnTo>
                    <a:pt x="9842" y="8651"/>
                  </a:lnTo>
                  <a:lnTo>
                    <a:pt x="9931" y="8941"/>
                  </a:lnTo>
                  <a:lnTo>
                    <a:pt x="10020" y="9230"/>
                  </a:lnTo>
                  <a:lnTo>
                    <a:pt x="10132" y="9508"/>
                  </a:lnTo>
                  <a:lnTo>
                    <a:pt x="10243" y="9776"/>
                  </a:lnTo>
                  <a:lnTo>
                    <a:pt x="10377" y="10043"/>
                  </a:lnTo>
                  <a:lnTo>
                    <a:pt x="10521" y="10299"/>
                  </a:lnTo>
                  <a:lnTo>
                    <a:pt x="10521" y="10299"/>
                  </a:lnTo>
                  <a:lnTo>
                    <a:pt x="10644" y="10499"/>
                  </a:lnTo>
                  <a:lnTo>
                    <a:pt x="10777" y="10700"/>
                  </a:lnTo>
                  <a:lnTo>
                    <a:pt x="11056" y="11078"/>
                  </a:lnTo>
                  <a:lnTo>
                    <a:pt x="11646" y="11835"/>
                  </a:lnTo>
                  <a:lnTo>
                    <a:pt x="11935" y="12214"/>
                  </a:lnTo>
                  <a:lnTo>
                    <a:pt x="12058" y="12403"/>
                  </a:lnTo>
                  <a:lnTo>
                    <a:pt x="12180" y="12603"/>
                  </a:lnTo>
                  <a:lnTo>
                    <a:pt x="12292" y="12815"/>
                  </a:lnTo>
                  <a:lnTo>
                    <a:pt x="12392" y="13015"/>
                  </a:lnTo>
                  <a:lnTo>
                    <a:pt x="12470" y="13238"/>
                  </a:lnTo>
                  <a:lnTo>
                    <a:pt x="12537" y="13461"/>
                  </a:lnTo>
                  <a:lnTo>
                    <a:pt x="12537" y="13461"/>
                  </a:lnTo>
                  <a:lnTo>
                    <a:pt x="12581" y="13650"/>
                  </a:lnTo>
                  <a:lnTo>
                    <a:pt x="12603" y="13850"/>
                  </a:lnTo>
                  <a:lnTo>
                    <a:pt x="12615" y="14051"/>
                  </a:lnTo>
                  <a:lnTo>
                    <a:pt x="12615" y="14240"/>
                  </a:lnTo>
                  <a:lnTo>
                    <a:pt x="12592" y="14440"/>
                  </a:lnTo>
                  <a:lnTo>
                    <a:pt x="12559" y="14641"/>
                  </a:lnTo>
                  <a:lnTo>
                    <a:pt x="12514" y="14830"/>
                  </a:lnTo>
                  <a:lnTo>
                    <a:pt x="12459" y="15019"/>
                  </a:lnTo>
                  <a:lnTo>
                    <a:pt x="12392" y="15209"/>
                  </a:lnTo>
                  <a:lnTo>
                    <a:pt x="12303" y="15387"/>
                  </a:lnTo>
                  <a:lnTo>
                    <a:pt x="12214" y="15554"/>
                  </a:lnTo>
                  <a:lnTo>
                    <a:pt x="12102" y="15721"/>
                  </a:lnTo>
                  <a:lnTo>
                    <a:pt x="11980" y="15877"/>
                  </a:lnTo>
                  <a:lnTo>
                    <a:pt x="11857" y="16033"/>
                  </a:lnTo>
                  <a:lnTo>
                    <a:pt x="11713" y="16166"/>
                  </a:lnTo>
                  <a:lnTo>
                    <a:pt x="11557" y="16300"/>
                  </a:lnTo>
                  <a:lnTo>
                    <a:pt x="11557" y="16300"/>
                  </a:lnTo>
                  <a:lnTo>
                    <a:pt x="11379" y="16433"/>
                  </a:lnTo>
                  <a:lnTo>
                    <a:pt x="11189" y="16534"/>
                  </a:lnTo>
                  <a:lnTo>
                    <a:pt x="11000" y="16623"/>
                  </a:lnTo>
                  <a:lnTo>
                    <a:pt x="10811" y="16701"/>
                  </a:lnTo>
                  <a:lnTo>
                    <a:pt x="10610" y="16756"/>
                  </a:lnTo>
                  <a:lnTo>
                    <a:pt x="10421" y="16790"/>
                  </a:lnTo>
                  <a:lnTo>
                    <a:pt x="10221" y="16812"/>
                  </a:lnTo>
                  <a:lnTo>
                    <a:pt x="10020" y="16823"/>
                  </a:lnTo>
                  <a:lnTo>
                    <a:pt x="9809" y="16812"/>
                  </a:lnTo>
                  <a:lnTo>
                    <a:pt x="9608" y="16801"/>
                  </a:lnTo>
                  <a:lnTo>
                    <a:pt x="9397" y="16767"/>
                  </a:lnTo>
                  <a:lnTo>
                    <a:pt x="9197" y="16734"/>
                  </a:lnTo>
                  <a:lnTo>
                    <a:pt x="8785" y="16645"/>
                  </a:lnTo>
                  <a:lnTo>
                    <a:pt x="8373" y="16534"/>
                  </a:lnTo>
                  <a:lnTo>
                    <a:pt x="8373" y="16534"/>
                  </a:lnTo>
                  <a:lnTo>
                    <a:pt x="8183" y="16489"/>
                  </a:lnTo>
                  <a:lnTo>
                    <a:pt x="8005" y="16456"/>
                  </a:lnTo>
                  <a:lnTo>
                    <a:pt x="7827" y="16444"/>
                  </a:lnTo>
                  <a:lnTo>
                    <a:pt x="7649" y="16433"/>
                  </a:lnTo>
                  <a:lnTo>
                    <a:pt x="7482" y="16444"/>
                  </a:lnTo>
                  <a:lnTo>
                    <a:pt x="7326" y="16467"/>
                  </a:lnTo>
                  <a:lnTo>
                    <a:pt x="7159" y="16500"/>
                  </a:lnTo>
                  <a:lnTo>
                    <a:pt x="7003" y="16545"/>
                  </a:lnTo>
                  <a:lnTo>
                    <a:pt x="6847" y="16600"/>
                  </a:lnTo>
                  <a:lnTo>
                    <a:pt x="6703" y="16656"/>
                  </a:lnTo>
                  <a:lnTo>
                    <a:pt x="6547" y="16734"/>
                  </a:lnTo>
                  <a:lnTo>
                    <a:pt x="6402" y="16812"/>
                  </a:lnTo>
                  <a:lnTo>
                    <a:pt x="6101" y="16990"/>
                  </a:lnTo>
                  <a:lnTo>
                    <a:pt x="5790" y="17190"/>
                  </a:lnTo>
                  <a:lnTo>
                    <a:pt x="5790" y="17190"/>
                  </a:lnTo>
                  <a:lnTo>
                    <a:pt x="5634" y="17291"/>
                  </a:lnTo>
                  <a:lnTo>
                    <a:pt x="5467" y="17391"/>
                  </a:lnTo>
                  <a:lnTo>
                    <a:pt x="5300" y="17469"/>
                  </a:lnTo>
                  <a:lnTo>
                    <a:pt x="5133" y="17547"/>
                  </a:lnTo>
                  <a:lnTo>
                    <a:pt x="4955" y="17625"/>
                  </a:lnTo>
                  <a:lnTo>
                    <a:pt x="4777" y="17680"/>
                  </a:lnTo>
                  <a:lnTo>
                    <a:pt x="4587" y="17736"/>
                  </a:lnTo>
                  <a:lnTo>
                    <a:pt x="4409" y="17769"/>
                  </a:lnTo>
                  <a:lnTo>
                    <a:pt x="4220" y="17803"/>
                  </a:lnTo>
                  <a:lnTo>
                    <a:pt x="4042" y="17825"/>
                  </a:lnTo>
                  <a:lnTo>
                    <a:pt x="3853" y="17836"/>
                  </a:lnTo>
                  <a:lnTo>
                    <a:pt x="3663" y="17825"/>
                  </a:lnTo>
                  <a:lnTo>
                    <a:pt x="3474" y="17814"/>
                  </a:lnTo>
                  <a:lnTo>
                    <a:pt x="3296" y="17792"/>
                  </a:lnTo>
                  <a:lnTo>
                    <a:pt x="3107" y="17747"/>
                  </a:lnTo>
                  <a:lnTo>
                    <a:pt x="2928" y="17691"/>
                  </a:lnTo>
                  <a:lnTo>
                    <a:pt x="2928" y="17691"/>
                  </a:lnTo>
                  <a:lnTo>
                    <a:pt x="2706" y="17613"/>
                  </a:lnTo>
                  <a:lnTo>
                    <a:pt x="2494" y="17502"/>
                  </a:lnTo>
                  <a:lnTo>
                    <a:pt x="2294" y="17380"/>
                  </a:lnTo>
                  <a:lnTo>
                    <a:pt x="2105" y="17246"/>
                  </a:lnTo>
                  <a:lnTo>
                    <a:pt x="1926" y="17101"/>
                  </a:lnTo>
                  <a:lnTo>
                    <a:pt x="1748" y="16934"/>
                  </a:lnTo>
                  <a:lnTo>
                    <a:pt x="1592" y="16756"/>
                  </a:lnTo>
                  <a:lnTo>
                    <a:pt x="1437" y="16567"/>
                  </a:lnTo>
                  <a:lnTo>
                    <a:pt x="1292" y="16378"/>
                  </a:lnTo>
                  <a:lnTo>
                    <a:pt x="1158" y="16166"/>
                  </a:lnTo>
                  <a:lnTo>
                    <a:pt x="1036" y="15955"/>
                  </a:lnTo>
                  <a:lnTo>
                    <a:pt x="924" y="15743"/>
                  </a:lnTo>
                  <a:lnTo>
                    <a:pt x="813" y="15520"/>
                  </a:lnTo>
                  <a:lnTo>
                    <a:pt x="724" y="15298"/>
                  </a:lnTo>
                  <a:lnTo>
                    <a:pt x="635" y="15064"/>
                  </a:lnTo>
                  <a:lnTo>
                    <a:pt x="546" y="14841"/>
                  </a:lnTo>
                  <a:lnTo>
                    <a:pt x="546" y="14841"/>
                  </a:lnTo>
                  <a:lnTo>
                    <a:pt x="446" y="14518"/>
                  </a:lnTo>
                  <a:lnTo>
                    <a:pt x="357" y="14196"/>
                  </a:lnTo>
                  <a:lnTo>
                    <a:pt x="279" y="13873"/>
                  </a:lnTo>
                  <a:lnTo>
                    <a:pt x="212" y="13539"/>
                  </a:lnTo>
                  <a:lnTo>
                    <a:pt x="156" y="13216"/>
                  </a:lnTo>
                  <a:lnTo>
                    <a:pt x="101" y="12882"/>
                  </a:lnTo>
                  <a:lnTo>
                    <a:pt x="67" y="12559"/>
                  </a:lnTo>
                  <a:lnTo>
                    <a:pt x="34" y="12225"/>
                  </a:lnTo>
                  <a:lnTo>
                    <a:pt x="11" y="11891"/>
                  </a:lnTo>
                  <a:lnTo>
                    <a:pt x="0" y="11557"/>
                  </a:lnTo>
                  <a:lnTo>
                    <a:pt x="0" y="11223"/>
                  </a:lnTo>
                  <a:lnTo>
                    <a:pt x="0" y="10889"/>
                  </a:lnTo>
                  <a:lnTo>
                    <a:pt x="11" y="10555"/>
                  </a:lnTo>
                  <a:lnTo>
                    <a:pt x="34" y="10221"/>
                  </a:lnTo>
                  <a:lnTo>
                    <a:pt x="56" y="9887"/>
                  </a:lnTo>
                  <a:lnTo>
                    <a:pt x="89" y="9553"/>
                  </a:lnTo>
                  <a:lnTo>
                    <a:pt x="178" y="8885"/>
                  </a:lnTo>
                  <a:lnTo>
                    <a:pt x="279" y="8206"/>
                  </a:lnTo>
                  <a:lnTo>
                    <a:pt x="412" y="7538"/>
                  </a:lnTo>
                  <a:lnTo>
                    <a:pt x="557" y="6870"/>
                  </a:lnTo>
                  <a:lnTo>
                    <a:pt x="713" y="6213"/>
                  </a:lnTo>
                  <a:lnTo>
                    <a:pt x="891" y="5545"/>
                  </a:lnTo>
                  <a:lnTo>
                    <a:pt x="1080" y="4899"/>
                  </a:lnTo>
                  <a:lnTo>
                    <a:pt x="1270" y="4242"/>
                  </a:lnTo>
                  <a:lnTo>
                    <a:pt x="1270" y="4242"/>
                  </a:lnTo>
                  <a:lnTo>
                    <a:pt x="1481" y="3597"/>
                  </a:lnTo>
                  <a:lnTo>
                    <a:pt x="1592" y="3274"/>
                  </a:lnTo>
                  <a:lnTo>
                    <a:pt x="1726" y="2951"/>
                  </a:lnTo>
                  <a:lnTo>
                    <a:pt x="1860" y="2628"/>
                  </a:lnTo>
                  <a:lnTo>
                    <a:pt x="2004" y="2316"/>
                  </a:lnTo>
                  <a:lnTo>
                    <a:pt x="2160" y="2004"/>
                  </a:lnTo>
                  <a:lnTo>
                    <a:pt x="2327" y="1715"/>
                  </a:lnTo>
                  <a:lnTo>
                    <a:pt x="2517" y="1426"/>
                  </a:lnTo>
                  <a:lnTo>
                    <a:pt x="2706" y="1158"/>
                  </a:lnTo>
                  <a:lnTo>
                    <a:pt x="2928" y="913"/>
                  </a:lnTo>
                  <a:lnTo>
                    <a:pt x="3040" y="791"/>
                  </a:lnTo>
                  <a:lnTo>
                    <a:pt x="3151" y="680"/>
                  </a:lnTo>
                  <a:lnTo>
                    <a:pt x="3274" y="579"/>
                  </a:lnTo>
                  <a:lnTo>
                    <a:pt x="3396" y="479"/>
                  </a:lnTo>
                  <a:lnTo>
                    <a:pt x="3530" y="379"/>
                  </a:lnTo>
                  <a:lnTo>
                    <a:pt x="3663" y="290"/>
                  </a:lnTo>
                  <a:lnTo>
                    <a:pt x="3808" y="201"/>
                  </a:lnTo>
                  <a:lnTo>
                    <a:pt x="3953" y="134"/>
                  </a:lnTo>
                  <a:lnTo>
                    <a:pt x="4097" y="56"/>
                  </a:lnTo>
                  <a:lnTo>
                    <a:pt x="425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1804853" y="1971602"/>
              <a:ext cx="282971" cy="485191"/>
            </a:xfrm>
            <a:custGeom>
              <a:rect b="b" l="l" r="r" t="t"/>
              <a:pathLst>
                <a:path extrusionOk="0" h="20675" w="12058">
                  <a:moveTo>
                    <a:pt x="8951" y="0"/>
                  </a:moveTo>
                  <a:lnTo>
                    <a:pt x="8773" y="357"/>
                  </a:lnTo>
                  <a:lnTo>
                    <a:pt x="8562" y="746"/>
                  </a:lnTo>
                  <a:lnTo>
                    <a:pt x="8050" y="1648"/>
                  </a:lnTo>
                  <a:lnTo>
                    <a:pt x="7448" y="2672"/>
                  </a:lnTo>
                  <a:lnTo>
                    <a:pt x="6769" y="3819"/>
                  </a:lnTo>
                  <a:lnTo>
                    <a:pt x="5266" y="6324"/>
                  </a:lnTo>
                  <a:lnTo>
                    <a:pt x="4465" y="7660"/>
                  </a:lnTo>
                  <a:lnTo>
                    <a:pt x="3674" y="8996"/>
                  </a:lnTo>
                  <a:lnTo>
                    <a:pt x="3106" y="9965"/>
                  </a:lnTo>
                  <a:lnTo>
                    <a:pt x="2550" y="10922"/>
                  </a:lnTo>
                  <a:lnTo>
                    <a:pt x="2026" y="11868"/>
                  </a:lnTo>
                  <a:lnTo>
                    <a:pt x="1525" y="12770"/>
                  </a:lnTo>
                  <a:lnTo>
                    <a:pt x="1069" y="13628"/>
                  </a:lnTo>
                  <a:lnTo>
                    <a:pt x="657" y="14440"/>
                  </a:lnTo>
                  <a:lnTo>
                    <a:pt x="290" y="15197"/>
                  </a:lnTo>
                  <a:lnTo>
                    <a:pt x="134" y="15542"/>
                  </a:lnTo>
                  <a:lnTo>
                    <a:pt x="0" y="15876"/>
                  </a:lnTo>
                  <a:lnTo>
                    <a:pt x="167" y="16121"/>
                  </a:lnTo>
                  <a:lnTo>
                    <a:pt x="702" y="16823"/>
                  </a:lnTo>
                  <a:lnTo>
                    <a:pt x="1058" y="17279"/>
                  </a:lnTo>
                  <a:lnTo>
                    <a:pt x="1470" y="17791"/>
                  </a:lnTo>
                  <a:lnTo>
                    <a:pt x="1915" y="18315"/>
                  </a:lnTo>
                  <a:lnTo>
                    <a:pt x="2394" y="18838"/>
                  </a:lnTo>
                  <a:lnTo>
                    <a:pt x="2639" y="19094"/>
                  </a:lnTo>
                  <a:lnTo>
                    <a:pt x="2884" y="19350"/>
                  </a:lnTo>
                  <a:lnTo>
                    <a:pt x="3129" y="19584"/>
                  </a:lnTo>
                  <a:lnTo>
                    <a:pt x="3362" y="19807"/>
                  </a:lnTo>
                  <a:lnTo>
                    <a:pt x="3618" y="20029"/>
                  </a:lnTo>
                  <a:lnTo>
                    <a:pt x="3875" y="20218"/>
                  </a:lnTo>
                  <a:lnTo>
                    <a:pt x="4119" y="20385"/>
                  </a:lnTo>
                  <a:lnTo>
                    <a:pt x="4353" y="20530"/>
                  </a:lnTo>
                  <a:lnTo>
                    <a:pt x="4465" y="20586"/>
                  </a:lnTo>
                  <a:lnTo>
                    <a:pt x="4587" y="20630"/>
                  </a:lnTo>
                  <a:lnTo>
                    <a:pt x="4710" y="20664"/>
                  </a:lnTo>
                  <a:lnTo>
                    <a:pt x="4843" y="20675"/>
                  </a:lnTo>
                  <a:lnTo>
                    <a:pt x="5099" y="20675"/>
                  </a:lnTo>
                  <a:lnTo>
                    <a:pt x="5233" y="20653"/>
                  </a:lnTo>
                  <a:lnTo>
                    <a:pt x="5366" y="20630"/>
                  </a:lnTo>
                  <a:lnTo>
                    <a:pt x="5489" y="20586"/>
                  </a:lnTo>
                  <a:lnTo>
                    <a:pt x="5622" y="20541"/>
                  </a:lnTo>
                  <a:lnTo>
                    <a:pt x="5756" y="20486"/>
                  </a:lnTo>
                  <a:lnTo>
                    <a:pt x="5890" y="20419"/>
                  </a:lnTo>
                  <a:lnTo>
                    <a:pt x="6012" y="20352"/>
                  </a:lnTo>
                  <a:lnTo>
                    <a:pt x="6135" y="20274"/>
                  </a:lnTo>
                  <a:lnTo>
                    <a:pt x="6380" y="20096"/>
                  </a:lnTo>
                  <a:lnTo>
                    <a:pt x="6513" y="19996"/>
                  </a:lnTo>
                  <a:lnTo>
                    <a:pt x="6636" y="19873"/>
                  </a:lnTo>
                  <a:lnTo>
                    <a:pt x="6747" y="19762"/>
                  </a:lnTo>
                  <a:lnTo>
                    <a:pt x="6858" y="19640"/>
                  </a:lnTo>
                  <a:lnTo>
                    <a:pt x="6958" y="19517"/>
                  </a:lnTo>
                  <a:lnTo>
                    <a:pt x="7059" y="19395"/>
                  </a:lnTo>
                  <a:lnTo>
                    <a:pt x="7137" y="19261"/>
                  </a:lnTo>
                  <a:lnTo>
                    <a:pt x="7215" y="19139"/>
                  </a:lnTo>
                  <a:lnTo>
                    <a:pt x="7315" y="18927"/>
                  </a:lnTo>
                  <a:lnTo>
                    <a:pt x="7426" y="18671"/>
                  </a:lnTo>
                  <a:lnTo>
                    <a:pt x="7537" y="18381"/>
                  </a:lnTo>
                  <a:lnTo>
                    <a:pt x="7649" y="18059"/>
                  </a:lnTo>
                  <a:lnTo>
                    <a:pt x="7771" y="17702"/>
                  </a:lnTo>
                  <a:lnTo>
                    <a:pt x="7894" y="17313"/>
                  </a:lnTo>
                  <a:lnTo>
                    <a:pt x="8139" y="16444"/>
                  </a:lnTo>
                  <a:lnTo>
                    <a:pt x="8406" y="15453"/>
                  </a:lnTo>
                  <a:lnTo>
                    <a:pt x="8684" y="14373"/>
                  </a:lnTo>
                  <a:lnTo>
                    <a:pt x="9285" y="11991"/>
                  </a:lnTo>
                  <a:lnTo>
                    <a:pt x="9920" y="9375"/>
                  </a:lnTo>
                  <a:lnTo>
                    <a:pt x="10254" y="8016"/>
                  </a:lnTo>
                  <a:lnTo>
                    <a:pt x="10599" y="6647"/>
                  </a:lnTo>
                  <a:lnTo>
                    <a:pt x="10944" y="5277"/>
                  </a:lnTo>
                  <a:lnTo>
                    <a:pt x="11312" y="3919"/>
                  </a:lnTo>
                  <a:lnTo>
                    <a:pt x="11679" y="2594"/>
                  </a:lnTo>
                  <a:lnTo>
                    <a:pt x="12058" y="1303"/>
                  </a:lnTo>
                  <a:lnTo>
                    <a:pt x="89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1804853" y="1971602"/>
              <a:ext cx="282971" cy="485191"/>
            </a:xfrm>
            <a:custGeom>
              <a:rect b="b" l="l" r="r" t="t"/>
              <a:pathLst>
                <a:path extrusionOk="0" fill="none" h="20675" w="12058">
                  <a:moveTo>
                    <a:pt x="12058" y="1303"/>
                  </a:moveTo>
                  <a:lnTo>
                    <a:pt x="12058" y="1303"/>
                  </a:lnTo>
                  <a:lnTo>
                    <a:pt x="11679" y="2594"/>
                  </a:lnTo>
                  <a:lnTo>
                    <a:pt x="11312" y="3919"/>
                  </a:lnTo>
                  <a:lnTo>
                    <a:pt x="10944" y="5277"/>
                  </a:lnTo>
                  <a:lnTo>
                    <a:pt x="10599" y="6647"/>
                  </a:lnTo>
                  <a:lnTo>
                    <a:pt x="10254" y="8016"/>
                  </a:lnTo>
                  <a:lnTo>
                    <a:pt x="9920" y="9375"/>
                  </a:lnTo>
                  <a:lnTo>
                    <a:pt x="9285" y="11991"/>
                  </a:lnTo>
                  <a:lnTo>
                    <a:pt x="8684" y="14373"/>
                  </a:lnTo>
                  <a:lnTo>
                    <a:pt x="8406" y="15453"/>
                  </a:lnTo>
                  <a:lnTo>
                    <a:pt x="8139" y="16444"/>
                  </a:lnTo>
                  <a:lnTo>
                    <a:pt x="7894" y="17313"/>
                  </a:lnTo>
                  <a:lnTo>
                    <a:pt x="7771" y="17702"/>
                  </a:lnTo>
                  <a:lnTo>
                    <a:pt x="7649" y="18059"/>
                  </a:lnTo>
                  <a:lnTo>
                    <a:pt x="7537" y="18381"/>
                  </a:lnTo>
                  <a:lnTo>
                    <a:pt x="7426" y="18671"/>
                  </a:lnTo>
                  <a:lnTo>
                    <a:pt x="7315" y="18927"/>
                  </a:lnTo>
                  <a:lnTo>
                    <a:pt x="7215" y="19139"/>
                  </a:lnTo>
                  <a:lnTo>
                    <a:pt x="7215" y="19139"/>
                  </a:lnTo>
                  <a:lnTo>
                    <a:pt x="7137" y="19261"/>
                  </a:lnTo>
                  <a:lnTo>
                    <a:pt x="7059" y="19395"/>
                  </a:lnTo>
                  <a:lnTo>
                    <a:pt x="6958" y="19517"/>
                  </a:lnTo>
                  <a:lnTo>
                    <a:pt x="6858" y="19640"/>
                  </a:lnTo>
                  <a:lnTo>
                    <a:pt x="6747" y="19762"/>
                  </a:lnTo>
                  <a:lnTo>
                    <a:pt x="6636" y="19873"/>
                  </a:lnTo>
                  <a:lnTo>
                    <a:pt x="6513" y="19996"/>
                  </a:lnTo>
                  <a:lnTo>
                    <a:pt x="6380" y="20096"/>
                  </a:lnTo>
                  <a:lnTo>
                    <a:pt x="6380" y="20096"/>
                  </a:lnTo>
                  <a:lnTo>
                    <a:pt x="6135" y="20274"/>
                  </a:lnTo>
                  <a:lnTo>
                    <a:pt x="6012" y="20352"/>
                  </a:lnTo>
                  <a:lnTo>
                    <a:pt x="5890" y="20419"/>
                  </a:lnTo>
                  <a:lnTo>
                    <a:pt x="5756" y="20486"/>
                  </a:lnTo>
                  <a:lnTo>
                    <a:pt x="5622" y="20541"/>
                  </a:lnTo>
                  <a:lnTo>
                    <a:pt x="5489" y="20586"/>
                  </a:lnTo>
                  <a:lnTo>
                    <a:pt x="5366" y="20630"/>
                  </a:lnTo>
                  <a:lnTo>
                    <a:pt x="5233" y="20653"/>
                  </a:lnTo>
                  <a:lnTo>
                    <a:pt x="5099" y="20675"/>
                  </a:lnTo>
                  <a:lnTo>
                    <a:pt x="4966" y="20675"/>
                  </a:lnTo>
                  <a:lnTo>
                    <a:pt x="4843" y="20675"/>
                  </a:lnTo>
                  <a:lnTo>
                    <a:pt x="4710" y="20664"/>
                  </a:lnTo>
                  <a:lnTo>
                    <a:pt x="4587" y="20630"/>
                  </a:lnTo>
                  <a:lnTo>
                    <a:pt x="4465" y="20586"/>
                  </a:lnTo>
                  <a:lnTo>
                    <a:pt x="4353" y="20530"/>
                  </a:lnTo>
                  <a:lnTo>
                    <a:pt x="4353" y="20530"/>
                  </a:lnTo>
                  <a:lnTo>
                    <a:pt x="4119" y="20385"/>
                  </a:lnTo>
                  <a:lnTo>
                    <a:pt x="3875" y="20218"/>
                  </a:lnTo>
                  <a:lnTo>
                    <a:pt x="3618" y="20029"/>
                  </a:lnTo>
                  <a:lnTo>
                    <a:pt x="3362" y="19807"/>
                  </a:lnTo>
                  <a:lnTo>
                    <a:pt x="3362" y="19807"/>
                  </a:lnTo>
                  <a:lnTo>
                    <a:pt x="3129" y="19584"/>
                  </a:lnTo>
                  <a:lnTo>
                    <a:pt x="2884" y="19350"/>
                  </a:lnTo>
                  <a:lnTo>
                    <a:pt x="2639" y="19094"/>
                  </a:lnTo>
                  <a:lnTo>
                    <a:pt x="2394" y="18838"/>
                  </a:lnTo>
                  <a:lnTo>
                    <a:pt x="1915" y="18315"/>
                  </a:lnTo>
                  <a:lnTo>
                    <a:pt x="1470" y="17791"/>
                  </a:lnTo>
                  <a:lnTo>
                    <a:pt x="1058" y="17279"/>
                  </a:lnTo>
                  <a:lnTo>
                    <a:pt x="702" y="16823"/>
                  </a:lnTo>
                  <a:lnTo>
                    <a:pt x="167" y="16121"/>
                  </a:lnTo>
                  <a:lnTo>
                    <a:pt x="167" y="16121"/>
                  </a:lnTo>
                  <a:lnTo>
                    <a:pt x="0" y="15876"/>
                  </a:lnTo>
                  <a:lnTo>
                    <a:pt x="0" y="15876"/>
                  </a:lnTo>
                  <a:lnTo>
                    <a:pt x="134" y="15542"/>
                  </a:lnTo>
                  <a:lnTo>
                    <a:pt x="290" y="15197"/>
                  </a:lnTo>
                  <a:lnTo>
                    <a:pt x="657" y="14440"/>
                  </a:lnTo>
                  <a:lnTo>
                    <a:pt x="1069" y="13628"/>
                  </a:lnTo>
                  <a:lnTo>
                    <a:pt x="1525" y="12770"/>
                  </a:lnTo>
                  <a:lnTo>
                    <a:pt x="2026" y="11868"/>
                  </a:lnTo>
                  <a:lnTo>
                    <a:pt x="2550" y="10922"/>
                  </a:lnTo>
                  <a:lnTo>
                    <a:pt x="3106" y="9965"/>
                  </a:lnTo>
                  <a:lnTo>
                    <a:pt x="3674" y="8996"/>
                  </a:lnTo>
                  <a:lnTo>
                    <a:pt x="3674" y="8996"/>
                  </a:lnTo>
                  <a:lnTo>
                    <a:pt x="4465" y="7660"/>
                  </a:lnTo>
                  <a:lnTo>
                    <a:pt x="5266" y="6324"/>
                  </a:lnTo>
                  <a:lnTo>
                    <a:pt x="6769" y="3819"/>
                  </a:lnTo>
                  <a:lnTo>
                    <a:pt x="7448" y="2672"/>
                  </a:lnTo>
                  <a:lnTo>
                    <a:pt x="8050" y="1648"/>
                  </a:lnTo>
                  <a:lnTo>
                    <a:pt x="8562" y="746"/>
                  </a:lnTo>
                  <a:lnTo>
                    <a:pt x="8773" y="357"/>
                  </a:lnTo>
                  <a:lnTo>
                    <a:pt x="8951" y="0"/>
                  </a:lnTo>
                  <a:lnTo>
                    <a:pt x="12058" y="130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1256957" y="1640828"/>
              <a:ext cx="341499" cy="331314"/>
            </a:xfrm>
            <a:custGeom>
              <a:rect b="b" l="l" r="r" t="t"/>
              <a:pathLst>
                <a:path extrusionOk="0" h="14118" w="14552">
                  <a:moveTo>
                    <a:pt x="6001" y="0"/>
                  </a:moveTo>
                  <a:lnTo>
                    <a:pt x="6046" y="980"/>
                  </a:lnTo>
                  <a:lnTo>
                    <a:pt x="6124" y="3196"/>
                  </a:lnTo>
                  <a:lnTo>
                    <a:pt x="6202" y="5523"/>
                  </a:lnTo>
                  <a:lnTo>
                    <a:pt x="6224" y="6391"/>
                  </a:lnTo>
                  <a:lnTo>
                    <a:pt x="6224" y="6680"/>
                  </a:lnTo>
                  <a:lnTo>
                    <a:pt x="6213" y="6859"/>
                  </a:lnTo>
                  <a:lnTo>
                    <a:pt x="6213" y="6892"/>
                  </a:lnTo>
                  <a:lnTo>
                    <a:pt x="6191" y="6925"/>
                  </a:lnTo>
                  <a:lnTo>
                    <a:pt x="6135" y="6992"/>
                  </a:lnTo>
                  <a:lnTo>
                    <a:pt x="6046" y="7070"/>
                  </a:lnTo>
                  <a:lnTo>
                    <a:pt x="5934" y="7148"/>
                  </a:lnTo>
                  <a:lnTo>
                    <a:pt x="5790" y="7237"/>
                  </a:lnTo>
                  <a:lnTo>
                    <a:pt x="5623" y="7326"/>
                  </a:lnTo>
                  <a:lnTo>
                    <a:pt x="5222" y="7527"/>
                  </a:lnTo>
                  <a:lnTo>
                    <a:pt x="4754" y="7749"/>
                  </a:lnTo>
                  <a:lnTo>
                    <a:pt x="4220" y="7972"/>
                  </a:lnTo>
                  <a:lnTo>
                    <a:pt x="3663" y="8195"/>
                  </a:lnTo>
                  <a:lnTo>
                    <a:pt x="3084" y="8417"/>
                  </a:lnTo>
                  <a:lnTo>
                    <a:pt x="1949" y="8840"/>
                  </a:lnTo>
                  <a:lnTo>
                    <a:pt x="958" y="9185"/>
                  </a:lnTo>
                  <a:lnTo>
                    <a:pt x="0" y="9508"/>
                  </a:lnTo>
                  <a:lnTo>
                    <a:pt x="5923" y="12815"/>
                  </a:lnTo>
                  <a:lnTo>
                    <a:pt x="14552" y="14118"/>
                  </a:lnTo>
                  <a:lnTo>
                    <a:pt x="14518" y="7649"/>
                  </a:lnTo>
                  <a:lnTo>
                    <a:pt x="14340" y="7605"/>
                  </a:lnTo>
                  <a:lnTo>
                    <a:pt x="13873" y="7493"/>
                  </a:lnTo>
                  <a:lnTo>
                    <a:pt x="13561" y="7404"/>
                  </a:lnTo>
                  <a:lnTo>
                    <a:pt x="13216" y="7293"/>
                  </a:lnTo>
                  <a:lnTo>
                    <a:pt x="12859" y="7170"/>
                  </a:lnTo>
                  <a:lnTo>
                    <a:pt x="12503" y="7026"/>
                  </a:lnTo>
                  <a:lnTo>
                    <a:pt x="12459" y="6992"/>
                  </a:lnTo>
                  <a:lnTo>
                    <a:pt x="12414" y="6948"/>
                  </a:lnTo>
                  <a:lnTo>
                    <a:pt x="12370" y="6870"/>
                  </a:lnTo>
                  <a:lnTo>
                    <a:pt x="12336" y="6792"/>
                  </a:lnTo>
                  <a:lnTo>
                    <a:pt x="12303" y="6692"/>
                  </a:lnTo>
                  <a:lnTo>
                    <a:pt x="12269" y="6580"/>
                  </a:lnTo>
                  <a:lnTo>
                    <a:pt x="12214" y="6324"/>
                  </a:lnTo>
                  <a:lnTo>
                    <a:pt x="12169" y="6035"/>
                  </a:lnTo>
                  <a:lnTo>
                    <a:pt x="12147" y="5712"/>
                  </a:lnTo>
                  <a:lnTo>
                    <a:pt x="12114" y="5389"/>
                  </a:lnTo>
                  <a:lnTo>
                    <a:pt x="12102" y="5055"/>
                  </a:lnTo>
                  <a:lnTo>
                    <a:pt x="12091" y="4543"/>
                  </a:lnTo>
                  <a:lnTo>
                    <a:pt x="12080" y="4109"/>
                  </a:lnTo>
                  <a:lnTo>
                    <a:pt x="12080" y="3697"/>
                  </a:lnTo>
                  <a:lnTo>
                    <a:pt x="9241" y="197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1256957" y="1640828"/>
              <a:ext cx="341499" cy="331314"/>
            </a:xfrm>
            <a:custGeom>
              <a:rect b="b" l="l" r="r" t="t"/>
              <a:pathLst>
                <a:path extrusionOk="0" fill="none" h="14118" w="14552">
                  <a:moveTo>
                    <a:pt x="14552" y="14118"/>
                  </a:moveTo>
                  <a:lnTo>
                    <a:pt x="5923" y="12815"/>
                  </a:lnTo>
                  <a:lnTo>
                    <a:pt x="0" y="9508"/>
                  </a:lnTo>
                  <a:lnTo>
                    <a:pt x="0" y="9508"/>
                  </a:lnTo>
                  <a:lnTo>
                    <a:pt x="958" y="9185"/>
                  </a:lnTo>
                  <a:lnTo>
                    <a:pt x="1949" y="8840"/>
                  </a:lnTo>
                  <a:lnTo>
                    <a:pt x="3084" y="8417"/>
                  </a:lnTo>
                  <a:lnTo>
                    <a:pt x="3663" y="8195"/>
                  </a:lnTo>
                  <a:lnTo>
                    <a:pt x="4220" y="7972"/>
                  </a:lnTo>
                  <a:lnTo>
                    <a:pt x="4754" y="7749"/>
                  </a:lnTo>
                  <a:lnTo>
                    <a:pt x="5222" y="7527"/>
                  </a:lnTo>
                  <a:lnTo>
                    <a:pt x="5623" y="7326"/>
                  </a:lnTo>
                  <a:lnTo>
                    <a:pt x="5790" y="7237"/>
                  </a:lnTo>
                  <a:lnTo>
                    <a:pt x="5934" y="7148"/>
                  </a:lnTo>
                  <a:lnTo>
                    <a:pt x="6046" y="7070"/>
                  </a:lnTo>
                  <a:lnTo>
                    <a:pt x="6135" y="6992"/>
                  </a:lnTo>
                  <a:lnTo>
                    <a:pt x="6191" y="6925"/>
                  </a:lnTo>
                  <a:lnTo>
                    <a:pt x="6213" y="6892"/>
                  </a:lnTo>
                  <a:lnTo>
                    <a:pt x="6213" y="6859"/>
                  </a:lnTo>
                  <a:lnTo>
                    <a:pt x="6213" y="6859"/>
                  </a:lnTo>
                  <a:lnTo>
                    <a:pt x="6224" y="6680"/>
                  </a:lnTo>
                  <a:lnTo>
                    <a:pt x="6224" y="6391"/>
                  </a:lnTo>
                  <a:lnTo>
                    <a:pt x="6202" y="5523"/>
                  </a:lnTo>
                  <a:lnTo>
                    <a:pt x="6124" y="3196"/>
                  </a:lnTo>
                  <a:lnTo>
                    <a:pt x="6046" y="980"/>
                  </a:lnTo>
                  <a:lnTo>
                    <a:pt x="6001" y="0"/>
                  </a:lnTo>
                  <a:lnTo>
                    <a:pt x="9241" y="1971"/>
                  </a:lnTo>
                  <a:lnTo>
                    <a:pt x="12080" y="3697"/>
                  </a:lnTo>
                  <a:lnTo>
                    <a:pt x="12080" y="3697"/>
                  </a:lnTo>
                  <a:lnTo>
                    <a:pt x="12080" y="4109"/>
                  </a:lnTo>
                  <a:lnTo>
                    <a:pt x="12091" y="4543"/>
                  </a:lnTo>
                  <a:lnTo>
                    <a:pt x="12102" y="5055"/>
                  </a:lnTo>
                  <a:lnTo>
                    <a:pt x="12102" y="5055"/>
                  </a:lnTo>
                  <a:lnTo>
                    <a:pt x="12114" y="5389"/>
                  </a:lnTo>
                  <a:lnTo>
                    <a:pt x="12147" y="5712"/>
                  </a:lnTo>
                  <a:lnTo>
                    <a:pt x="12169" y="6035"/>
                  </a:lnTo>
                  <a:lnTo>
                    <a:pt x="12214" y="6324"/>
                  </a:lnTo>
                  <a:lnTo>
                    <a:pt x="12269" y="6580"/>
                  </a:lnTo>
                  <a:lnTo>
                    <a:pt x="12303" y="6692"/>
                  </a:lnTo>
                  <a:lnTo>
                    <a:pt x="12336" y="6792"/>
                  </a:lnTo>
                  <a:lnTo>
                    <a:pt x="12370" y="6870"/>
                  </a:lnTo>
                  <a:lnTo>
                    <a:pt x="12414" y="6948"/>
                  </a:lnTo>
                  <a:lnTo>
                    <a:pt x="12459" y="6992"/>
                  </a:lnTo>
                  <a:lnTo>
                    <a:pt x="12503" y="7026"/>
                  </a:lnTo>
                  <a:lnTo>
                    <a:pt x="12503" y="7026"/>
                  </a:lnTo>
                  <a:lnTo>
                    <a:pt x="12859" y="7170"/>
                  </a:lnTo>
                  <a:lnTo>
                    <a:pt x="13216" y="7293"/>
                  </a:lnTo>
                  <a:lnTo>
                    <a:pt x="13561" y="7404"/>
                  </a:lnTo>
                  <a:lnTo>
                    <a:pt x="13873" y="7493"/>
                  </a:lnTo>
                  <a:lnTo>
                    <a:pt x="14340" y="7605"/>
                  </a:lnTo>
                  <a:lnTo>
                    <a:pt x="14518" y="7649"/>
                  </a:lnTo>
                  <a:lnTo>
                    <a:pt x="14552" y="141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1460232" y="1684196"/>
              <a:ext cx="80752" cy="75260"/>
            </a:xfrm>
            <a:custGeom>
              <a:rect b="b" l="l" r="r" t="t"/>
              <a:pathLst>
                <a:path extrusionOk="0" h="3207" w="3441">
                  <a:moveTo>
                    <a:pt x="0" y="1"/>
                  </a:moveTo>
                  <a:lnTo>
                    <a:pt x="34" y="79"/>
                  </a:lnTo>
                  <a:lnTo>
                    <a:pt x="156" y="323"/>
                  </a:lnTo>
                  <a:lnTo>
                    <a:pt x="256" y="490"/>
                  </a:lnTo>
                  <a:lnTo>
                    <a:pt x="379" y="680"/>
                  </a:lnTo>
                  <a:lnTo>
                    <a:pt x="535" y="902"/>
                  </a:lnTo>
                  <a:lnTo>
                    <a:pt x="713" y="1136"/>
                  </a:lnTo>
                  <a:lnTo>
                    <a:pt x="924" y="1381"/>
                  </a:lnTo>
                  <a:lnTo>
                    <a:pt x="1180" y="1648"/>
                  </a:lnTo>
                  <a:lnTo>
                    <a:pt x="1459" y="1916"/>
                  </a:lnTo>
                  <a:lnTo>
                    <a:pt x="1770" y="2183"/>
                  </a:lnTo>
                  <a:lnTo>
                    <a:pt x="2127" y="2450"/>
                  </a:lnTo>
                  <a:lnTo>
                    <a:pt x="2327" y="2584"/>
                  </a:lnTo>
                  <a:lnTo>
                    <a:pt x="2527" y="2717"/>
                  </a:lnTo>
                  <a:lnTo>
                    <a:pt x="2739" y="2840"/>
                  </a:lnTo>
                  <a:lnTo>
                    <a:pt x="2962" y="2973"/>
                  </a:lnTo>
                  <a:lnTo>
                    <a:pt x="3195" y="3096"/>
                  </a:lnTo>
                  <a:lnTo>
                    <a:pt x="3440" y="3207"/>
                  </a:lnTo>
                  <a:lnTo>
                    <a:pt x="3429" y="2695"/>
                  </a:lnTo>
                  <a:lnTo>
                    <a:pt x="3418" y="2261"/>
                  </a:lnTo>
                  <a:lnTo>
                    <a:pt x="3418" y="1849"/>
                  </a:lnTo>
                  <a:lnTo>
                    <a:pt x="579" y="1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AA4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1846906" y="1820331"/>
              <a:ext cx="220806" cy="178470"/>
            </a:xfrm>
            <a:custGeom>
              <a:rect b="b" l="l" r="r" t="t"/>
              <a:pathLst>
                <a:path extrusionOk="0" h="7605" w="9409">
                  <a:moveTo>
                    <a:pt x="7794" y="1358"/>
                  </a:moveTo>
                  <a:lnTo>
                    <a:pt x="7928" y="1369"/>
                  </a:lnTo>
                  <a:lnTo>
                    <a:pt x="8061" y="1403"/>
                  </a:lnTo>
                  <a:lnTo>
                    <a:pt x="8195" y="1436"/>
                  </a:lnTo>
                  <a:lnTo>
                    <a:pt x="8284" y="1481"/>
                  </a:lnTo>
                  <a:lnTo>
                    <a:pt x="8373" y="1536"/>
                  </a:lnTo>
                  <a:lnTo>
                    <a:pt x="8451" y="1592"/>
                  </a:lnTo>
                  <a:lnTo>
                    <a:pt x="8529" y="1670"/>
                  </a:lnTo>
                  <a:lnTo>
                    <a:pt x="8596" y="1748"/>
                  </a:lnTo>
                  <a:lnTo>
                    <a:pt x="8651" y="1837"/>
                  </a:lnTo>
                  <a:lnTo>
                    <a:pt x="8707" y="1937"/>
                  </a:lnTo>
                  <a:lnTo>
                    <a:pt x="8751" y="2049"/>
                  </a:lnTo>
                  <a:lnTo>
                    <a:pt x="8818" y="2249"/>
                  </a:lnTo>
                  <a:lnTo>
                    <a:pt x="8863" y="2449"/>
                  </a:lnTo>
                  <a:lnTo>
                    <a:pt x="8885" y="2639"/>
                  </a:lnTo>
                  <a:lnTo>
                    <a:pt x="8885" y="2828"/>
                  </a:lnTo>
                  <a:lnTo>
                    <a:pt x="8852" y="3006"/>
                  </a:lnTo>
                  <a:lnTo>
                    <a:pt x="8807" y="3184"/>
                  </a:lnTo>
                  <a:lnTo>
                    <a:pt x="8729" y="3362"/>
                  </a:lnTo>
                  <a:lnTo>
                    <a:pt x="8640" y="3529"/>
                  </a:lnTo>
                  <a:lnTo>
                    <a:pt x="8529" y="3707"/>
                  </a:lnTo>
                  <a:lnTo>
                    <a:pt x="8395" y="3874"/>
                  </a:lnTo>
                  <a:lnTo>
                    <a:pt x="8250" y="4041"/>
                  </a:lnTo>
                  <a:lnTo>
                    <a:pt x="8083" y="4208"/>
                  </a:lnTo>
                  <a:lnTo>
                    <a:pt x="7894" y="4375"/>
                  </a:lnTo>
                  <a:lnTo>
                    <a:pt x="7694" y="4554"/>
                  </a:lnTo>
                  <a:lnTo>
                    <a:pt x="7471" y="4732"/>
                  </a:lnTo>
                  <a:lnTo>
                    <a:pt x="7237" y="4910"/>
                  </a:lnTo>
                  <a:lnTo>
                    <a:pt x="6948" y="5099"/>
                  </a:lnTo>
                  <a:lnTo>
                    <a:pt x="6647" y="5300"/>
                  </a:lnTo>
                  <a:lnTo>
                    <a:pt x="7148" y="1436"/>
                  </a:lnTo>
                  <a:lnTo>
                    <a:pt x="7393" y="1381"/>
                  </a:lnTo>
                  <a:lnTo>
                    <a:pt x="7516" y="1369"/>
                  </a:lnTo>
                  <a:lnTo>
                    <a:pt x="7649" y="1358"/>
                  </a:lnTo>
                  <a:close/>
                  <a:moveTo>
                    <a:pt x="1" y="0"/>
                  </a:moveTo>
                  <a:lnTo>
                    <a:pt x="869" y="6713"/>
                  </a:lnTo>
                  <a:lnTo>
                    <a:pt x="891" y="6814"/>
                  </a:lnTo>
                  <a:lnTo>
                    <a:pt x="914" y="6914"/>
                  </a:lnTo>
                  <a:lnTo>
                    <a:pt x="958" y="7003"/>
                  </a:lnTo>
                  <a:lnTo>
                    <a:pt x="1003" y="7092"/>
                  </a:lnTo>
                  <a:lnTo>
                    <a:pt x="1058" y="7181"/>
                  </a:lnTo>
                  <a:lnTo>
                    <a:pt x="1125" y="7259"/>
                  </a:lnTo>
                  <a:lnTo>
                    <a:pt x="1192" y="7337"/>
                  </a:lnTo>
                  <a:lnTo>
                    <a:pt x="1270" y="7404"/>
                  </a:lnTo>
                  <a:lnTo>
                    <a:pt x="1359" y="7459"/>
                  </a:lnTo>
                  <a:lnTo>
                    <a:pt x="1448" y="7504"/>
                  </a:lnTo>
                  <a:lnTo>
                    <a:pt x="1537" y="7548"/>
                  </a:lnTo>
                  <a:lnTo>
                    <a:pt x="1626" y="7571"/>
                  </a:lnTo>
                  <a:lnTo>
                    <a:pt x="1760" y="7604"/>
                  </a:lnTo>
                  <a:lnTo>
                    <a:pt x="5434" y="7604"/>
                  </a:lnTo>
                  <a:lnTo>
                    <a:pt x="5601" y="7593"/>
                  </a:lnTo>
                  <a:lnTo>
                    <a:pt x="5757" y="7560"/>
                  </a:lnTo>
                  <a:lnTo>
                    <a:pt x="5912" y="7493"/>
                  </a:lnTo>
                  <a:lnTo>
                    <a:pt x="6057" y="7415"/>
                  </a:lnTo>
                  <a:lnTo>
                    <a:pt x="6057" y="7404"/>
                  </a:lnTo>
                  <a:lnTo>
                    <a:pt x="6135" y="7337"/>
                  </a:lnTo>
                  <a:lnTo>
                    <a:pt x="6213" y="7259"/>
                  </a:lnTo>
                  <a:lnTo>
                    <a:pt x="6269" y="7181"/>
                  </a:lnTo>
                  <a:lnTo>
                    <a:pt x="6324" y="7103"/>
                  </a:lnTo>
                  <a:lnTo>
                    <a:pt x="6380" y="7014"/>
                  </a:lnTo>
                  <a:lnTo>
                    <a:pt x="6413" y="6914"/>
                  </a:lnTo>
                  <a:lnTo>
                    <a:pt x="6436" y="6814"/>
                  </a:lnTo>
                  <a:lnTo>
                    <a:pt x="6458" y="6713"/>
                  </a:lnTo>
                  <a:lnTo>
                    <a:pt x="6558" y="5945"/>
                  </a:lnTo>
                  <a:lnTo>
                    <a:pt x="6803" y="5812"/>
                  </a:lnTo>
                  <a:lnTo>
                    <a:pt x="7059" y="5656"/>
                  </a:lnTo>
                  <a:lnTo>
                    <a:pt x="7315" y="5489"/>
                  </a:lnTo>
                  <a:lnTo>
                    <a:pt x="7549" y="5322"/>
                  </a:lnTo>
                  <a:lnTo>
                    <a:pt x="7972" y="4999"/>
                  </a:lnTo>
                  <a:lnTo>
                    <a:pt x="8184" y="4821"/>
                  </a:lnTo>
                  <a:lnTo>
                    <a:pt x="8384" y="4643"/>
                  </a:lnTo>
                  <a:lnTo>
                    <a:pt x="8573" y="4453"/>
                  </a:lnTo>
                  <a:lnTo>
                    <a:pt x="8740" y="4264"/>
                  </a:lnTo>
                  <a:lnTo>
                    <a:pt x="8907" y="4064"/>
                  </a:lnTo>
                  <a:lnTo>
                    <a:pt x="9052" y="3863"/>
                  </a:lnTo>
                  <a:lnTo>
                    <a:pt x="9175" y="3641"/>
                  </a:lnTo>
                  <a:lnTo>
                    <a:pt x="9275" y="3418"/>
                  </a:lnTo>
                  <a:lnTo>
                    <a:pt x="9319" y="3307"/>
                  </a:lnTo>
                  <a:lnTo>
                    <a:pt x="9353" y="3184"/>
                  </a:lnTo>
                  <a:lnTo>
                    <a:pt x="9375" y="3062"/>
                  </a:lnTo>
                  <a:lnTo>
                    <a:pt x="9397" y="2939"/>
                  </a:lnTo>
                  <a:lnTo>
                    <a:pt x="9408" y="2817"/>
                  </a:lnTo>
                  <a:lnTo>
                    <a:pt x="9408" y="2683"/>
                  </a:lnTo>
                  <a:lnTo>
                    <a:pt x="9408" y="2561"/>
                  </a:lnTo>
                  <a:lnTo>
                    <a:pt x="9386" y="2427"/>
                  </a:lnTo>
                  <a:lnTo>
                    <a:pt x="9364" y="2282"/>
                  </a:lnTo>
                  <a:lnTo>
                    <a:pt x="9330" y="2149"/>
                  </a:lnTo>
                  <a:lnTo>
                    <a:pt x="9286" y="2004"/>
                  </a:lnTo>
                  <a:lnTo>
                    <a:pt x="9241" y="1859"/>
                  </a:lnTo>
                  <a:lnTo>
                    <a:pt x="9163" y="1703"/>
                  </a:lnTo>
                  <a:lnTo>
                    <a:pt x="9085" y="1548"/>
                  </a:lnTo>
                  <a:lnTo>
                    <a:pt x="8996" y="1425"/>
                  </a:lnTo>
                  <a:lnTo>
                    <a:pt x="8896" y="1303"/>
                  </a:lnTo>
                  <a:lnTo>
                    <a:pt x="8785" y="1191"/>
                  </a:lnTo>
                  <a:lnTo>
                    <a:pt x="8662" y="1102"/>
                  </a:lnTo>
                  <a:lnTo>
                    <a:pt x="8529" y="1024"/>
                  </a:lnTo>
                  <a:lnTo>
                    <a:pt x="8384" y="958"/>
                  </a:lnTo>
                  <a:lnTo>
                    <a:pt x="8228" y="902"/>
                  </a:lnTo>
                  <a:lnTo>
                    <a:pt x="8083" y="868"/>
                  </a:lnTo>
                  <a:lnTo>
                    <a:pt x="7939" y="846"/>
                  </a:lnTo>
                  <a:lnTo>
                    <a:pt x="7783" y="835"/>
                  </a:lnTo>
                  <a:lnTo>
                    <a:pt x="7638" y="835"/>
                  </a:lnTo>
                  <a:lnTo>
                    <a:pt x="7493" y="846"/>
                  </a:lnTo>
                  <a:lnTo>
                    <a:pt x="7349" y="868"/>
                  </a:lnTo>
                  <a:lnTo>
                    <a:pt x="7215" y="891"/>
                  </a:lnTo>
                  <a:lnTo>
                    <a:pt x="733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1885065" y="1820331"/>
              <a:ext cx="134046" cy="178470"/>
            </a:xfrm>
            <a:custGeom>
              <a:rect b="b" l="l" r="r" t="t"/>
              <a:pathLst>
                <a:path extrusionOk="0" h="7605" w="5712">
                  <a:moveTo>
                    <a:pt x="4231" y="0"/>
                  </a:moveTo>
                  <a:lnTo>
                    <a:pt x="4208" y="523"/>
                  </a:lnTo>
                  <a:lnTo>
                    <a:pt x="4164" y="1013"/>
                  </a:lnTo>
                  <a:lnTo>
                    <a:pt x="4108" y="1492"/>
                  </a:lnTo>
                  <a:lnTo>
                    <a:pt x="4030" y="1937"/>
                  </a:lnTo>
                  <a:lnTo>
                    <a:pt x="3941" y="2371"/>
                  </a:lnTo>
                  <a:lnTo>
                    <a:pt x="3830" y="2772"/>
                  </a:lnTo>
                  <a:lnTo>
                    <a:pt x="3719" y="3162"/>
                  </a:lnTo>
                  <a:lnTo>
                    <a:pt x="3585" y="3529"/>
                  </a:lnTo>
                  <a:lnTo>
                    <a:pt x="3451" y="3886"/>
                  </a:lnTo>
                  <a:lnTo>
                    <a:pt x="3307" y="4208"/>
                  </a:lnTo>
                  <a:lnTo>
                    <a:pt x="3140" y="4520"/>
                  </a:lnTo>
                  <a:lnTo>
                    <a:pt x="2984" y="4810"/>
                  </a:lnTo>
                  <a:lnTo>
                    <a:pt x="2817" y="5088"/>
                  </a:lnTo>
                  <a:lnTo>
                    <a:pt x="2639" y="5344"/>
                  </a:lnTo>
                  <a:lnTo>
                    <a:pt x="2461" y="5589"/>
                  </a:lnTo>
                  <a:lnTo>
                    <a:pt x="2282" y="5812"/>
                  </a:lnTo>
                  <a:lnTo>
                    <a:pt x="2093" y="6023"/>
                  </a:lnTo>
                  <a:lnTo>
                    <a:pt x="1915" y="6212"/>
                  </a:lnTo>
                  <a:lnTo>
                    <a:pt x="1737" y="6402"/>
                  </a:lnTo>
                  <a:lnTo>
                    <a:pt x="1559" y="6558"/>
                  </a:lnTo>
                  <a:lnTo>
                    <a:pt x="1381" y="6713"/>
                  </a:lnTo>
                  <a:lnTo>
                    <a:pt x="1214" y="6847"/>
                  </a:lnTo>
                  <a:lnTo>
                    <a:pt x="891" y="7081"/>
                  </a:lnTo>
                  <a:lnTo>
                    <a:pt x="601" y="7270"/>
                  </a:lnTo>
                  <a:lnTo>
                    <a:pt x="345" y="7415"/>
                  </a:lnTo>
                  <a:lnTo>
                    <a:pt x="145" y="7515"/>
                  </a:lnTo>
                  <a:lnTo>
                    <a:pt x="0" y="7571"/>
                  </a:lnTo>
                  <a:lnTo>
                    <a:pt x="134" y="7604"/>
                  </a:lnTo>
                  <a:lnTo>
                    <a:pt x="3808" y="7604"/>
                  </a:lnTo>
                  <a:lnTo>
                    <a:pt x="3975" y="7593"/>
                  </a:lnTo>
                  <a:lnTo>
                    <a:pt x="4131" y="7560"/>
                  </a:lnTo>
                  <a:lnTo>
                    <a:pt x="4286" y="7493"/>
                  </a:lnTo>
                  <a:lnTo>
                    <a:pt x="4431" y="7415"/>
                  </a:lnTo>
                  <a:lnTo>
                    <a:pt x="4431" y="7404"/>
                  </a:lnTo>
                  <a:lnTo>
                    <a:pt x="4509" y="7337"/>
                  </a:lnTo>
                  <a:lnTo>
                    <a:pt x="4587" y="7259"/>
                  </a:lnTo>
                  <a:lnTo>
                    <a:pt x="4643" y="7181"/>
                  </a:lnTo>
                  <a:lnTo>
                    <a:pt x="4698" y="7103"/>
                  </a:lnTo>
                  <a:lnTo>
                    <a:pt x="4754" y="7014"/>
                  </a:lnTo>
                  <a:lnTo>
                    <a:pt x="4787" y="6914"/>
                  </a:lnTo>
                  <a:lnTo>
                    <a:pt x="4810" y="6814"/>
                  </a:lnTo>
                  <a:lnTo>
                    <a:pt x="4832" y="6713"/>
                  </a:lnTo>
                  <a:lnTo>
                    <a:pt x="4932" y="5945"/>
                  </a:lnTo>
                  <a:lnTo>
                    <a:pt x="5021" y="5300"/>
                  </a:lnTo>
                  <a:lnTo>
                    <a:pt x="5522" y="1436"/>
                  </a:lnTo>
                  <a:lnTo>
                    <a:pt x="5589" y="891"/>
                  </a:lnTo>
                  <a:lnTo>
                    <a:pt x="5712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2009677" y="1848023"/>
              <a:ext cx="80494" cy="97461"/>
            </a:xfrm>
            <a:custGeom>
              <a:rect b="b" l="l" r="r" t="t"/>
              <a:pathLst>
                <a:path extrusionOk="0" h="4153" w="3430">
                  <a:moveTo>
                    <a:pt x="1237" y="0"/>
                  </a:moveTo>
                  <a:lnTo>
                    <a:pt x="1070" y="11"/>
                  </a:lnTo>
                  <a:lnTo>
                    <a:pt x="903" y="22"/>
                  </a:lnTo>
                  <a:lnTo>
                    <a:pt x="747" y="45"/>
                  </a:lnTo>
                  <a:lnTo>
                    <a:pt x="602" y="78"/>
                  </a:lnTo>
                  <a:lnTo>
                    <a:pt x="491" y="123"/>
                  </a:lnTo>
                  <a:lnTo>
                    <a:pt x="390" y="178"/>
                  </a:lnTo>
                  <a:lnTo>
                    <a:pt x="357" y="212"/>
                  </a:lnTo>
                  <a:lnTo>
                    <a:pt x="324" y="256"/>
                  </a:lnTo>
                  <a:lnTo>
                    <a:pt x="246" y="412"/>
                  </a:lnTo>
                  <a:lnTo>
                    <a:pt x="179" y="546"/>
                  </a:lnTo>
                  <a:lnTo>
                    <a:pt x="134" y="668"/>
                  </a:lnTo>
                  <a:lnTo>
                    <a:pt x="112" y="791"/>
                  </a:lnTo>
                  <a:lnTo>
                    <a:pt x="112" y="880"/>
                  </a:lnTo>
                  <a:lnTo>
                    <a:pt x="123" y="969"/>
                  </a:lnTo>
                  <a:lnTo>
                    <a:pt x="145" y="1047"/>
                  </a:lnTo>
                  <a:lnTo>
                    <a:pt x="179" y="1102"/>
                  </a:lnTo>
                  <a:lnTo>
                    <a:pt x="190" y="1125"/>
                  </a:lnTo>
                  <a:lnTo>
                    <a:pt x="201" y="1158"/>
                  </a:lnTo>
                  <a:lnTo>
                    <a:pt x="201" y="1236"/>
                  </a:lnTo>
                  <a:lnTo>
                    <a:pt x="179" y="1314"/>
                  </a:lnTo>
                  <a:lnTo>
                    <a:pt x="134" y="1403"/>
                  </a:lnTo>
                  <a:lnTo>
                    <a:pt x="56" y="1603"/>
                  </a:lnTo>
                  <a:lnTo>
                    <a:pt x="23" y="1704"/>
                  </a:lnTo>
                  <a:lnTo>
                    <a:pt x="1" y="1815"/>
                  </a:lnTo>
                  <a:lnTo>
                    <a:pt x="1" y="1915"/>
                  </a:lnTo>
                  <a:lnTo>
                    <a:pt x="12" y="2004"/>
                  </a:lnTo>
                  <a:lnTo>
                    <a:pt x="34" y="2071"/>
                  </a:lnTo>
                  <a:lnTo>
                    <a:pt x="79" y="2138"/>
                  </a:lnTo>
                  <a:lnTo>
                    <a:pt x="112" y="2182"/>
                  </a:lnTo>
                  <a:lnTo>
                    <a:pt x="145" y="2216"/>
                  </a:lnTo>
                  <a:lnTo>
                    <a:pt x="179" y="2249"/>
                  </a:lnTo>
                  <a:lnTo>
                    <a:pt x="157" y="2305"/>
                  </a:lnTo>
                  <a:lnTo>
                    <a:pt x="112" y="2450"/>
                  </a:lnTo>
                  <a:lnTo>
                    <a:pt x="34" y="2717"/>
                  </a:lnTo>
                  <a:lnTo>
                    <a:pt x="23" y="2817"/>
                  </a:lnTo>
                  <a:lnTo>
                    <a:pt x="34" y="2906"/>
                  </a:lnTo>
                  <a:lnTo>
                    <a:pt x="68" y="2973"/>
                  </a:lnTo>
                  <a:lnTo>
                    <a:pt x="101" y="3040"/>
                  </a:lnTo>
                  <a:lnTo>
                    <a:pt x="201" y="3140"/>
                  </a:lnTo>
                  <a:lnTo>
                    <a:pt x="246" y="3184"/>
                  </a:lnTo>
                  <a:lnTo>
                    <a:pt x="268" y="3229"/>
                  </a:lnTo>
                  <a:lnTo>
                    <a:pt x="279" y="3285"/>
                  </a:lnTo>
                  <a:lnTo>
                    <a:pt x="279" y="3340"/>
                  </a:lnTo>
                  <a:lnTo>
                    <a:pt x="257" y="3496"/>
                  </a:lnTo>
                  <a:lnTo>
                    <a:pt x="257" y="3574"/>
                  </a:lnTo>
                  <a:lnTo>
                    <a:pt x="257" y="3652"/>
                  </a:lnTo>
                  <a:lnTo>
                    <a:pt x="268" y="3730"/>
                  </a:lnTo>
                  <a:lnTo>
                    <a:pt x="301" y="3797"/>
                  </a:lnTo>
                  <a:lnTo>
                    <a:pt x="357" y="3863"/>
                  </a:lnTo>
                  <a:lnTo>
                    <a:pt x="435" y="3919"/>
                  </a:lnTo>
                  <a:lnTo>
                    <a:pt x="524" y="3975"/>
                  </a:lnTo>
                  <a:lnTo>
                    <a:pt x="635" y="4008"/>
                  </a:lnTo>
                  <a:lnTo>
                    <a:pt x="780" y="4053"/>
                  </a:lnTo>
                  <a:lnTo>
                    <a:pt x="947" y="4086"/>
                  </a:lnTo>
                  <a:lnTo>
                    <a:pt x="1370" y="4142"/>
                  </a:lnTo>
                  <a:lnTo>
                    <a:pt x="1493" y="4153"/>
                  </a:lnTo>
                  <a:lnTo>
                    <a:pt x="1760" y="4153"/>
                  </a:lnTo>
                  <a:lnTo>
                    <a:pt x="1893" y="4131"/>
                  </a:lnTo>
                  <a:lnTo>
                    <a:pt x="2038" y="4108"/>
                  </a:lnTo>
                  <a:lnTo>
                    <a:pt x="2183" y="4075"/>
                  </a:lnTo>
                  <a:lnTo>
                    <a:pt x="2472" y="3997"/>
                  </a:lnTo>
                  <a:lnTo>
                    <a:pt x="2751" y="3897"/>
                  </a:lnTo>
                  <a:lnTo>
                    <a:pt x="3007" y="3786"/>
                  </a:lnTo>
                  <a:lnTo>
                    <a:pt x="3241" y="3652"/>
                  </a:lnTo>
                  <a:lnTo>
                    <a:pt x="3341" y="3585"/>
                  </a:lnTo>
                  <a:lnTo>
                    <a:pt x="3430" y="3518"/>
                  </a:lnTo>
                  <a:lnTo>
                    <a:pt x="2294" y="67"/>
                  </a:lnTo>
                  <a:lnTo>
                    <a:pt x="2027" y="45"/>
                  </a:lnTo>
                  <a:lnTo>
                    <a:pt x="1749" y="11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2009677" y="1848023"/>
              <a:ext cx="80494" cy="97461"/>
            </a:xfrm>
            <a:custGeom>
              <a:rect b="b" l="l" r="r" t="t"/>
              <a:pathLst>
                <a:path extrusionOk="0" fill="none" h="4153" w="3430">
                  <a:moveTo>
                    <a:pt x="2294" y="67"/>
                  </a:moveTo>
                  <a:lnTo>
                    <a:pt x="2294" y="67"/>
                  </a:lnTo>
                  <a:lnTo>
                    <a:pt x="2027" y="45"/>
                  </a:lnTo>
                  <a:lnTo>
                    <a:pt x="1749" y="11"/>
                  </a:lnTo>
                  <a:lnTo>
                    <a:pt x="1415" y="0"/>
                  </a:lnTo>
                  <a:lnTo>
                    <a:pt x="1237" y="0"/>
                  </a:lnTo>
                  <a:lnTo>
                    <a:pt x="1070" y="11"/>
                  </a:lnTo>
                  <a:lnTo>
                    <a:pt x="903" y="22"/>
                  </a:lnTo>
                  <a:lnTo>
                    <a:pt x="747" y="45"/>
                  </a:lnTo>
                  <a:lnTo>
                    <a:pt x="602" y="78"/>
                  </a:lnTo>
                  <a:lnTo>
                    <a:pt x="491" y="123"/>
                  </a:lnTo>
                  <a:lnTo>
                    <a:pt x="390" y="178"/>
                  </a:lnTo>
                  <a:lnTo>
                    <a:pt x="357" y="212"/>
                  </a:lnTo>
                  <a:lnTo>
                    <a:pt x="324" y="256"/>
                  </a:lnTo>
                  <a:lnTo>
                    <a:pt x="324" y="256"/>
                  </a:lnTo>
                  <a:lnTo>
                    <a:pt x="246" y="412"/>
                  </a:lnTo>
                  <a:lnTo>
                    <a:pt x="179" y="546"/>
                  </a:lnTo>
                  <a:lnTo>
                    <a:pt x="134" y="668"/>
                  </a:lnTo>
                  <a:lnTo>
                    <a:pt x="112" y="791"/>
                  </a:lnTo>
                  <a:lnTo>
                    <a:pt x="112" y="880"/>
                  </a:lnTo>
                  <a:lnTo>
                    <a:pt x="123" y="969"/>
                  </a:lnTo>
                  <a:lnTo>
                    <a:pt x="145" y="1047"/>
                  </a:lnTo>
                  <a:lnTo>
                    <a:pt x="179" y="1102"/>
                  </a:lnTo>
                  <a:lnTo>
                    <a:pt x="179" y="1102"/>
                  </a:lnTo>
                  <a:lnTo>
                    <a:pt x="190" y="1125"/>
                  </a:lnTo>
                  <a:lnTo>
                    <a:pt x="201" y="1158"/>
                  </a:lnTo>
                  <a:lnTo>
                    <a:pt x="201" y="1236"/>
                  </a:lnTo>
                  <a:lnTo>
                    <a:pt x="179" y="1314"/>
                  </a:lnTo>
                  <a:lnTo>
                    <a:pt x="134" y="1403"/>
                  </a:lnTo>
                  <a:lnTo>
                    <a:pt x="56" y="1603"/>
                  </a:lnTo>
                  <a:lnTo>
                    <a:pt x="23" y="1704"/>
                  </a:lnTo>
                  <a:lnTo>
                    <a:pt x="1" y="1815"/>
                  </a:lnTo>
                  <a:lnTo>
                    <a:pt x="1" y="1815"/>
                  </a:lnTo>
                  <a:lnTo>
                    <a:pt x="1" y="1915"/>
                  </a:lnTo>
                  <a:lnTo>
                    <a:pt x="12" y="2004"/>
                  </a:lnTo>
                  <a:lnTo>
                    <a:pt x="34" y="2071"/>
                  </a:lnTo>
                  <a:lnTo>
                    <a:pt x="79" y="2138"/>
                  </a:lnTo>
                  <a:lnTo>
                    <a:pt x="112" y="2182"/>
                  </a:lnTo>
                  <a:lnTo>
                    <a:pt x="145" y="2216"/>
                  </a:lnTo>
                  <a:lnTo>
                    <a:pt x="179" y="2249"/>
                  </a:lnTo>
                  <a:lnTo>
                    <a:pt x="179" y="2249"/>
                  </a:lnTo>
                  <a:lnTo>
                    <a:pt x="157" y="2305"/>
                  </a:lnTo>
                  <a:lnTo>
                    <a:pt x="112" y="2450"/>
                  </a:lnTo>
                  <a:lnTo>
                    <a:pt x="34" y="2717"/>
                  </a:lnTo>
                  <a:lnTo>
                    <a:pt x="34" y="2717"/>
                  </a:lnTo>
                  <a:lnTo>
                    <a:pt x="23" y="2817"/>
                  </a:lnTo>
                  <a:lnTo>
                    <a:pt x="34" y="2906"/>
                  </a:lnTo>
                  <a:lnTo>
                    <a:pt x="68" y="2973"/>
                  </a:lnTo>
                  <a:lnTo>
                    <a:pt x="101" y="3040"/>
                  </a:lnTo>
                  <a:lnTo>
                    <a:pt x="201" y="3140"/>
                  </a:lnTo>
                  <a:lnTo>
                    <a:pt x="246" y="3184"/>
                  </a:lnTo>
                  <a:lnTo>
                    <a:pt x="268" y="3229"/>
                  </a:lnTo>
                  <a:lnTo>
                    <a:pt x="268" y="3229"/>
                  </a:lnTo>
                  <a:lnTo>
                    <a:pt x="279" y="3285"/>
                  </a:lnTo>
                  <a:lnTo>
                    <a:pt x="279" y="3340"/>
                  </a:lnTo>
                  <a:lnTo>
                    <a:pt x="257" y="3496"/>
                  </a:lnTo>
                  <a:lnTo>
                    <a:pt x="257" y="3574"/>
                  </a:lnTo>
                  <a:lnTo>
                    <a:pt x="257" y="3652"/>
                  </a:lnTo>
                  <a:lnTo>
                    <a:pt x="268" y="3730"/>
                  </a:lnTo>
                  <a:lnTo>
                    <a:pt x="301" y="3797"/>
                  </a:lnTo>
                  <a:lnTo>
                    <a:pt x="301" y="3797"/>
                  </a:lnTo>
                  <a:lnTo>
                    <a:pt x="357" y="3863"/>
                  </a:lnTo>
                  <a:lnTo>
                    <a:pt x="435" y="3919"/>
                  </a:lnTo>
                  <a:lnTo>
                    <a:pt x="524" y="3975"/>
                  </a:lnTo>
                  <a:lnTo>
                    <a:pt x="635" y="4008"/>
                  </a:lnTo>
                  <a:lnTo>
                    <a:pt x="780" y="4053"/>
                  </a:lnTo>
                  <a:lnTo>
                    <a:pt x="947" y="4086"/>
                  </a:lnTo>
                  <a:lnTo>
                    <a:pt x="1370" y="4142"/>
                  </a:lnTo>
                  <a:lnTo>
                    <a:pt x="1370" y="4142"/>
                  </a:lnTo>
                  <a:lnTo>
                    <a:pt x="1493" y="4153"/>
                  </a:lnTo>
                  <a:lnTo>
                    <a:pt x="1615" y="4153"/>
                  </a:lnTo>
                  <a:lnTo>
                    <a:pt x="1760" y="4153"/>
                  </a:lnTo>
                  <a:lnTo>
                    <a:pt x="1893" y="4131"/>
                  </a:lnTo>
                  <a:lnTo>
                    <a:pt x="2038" y="4108"/>
                  </a:lnTo>
                  <a:lnTo>
                    <a:pt x="2183" y="4075"/>
                  </a:lnTo>
                  <a:lnTo>
                    <a:pt x="2472" y="3997"/>
                  </a:lnTo>
                  <a:lnTo>
                    <a:pt x="2751" y="3897"/>
                  </a:lnTo>
                  <a:lnTo>
                    <a:pt x="3007" y="3786"/>
                  </a:lnTo>
                  <a:lnTo>
                    <a:pt x="3241" y="3652"/>
                  </a:lnTo>
                  <a:lnTo>
                    <a:pt x="3341" y="3585"/>
                  </a:lnTo>
                  <a:lnTo>
                    <a:pt x="3430" y="35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1302930" y="4186653"/>
              <a:ext cx="188937" cy="292123"/>
            </a:xfrm>
            <a:custGeom>
              <a:rect b="b" l="l" r="r" t="t"/>
              <a:pathLst>
                <a:path extrusionOk="0" h="12448" w="8051">
                  <a:moveTo>
                    <a:pt x="2150" y="1"/>
                  </a:moveTo>
                  <a:lnTo>
                    <a:pt x="1916" y="12"/>
                  </a:lnTo>
                  <a:lnTo>
                    <a:pt x="1660" y="45"/>
                  </a:lnTo>
                  <a:lnTo>
                    <a:pt x="1381" y="101"/>
                  </a:lnTo>
                  <a:lnTo>
                    <a:pt x="1270" y="135"/>
                  </a:lnTo>
                  <a:lnTo>
                    <a:pt x="1159" y="179"/>
                  </a:lnTo>
                  <a:lnTo>
                    <a:pt x="1059" y="235"/>
                  </a:lnTo>
                  <a:lnTo>
                    <a:pt x="947" y="302"/>
                  </a:lnTo>
                  <a:lnTo>
                    <a:pt x="858" y="368"/>
                  </a:lnTo>
                  <a:lnTo>
                    <a:pt x="758" y="457"/>
                  </a:lnTo>
                  <a:lnTo>
                    <a:pt x="669" y="535"/>
                  </a:lnTo>
                  <a:lnTo>
                    <a:pt x="580" y="636"/>
                  </a:lnTo>
                  <a:lnTo>
                    <a:pt x="502" y="725"/>
                  </a:lnTo>
                  <a:lnTo>
                    <a:pt x="435" y="836"/>
                  </a:lnTo>
                  <a:lnTo>
                    <a:pt x="357" y="936"/>
                  </a:lnTo>
                  <a:lnTo>
                    <a:pt x="301" y="1047"/>
                  </a:lnTo>
                  <a:lnTo>
                    <a:pt x="246" y="1170"/>
                  </a:lnTo>
                  <a:lnTo>
                    <a:pt x="201" y="1281"/>
                  </a:lnTo>
                  <a:lnTo>
                    <a:pt x="157" y="1404"/>
                  </a:lnTo>
                  <a:lnTo>
                    <a:pt x="134" y="1526"/>
                  </a:lnTo>
                  <a:lnTo>
                    <a:pt x="79" y="1782"/>
                  </a:lnTo>
                  <a:lnTo>
                    <a:pt x="45" y="2038"/>
                  </a:lnTo>
                  <a:lnTo>
                    <a:pt x="23" y="2294"/>
                  </a:lnTo>
                  <a:lnTo>
                    <a:pt x="1" y="2562"/>
                  </a:lnTo>
                  <a:lnTo>
                    <a:pt x="1" y="2840"/>
                  </a:lnTo>
                  <a:lnTo>
                    <a:pt x="1" y="3129"/>
                  </a:lnTo>
                  <a:lnTo>
                    <a:pt x="23" y="3419"/>
                  </a:lnTo>
                  <a:lnTo>
                    <a:pt x="45" y="3719"/>
                  </a:lnTo>
                  <a:lnTo>
                    <a:pt x="79" y="4031"/>
                  </a:lnTo>
                  <a:lnTo>
                    <a:pt x="123" y="4354"/>
                  </a:lnTo>
                  <a:lnTo>
                    <a:pt x="179" y="4699"/>
                  </a:lnTo>
                  <a:lnTo>
                    <a:pt x="246" y="5044"/>
                  </a:lnTo>
                  <a:lnTo>
                    <a:pt x="402" y="5790"/>
                  </a:lnTo>
                  <a:lnTo>
                    <a:pt x="591" y="6603"/>
                  </a:lnTo>
                  <a:lnTo>
                    <a:pt x="680" y="6937"/>
                  </a:lnTo>
                  <a:lnTo>
                    <a:pt x="791" y="7282"/>
                  </a:lnTo>
                  <a:lnTo>
                    <a:pt x="914" y="7616"/>
                  </a:lnTo>
                  <a:lnTo>
                    <a:pt x="1047" y="7950"/>
                  </a:lnTo>
                  <a:lnTo>
                    <a:pt x="1192" y="8273"/>
                  </a:lnTo>
                  <a:lnTo>
                    <a:pt x="1348" y="8585"/>
                  </a:lnTo>
                  <a:lnTo>
                    <a:pt x="1526" y="8896"/>
                  </a:lnTo>
                  <a:lnTo>
                    <a:pt x="1704" y="9197"/>
                  </a:lnTo>
                  <a:lnTo>
                    <a:pt x="1894" y="9487"/>
                  </a:lnTo>
                  <a:lnTo>
                    <a:pt x="2094" y="9776"/>
                  </a:lnTo>
                  <a:lnTo>
                    <a:pt x="2305" y="10043"/>
                  </a:lnTo>
                  <a:lnTo>
                    <a:pt x="2517" y="10310"/>
                  </a:lnTo>
                  <a:lnTo>
                    <a:pt x="2740" y="10555"/>
                  </a:lnTo>
                  <a:lnTo>
                    <a:pt x="2973" y="10789"/>
                  </a:lnTo>
                  <a:lnTo>
                    <a:pt x="3218" y="11023"/>
                  </a:lnTo>
                  <a:lnTo>
                    <a:pt x="3463" y="11234"/>
                  </a:lnTo>
                  <a:lnTo>
                    <a:pt x="3708" y="11424"/>
                  </a:lnTo>
                  <a:lnTo>
                    <a:pt x="3964" y="11613"/>
                  </a:lnTo>
                  <a:lnTo>
                    <a:pt x="4220" y="11780"/>
                  </a:lnTo>
                  <a:lnTo>
                    <a:pt x="4476" y="11925"/>
                  </a:lnTo>
                  <a:lnTo>
                    <a:pt x="4744" y="12058"/>
                  </a:lnTo>
                  <a:lnTo>
                    <a:pt x="5011" y="12170"/>
                  </a:lnTo>
                  <a:lnTo>
                    <a:pt x="5278" y="12270"/>
                  </a:lnTo>
                  <a:lnTo>
                    <a:pt x="5545" y="12348"/>
                  </a:lnTo>
                  <a:lnTo>
                    <a:pt x="5812" y="12403"/>
                  </a:lnTo>
                  <a:lnTo>
                    <a:pt x="6080" y="12437"/>
                  </a:lnTo>
                  <a:lnTo>
                    <a:pt x="6347" y="12448"/>
                  </a:lnTo>
                  <a:lnTo>
                    <a:pt x="6614" y="12437"/>
                  </a:lnTo>
                  <a:lnTo>
                    <a:pt x="6881" y="12415"/>
                  </a:lnTo>
                  <a:lnTo>
                    <a:pt x="7137" y="12359"/>
                  </a:lnTo>
                  <a:lnTo>
                    <a:pt x="7393" y="12281"/>
                  </a:lnTo>
                  <a:lnTo>
                    <a:pt x="7649" y="12170"/>
                  </a:lnTo>
                  <a:lnTo>
                    <a:pt x="7727" y="12125"/>
                  </a:lnTo>
                  <a:lnTo>
                    <a:pt x="7794" y="12081"/>
                  </a:lnTo>
                  <a:lnTo>
                    <a:pt x="7861" y="12025"/>
                  </a:lnTo>
                  <a:lnTo>
                    <a:pt x="7917" y="11958"/>
                  </a:lnTo>
                  <a:lnTo>
                    <a:pt x="7950" y="11891"/>
                  </a:lnTo>
                  <a:lnTo>
                    <a:pt x="7995" y="11825"/>
                  </a:lnTo>
                  <a:lnTo>
                    <a:pt x="8017" y="11735"/>
                  </a:lnTo>
                  <a:lnTo>
                    <a:pt x="8039" y="11658"/>
                  </a:lnTo>
                  <a:lnTo>
                    <a:pt x="8050" y="11557"/>
                  </a:lnTo>
                  <a:lnTo>
                    <a:pt x="8050" y="11468"/>
                  </a:lnTo>
                  <a:lnTo>
                    <a:pt x="8050" y="11257"/>
                  </a:lnTo>
                  <a:lnTo>
                    <a:pt x="8006" y="11023"/>
                  </a:lnTo>
                  <a:lnTo>
                    <a:pt x="7950" y="10778"/>
                  </a:lnTo>
                  <a:lnTo>
                    <a:pt x="7872" y="10511"/>
                  </a:lnTo>
                  <a:lnTo>
                    <a:pt x="7772" y="10221"/>
                  </a:lnTo>
                  <a:lnTo>
                    <a:pt x="7649" y="9932"/>
                  </a:lnTo>
                  <a:lnTo>
                    <a:pt x="7516" y="9620"/>
                  </a:lnTo>
                  <a:lnTo>
                    <a:pt x="7215" y="8963"/>
                  </a:lnTo>
                  <a:lnTo>
                    <a:pt x="6870" y="8284"/>
                  </a:lnTo>
                  <a:lnTo>
                    <a:pt x="6135" y="6837"/>
                  </a:lnTo>
                  <a:lnTo>
                    <a:pt x="5779" y="6102"/>
                  </a:lnTo>
                  <a:lnTo>
                    <a:pt x="5601" y="5746"/>
                  </a:lnTo>
                  <a:lnTo>
                    <a:pt x="5445" y="5378"/>
                  </a:lnTo>
                  <a:lnTo>
                    <a:pt x="5289" y="5022"/>
                  </a:lnTo>
                  <a:lnTo>
                    <a:pt x="5156" y="4677"/>
                  </a:lnTo>
                  <a:lnTo>
                    <a:pt x="5033" y="4332"/>
                  </a:lnTo>
                  <a:lnTo>
                    <a:pt x="4922" y="3998"/>
                  </a:lnTo>
                  <a:lnTo>
                    <a:pt x="4833" y="3675"/>
                  </a:lnTo>
                  <a:lnTo>
                    <a:pt x="4766" y="3363"/>
                  </a:lnTo>
                  <a:lnTo>
                    <a:pt x="4721" y="3063"/>
                  </a:lnTo>
                  <a:lnTo>
                    <a:pt x="4699" y="2773"/>
                  </a:lnTo>
                  <a:lnTo>
                    <a:pt x="3686" y="636"/>
                  </a:lnTo>
                  <a:lnTo>
                    <a:pt x="3641" y="602"/>
                  </a:lnTo>
                  <a:lnTo>
                    <a:pt x="3530" y="502"/>
                  </a:lnTo>
                  <a:lnTo>
                    <a:pt x="3452" y="435"/>
                  </a:lnTo>
                  <a:lnTo>
                    <a:pt x="3352" y="368"/>
                  </a:lnTo>
                  <a:lnTo>
                    <a:pt x="3230" y="290"/>
                  </a:lnTo>
                  <a:lnTo>
                    <a:pt x="3096" y="224"/>
                  </a:lnTo>
                  <a:lnTo>
                    <a:pt x="2940" y="157"/>
                  </a:lnTo>
                  <a:lnTo>
                    <a:pt x="2773" y="90"/>
                  </a:lnTo>
                  <a:lnTo>
                    <a:pt x="2584" y="45"/>
                  </a:lnTo>
                  <a:lnTo>
                    <a:pt x="2372" y="12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rgbClr val="FFF6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1302930" y="4186653"/>
              <a:ext cx="188937" cy="292123"/>
            </a:xfrm>
            <a:custGeom>
              <a:rect b="b" l="l" r="r" t="t"/>
              <a:pathLst>
                <a:path extrusionOk="0" fill="none" h="12448" w="8051">
                  <a:moveTo>
                    <a:pt x="3686" y="636"/>
                  </a:moveTo>
                  <a:lnTo>
                    <a:pt x="3686" y="636"/>
                  </a:lnTo>
                  <a:lnTo>
                    <a:pt x="3641" y="602"/>
                  </a:lnTo>
                  <a:lnTo>
                    <a:pt x="3530" y="502"/>
                  </a:lnTo>
                  <a:lnTo>
                    <a:pt x="3452" y="435"/>
                  </a:lnTo>
                  <a:lnTo>
                    <a:pt x="3352" y="368"/>
                  </a:lnTo>
                  <a:lnTo>
                    <a:pt x="3230" y="290"/>
                  </a:lnTo>
                  <a:lnTo>
                    <a:pt x="3096" y="224"/>
                  </a:lnTo>
                  <a:lnTo>
                    <a:pt x="2940" y="157"/>
                  </a:lnTo>
                  <a:lnTo>
                    <a:pt x="2773" y="90"/>
                  </a:lnTo>
                  <a:lnTo>
                    <a:pt x="2584" y="45"/>
                  </a:lnTo>
                  <a:lnTo>
                    <a:pt x="2372" y="12"/>
                  </a:lnTo>
                  <a:lnTo>
                    <a:pt x="2150" y="1"/>
                  </a:lnTo>
                  <a:lnTo>
                    <a:pt x="1916" y="12"/>
                  </a:lnTo>
                  <a:lnTo>
                    <a:pt x="1660" y="45"/>
                  </a:lnTo>
                  <a:lnTo>
                    <a:pt x="1381" y="101"/>
                  </a:lnTo>
                  <a:lnTo>
                    <a:pt x="1381" y="101"/>
                  </a:lnTo>
                  <a:lnTo>
                    <a:pt x="1270" y="135"/>
                  </a:lnTo>
                  <a:lnTo>
                    <a:pt x="1159" y="179"/>
                  </a:lnTo>
                  <a:lnTo>
                    <a:pt x="1059" y="235"/>
                  </a:lnTo>
                  <a:lnTo>
                    <a:pt x="947" y="302"/>
                  </a:lnTo>
                  <a:lnTo>
                    <a:pt x="858" y="368"/>
                  </a:lnTo>
                  <a:lnTo>
                    <a:pt x="758" y="457"/>
                  </a:lnTo>
                  <a:lnTo>
                    <a:pt x="669" y="535"/>
                  </a:lnTo>
                  <a:lnTo>
                    <a:pt x="580" y="636"/>
                  </a:lnTo>
                  <a:lnTo>
                    <a:pt x="502" y="725"/>
                  </a:lnTo>
                  <a:lnTo>
                    <a:pt x="435" y="836"/>
                  </a:lnTo>
                  <a:lnTo>
                    <a:pt x="357" y="936"/>
                  </a:lnTo>
                  <a:lnTo>
                    <a:pt x="301" y="1047"/>
                  </a:lnTo>
                  <a:lnTo>
                    <a:pt x="246" y="1170"/>
                  </a:lnTo>
                  <a:lnTo>
                    <a:pt x="201" y="1281"/>
                  </a:lnTo>
                  <a:lnTo>
                    <a:pt x="157" y="1404"/>
                  </a:lnTo>
                  <a:lnTo>
                    <a:pt x="134" y="1526"/>
                  </a:lnTo>
                  <a:lnTo>
                    <a:pt x="134" y="1526"/>
                  </a:lnTo>
                  <a:lnTo>
                    <a:pt x="79" y="1782"/>
                  </a:lnTo>
                  <a:lnTo>
                    <a:pt x="45" y="2038"/>
                  </a:lnTo>
                  <a:lnTo>
                    <a:pt x="23" y="2294"/>
                  </a:lnTo>
                  <a:lnTo>
                    <a:pt x="1" y="2562"/>
                  </a:lnTo>
                  <a:lnTo>
                    <a:pt x="1" y="2840"/>
                  </a:lnTo>
                  <a:lnTo>
                    <a:pt x="1" y="3129"/>
                  </a:lnTo>
                  <a:lnTo>
                    <a:pt x="23" y="3419"/>
                  </a:lnTo>
                  <a:lnTo>
                    <a:pt x="45" y="3719"/>
                  </a:lnTo>
                  <a:lnTo>
                    <a:pt x="79" y="4031"/>
                  </a:lnTo>
                  <a:lnTo>
                    <a:pt x="123" y="4354"/>
                  </a:lnTo>
                  <a:lnTo>
                    <a:pt x="179" y="4699"/>
                  </a:lnTo>
                  <a:lnTo>
                    <a:pt x="246" y="5044"/>
                  </a:lnTo>
                  <a:lnTo>
                    <a:pt x="402" y="5790"/>
                  </a:lnTo>
                  <a:lnTo>
                    <a:pt x="591" y="6603"/>
                  </a:lnTo>
                  <a:lnTo>
                    <a:pt x="591" y="6603"/>
                  </a:lnTo>
                  <a:lnTo>
                    <a:pt x="680" y="6937"/>
                  </a:lnTo>
                  <a:lnTo>
                    <a:pt x="791" y="7282"/>
                  </a:lnTo>
                  <a:lnTo>
                    <a:pt x="914" y="7616"/>
                  </a:lnTo>
                  <a:lnTo>
                    <a:pt x="1047" y="7950"/>
                  </a:lnTo>
                  <a:lnTo>
                    <a:pt x="1192" y="8273"/>
                  </a:lnTo>
                  <a:lnTo>
                    <a:pt x="1348" y="8585"/>
                  </a:lnTo>
                  <a:lnTo>
                    <a:pt x="1526" y="8896"/>
                  </a:lnTo>
                  <a:lnTo>
                    <a:pt x="1704" y="9197"/>
                  </a:lnTo>
                  <a:lnTo>
                    <a:pt x="1894" y="9487"/>
                  </a:lnTo>
                  <a:lnTo>
                    <a:pt x="2094" y="9776"/>
                  </a:lnTo>
                  <a:lnTo>
                    <a:pt x="2305" y="10043"/>
                  </a:lnTo>
                  <a:lnTo>
                    <a:pt x="2517" y="10310"/>
                  </a:lnTo>
                  <a:lnTo>
                    <a:pt x="2740" y="10555"/>
                  </a:lnTo>
                  <a:lnTo>
                    <a:pt x="2973" y="10789"/>
                  </a:lnTo>
                  <a:lnTo>
                    <a:pt x="3218" y="11023"/>
                  </a:lnTo>
                  <a:lnTo>
                    <a:pt x="3463" y="11234"/>
                  </a:lnTo>
                  <a:lnTo>
                    <a:pt x="3708" y="11424"/>
                  </a:lnTo>
                  <a:lnTo>
                    <a:pt x="3964" y="11613"/>
                  </a:lnTo>
                  <a:lnTo>
                    <a:pt x="4220" y="11780"/>
                  </a:lnTo>
                  <a:lnTo>
                    <a:pt x="4476" y="11925"/>
                  </a:lnTo>
                  <a:lnTo>
                    <a:pt x="4744" y="12058"/>
                  </a:lnTo>
                  <a:lnTo>
                    <a:pt x="5011" y="12170"/>
                  </a:lnTo>
                  <a:lnTo>
                    <a:pt x="5278" y="12270"/>
                  </a:lnTo>
                  <a:lnTo>
                    <a:pt x="5545" y="12348"/>
                  </a:lnTo>
                  <a:lnTo>
                    <a:pt x="5812" y="12403"/>
                  </a:lnTo>
                  <a:lnTo>
                    <a:pt x="6080" y="12437"/>
                  </a:lnTo>
                  <a:lnTo>
                    <a:pt x="6347" y="12448"/>
                  </a:lnTo>
                  <a:lnTo>
                    <a:pt x="6614" y="12437"/>
                  </a:lnTo>
                  <a:lnTo>
                    <a:pt x="6881" y="12415"/>
                  </a:lnTo>
                  <a:lnTo>
                    <a:pt x="7137" y="12359"/>
                  </a:lnTo>
                  <a:lnTo>
                    <a:pt x="7393" y="12281"/>
                  </a:lnTo>
                  <a:lnTo>
                    <a:pt x="7649" y="12170"/>
                  </a:lnTo>
                  <a:lnTo>
                    <a:pt x="7649" y="12170"/>
                  </a:lnTo>
                  <a:lnTo>
                    <a:pt x="7727" y="12125"/>
                  </a:lnTo>
                  <a:lnTo>
                    <a:pt x="7794" y="12081"/>
                  </a:lnTo>
                  <a:lnTo>
                    <a:pt x="7861" y="12025"/>
                  </a:lnTo>
                  <a:lnTo>
                    <a:pt x="7917" y="11958"/>
                  </a:lnTo>
                  <a:lnTo>
                    <a:pt x="7950" y="11891"/>
                  </a:lnTo>
                  <a:lnTo>
                    <a:pt x="7995" y="11825"/>
                  </a:lnTo>
                  <a:lnTo>
                    <a:pt x="8017" y="11735"/>
                  </a:lnTo>
                  <a:lnTo>
                    <a:pt x="8039" y="11658"/>
                  </a:lnTo>
                  <a:lnTo>
                    <a:pt x="8050" y="11557"/>
                  </a:lnTo>
                  <a:lnTo>
                    <a:pt x="8050" y="11468"/>
                  </a:lnTo>
                  <a:lnTo>
                    <a:pt x="8050" y="11257"/>
                  </a:lnTo>
                  <a:lnTo>
                    <a:pt x="8006" y="11023"/>
                  </a:lnTo>
                  <a:lnTo>
                    <a:pt x="7950" y="10778"/>
                  </a:lnTo>
                  <a:lnTo>
                    <a:pt x="7872" y="10511"/>
                  </a:lnTo>
                  <a:lnTo>
                    <a:pt x="7772" y="10221"/>
                  </a:lnTo>
                  <a:lnTo>
                    <a:pt x="7649" y="9932"/>
                  </a:lnTo>
                  <a:lnTo>
                    <a:pt x="7516" y="9620"/>
                  </a:lnTo>
                  <a:lnTo>
                    <a:pt x="7215" y="8963"/>
                  </a:lnTo>
                  <a:lnTo>
                    <a:pt x="6870" y="8284"/>
                  </a:lnTo>
                  <a:lnTo>
                    <a:pt x="6135" y="6837"/>
                  </a:lnTo>
                  <a:lnTo>
                    <a:pt x="5779" y="6102"/>
                  </a:lnTo>
                  <a:lnTo>
                    <a:pt x="5601" y="5746"/>
                  </a:lnTo>
                  <a:lnTo>
                    <a:pt x="5445" y="5378"/>
                  </a:lnTo>
                  <a:lnTo>
                    <a:pt x="5289" y="5022"/>
                  </a:lnTo>
                  <a:lnTo>
                    <a:pt x="5156" y="4677"/>
                  </a:lnTo>
                  <a:lnTo>
                    <a:pt x="5033" y="4332"/>
                  </a:lnTo>
                  <a:lnTo>
                    <a:pt x="4922" y="3998"/>
                  </a:lnTo>
                  <a:lnTo>
                    <a:pt x="4833" y="3675"/>
                  </a:lnTo>
                  <a:lnTo>
                    <a:pt x="4766" y="3363"/>
                  </a:lnTo>
                  <a:lnTo>
                    <a:pt x="4721" y="3063"/>
                  </a:lnTo>
                  <a:lnTo>
                    <a:pt x="4699" y="27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1563959" y="3878877"/>
              <a:ext cx="125950" cy="290293"/>
            </a:xfrm>
            <a:custGeom>
              <a:rect b="b" l="l" r="r" t="t"/>
              <a:pathLst>
                <a:path extrusionOk="0" h="12370" w="5367">
                  <a:moveTo>
                    <a:pt x="2060" y="1"/>
                  </a:moveTo>
                  <a:lnTo>
                    <a:pt x="1815" y="12"/>
                  </a:lnTo>
                  <a:lnTo>
                    <a:pt x="1559" y="45"/>
                  </a:lnTo>
                  <a:lnTo>
                    <a:pt x="1280" y="112"/>
                  </a:lnTo>
                  <a:lnTo>
                    <a:pt x="1169" y="146"/>
                  </a:lnTo>
                  <a:lnTo>
                    <a:pt x="1058" y="190"/>
                  </a:lnTo>
                  <a:lnTo>
                    <a:pt x="958" y="246"/>
                  </a:lnTo>
                  <a:lnTo>
                    <a:pt x="857" y="301"/>
                  </a:lnTo>
                  <a:lnTo>
                    <a:pt x="757" y="379"/>
                  </a:lnTo>
                  <a:lnTo>
                    <a:pt x="657" y="457"/>
                  </a:lnTo>
                  <a:lnTo>
                    <a:pt x="568" y="546"/>
                  </a:lnTo>
                  <a:lnTo>
                    <a:pt x="490" y="635"/>
                  </a:lnTo>
                  <a:lnTo>
                    <a:pt x="401" y="736"/>
                  </a:lnTo>
                  <a:lnTo>
                    <a:pt x="334" y="836"/>
                  </a:lnTo>
                  <a:lnTo>
                    <a:pt x="267" y="947"/>
                  </a:lnTo>
                  <a:lnTo>
                    <a:pt x="201" y="1058"/>
                  </a:lnTo>
                  <a:lnTo>
                    <a:pt x="145" y="1170"/>
                  </a:lnTo>
                  <a:lnTo>
                    <a:pt x="100" y="1292"/>
                  </a:lnTo>
                  <a:lnTo>
                    <a:pt x="67" y="1404"/>
                  </a:lnTo>
                  <a:lnTo>
                    <a:pt x="34" y="1526"/>
                  </a:lnTo>
                  <a:lnTo>
                    <a:pt x="11" y="1660"/>
                  </a:lnTo>
                  <a:lnTo>
                    <a:pt x="0" y="1782"/>
                  </a:lnTo>
                  <a:lnTo>
                    <a:pt x="0" y="1916"/>
                  </a:lnTo>
                  <a:lnTo>
                    <a:pt x="0" y="2049"/>
                  </a:lnTo>
                  <a:lnTo>
                    <a:pt x="11" y="2183"/>
                  </a:lnTo>
                  <a:lnTo>
                    <a:pt x="34" y="2317"/>
                  </a:lnTo>
                  <a:lnTo>
                    <a:pt x="89" y="2595"/>
                  </a:lnTo>
                  <a:lnTo>
                    <a:pt x="167" y="2884"/>
                  </a:lnTo>
                  <a:lnTo>
                    <a:pt x="267" y="3174"/>
                  </a:lnTo>
                  <a:lnTo>
                    <a:pt x="490" y="3808"/>
                  </a:lnTo>
                  <a:lnTo>
                    <a:pt x="601" y="4142"/>
                  </a:lnTo>
                  <a:lnTo>
                    <a:pt x="713" y="4499"/>
                  </a:lnTo>
                  <a:lnTo>
                    <a:pt x="813" y="4866"/>
                  </a:lnTo>
                  <a:lnTo>
                    <a:pt x="913" y="5245"/>
                  </a:lnTo>
                  <a:lnTo>
                    <a:pt x="980" y="5645"/>
                  </a:lnTo>
                  <a:lnTo>
                    <a:pt x="1013" y="5846"/>
                  </a:lnTo>
                  <a:lnTo>
                    <a:pt x="1036" y="6057"/>
                  </a:lnTo>
                  <a:lnTo>
                    <a:pt x="1047" y="6269"/>
                  </a:lnTo>
                  <a:lnTo>
                    <a:pt x="1058" y="6492"/>
                  </a:lnTo>
                  <a:lnTo>
                    <a:pt x="1058" y="6714"/>
                  </a:lnTo>
                  <a:lnTo>
                    <a:pt x="1047" y="6948"/>
                  </a:lnTo>
                  <a:lnTo>
                    <a:pt x="1047" y="7137"/>
                  </a:lnTo>
                  <a:lnTo>
                    <a:pt x="1047" y="7338"/>
                  </a:lnTo>
                  <a:lnTo>
                    <a:pt x="1058" y="7549"/>
                  </a:lnTo>
                  <a:lnTo>
                    <a:pt x="1080" y="7761"/>
                  </a:lnTo>
                  <a:lnTo>
                    <a:pt x="1102" y="7983"/>
                  </a:lnTo>
                  <a:lnTo>
                    <a:pt x="1147" y="8206"/>
                  </a:lnTo>
                  <a:lnTo>
                    <a:pt x="1191" y="8429"/>
                  </a:lnTo>
                  <a:lnTo>
                    <a:pt x="1247" y="8651"/>
                  </a:lnTo>
                  <a:lnTo>
                    <a:pt x="1303" y="8885"/>
                  </a:lnTo>
                  <a:lnTo>
                    <a:pt x="1370" y="9108"/>
                  </a:lnTo>
                  <a:lnTo>
                    <a:pt x="1447" y="9342"/>
                  </a:lnTo>
                  <a:lnTo>
                    <a:pt x="1537" y="9564"/>
                  </a:lnTo>
                  <a:lnTo>
                    <a:pt x="1614" y="9787"/>
                  </a:lnTo>
                  <a:lnTo>
                    <a:pt x="1715" y="10010"/>
                  </a:lnTo>
                  <a:lnTo>
                    <a:pt x="1815" y="10221"/>
                  </a:lnTo>
                  <a:lnTo>
                    <a:pt x="1926" y="10433"/>
                  </a:lnTo>
                  <a:lnTo>
                    <a:pt x="2038" y="10633"/>
                  </a:lnTo>
                  <a:lnTo>
                    <a:pt x="2149" y="10834"/>
                  </a:lnTo>
                  <a:lnTo>
                    <a:pt x="2271" y="11023"/>
                  </a:lnTo>
                  <a:lnTo>
                    <a:pt x="2394" y="11201"/>
                  </a:lnTo>
                  <a:lnTo>
                    <a:pt x="2527" y="11379"/>
                  </a:lnTo>
                  <a:lnTo>
                    <a:pt x="2661" y="11535"/>
                  </a:lnTo>
                  <a:lnTo>
                    <a:pt x="2795" y="11691"/>
                  </a:lnTo>
                  <a:lnTo>
                    <a:pt x="2939" y="11824"/>
                  </a:lnTo>
                  <a:lnTo>
                    <a:pt x="3084" y="11947"/>
                  </a:lnTo>
                  <a:lnTo>
                    <a:pt x="3229" y="12058"/>
                  </a:lnTo>
                  <a:lnTo>
                    <a:pt x="3385" y="12147"/>
                  </a:lnTo>
                  <a:lnTo>
                    <a:pt x="3541" y="12225"/>
                  </a:lnTo>
                  <a:lnTo>
                    <a:pt x="3696" y="12292"/>
                  </a:lnTo>
                  <a:lnTo>
                    <a:pt x="3852" y="12337"/>
                  </a:lnTo>
                  <a:lnTo>
                    <a:pt x="4008" y="12359"/>
                  </a:lnTo>
                  <a:lnTo>
                    <a:pt x="4164" y="12370"/>
                  </a:lnTo>
                  <a:lnTo>
                    <a:pt x="4242" y="12359"/>
                  </a:lnTo>
                  <a:lnTo>
                    <a:pt x="4320" y="12348"/>
                  </a:lnTo>
                  <a:lnTo>
                    <a:pt x="4398" y="12314"/>
                  </a:lnTo>
                  <a:lnTo>
                    <a:pt x="4465" y="12281"/>
                  </a:lnTo>
                  <a:lnTo>
                    <a:pt x="4531" y="12236"/>
                  </a:lnTo>
                  <a:lnTo>
                    <a:pt x="4587" y="12192"/>
                  </a:lnTo>
                  <a:lnTo>
                    <a:pt x="4654" y="12125"/>
                  </a:lnTo>
                  <a:lnTo>
                    <a:pt x="4710" y="12058"/>
                  </a:lnTo>
                  <a:lnTo>
                    <a:pt x="4810" y="11902"/>
                  </a:lnTo>
                  <a:lnTo>
                    <a:pt x="4910" y="11702"/>
                  </a:lnTo>
                  <a:lnTo>
                    <a:pt x="4988" y="11490"/>
                  </a:lnTo>
                  <a:lnTo>
                    <a:pt x="5066" y="11246"/>
                  </a:lnTo>
                  <a:lnTo>
                    <a:pt x="5121" y="10967"/>
                  </a:lnTo>
                  <a:lnTo>
                    <a:pt x="5177" y="10678"/>
                  </a:lnTo>
                  <a:lnTo>
                    <a:pt x="5233" y="10366"/>
                  </a:lnTo>
                  <a:lnTo>
                    <a:pt x="5266" y="10043"/>
                  </a:lnTo>
                  <a:lnTo>
                    <a:pt x="5300" y="9698"/>
                  </a:lnTo>
                  <a:lnTo>
                    <a:pt x="5322" y="9331"/>
                  </a:lnTo>
                  <a:lnTo>
                    <a:pt x="5355" y="8574"/>
                  </a:lnTo>
                  <a:lnTo>
                    <a:pt x="5366" y="7783"/>
                  </a:lnTo>
                  <a:lnTo>
                    <a:pt x="5355" y="6970"/>
                  </a:lnTo>
                  <a:lnTo>
                    <a:pt x="5344" y="6158"/>
                  </a:lnTo>
                  <a:lnTo>
                    <a:pt x="5311" y="5356"/>
                  </a:lnTo>
                  <a:lnTo>
                    <a:pt x="5255" y="3853"/>
                  </a:lnTo>
                  <a:lnTo>
                    <a:pt x="5222" y="3174"/>
                  </a:lnTo>
                  <a:lnTo>
                    <a:pt x="5211" y="2573"/>
                  </a:lnTo>
                  <a:lnTo>
                    <a:pt x="3585" y="647"/>
                  </a:lnTo>
                  <a:lnTo>
                    <a:pt x="3552" y="602"/>
                  </a:lnTo>
                  <a:lnTo>
                    <a:pt x="3440" y="502"/>
                  </a:lnTo>
                  <a:lnTo>
                    <a:pt x="3351" y="435"/>
                  </a:lnTo>
                  <a:lnTo>
                    <a:pt x="3251" y="368"/>
                  </a:lnTo>
                  <a:lnTo>
                    <a:pt x="3140" y="290"/>
                  </a:lnTo>
                  <a:lnTo>
                    <a:pt x="2995" y="223"/>
                  </a:lnTo>
                  <a:lnTo>
                    <a:pt x="2850" y="157"/>
                  </a:lnTo>
                  <a:lnTo>
                    <a:pt x="2672" y="101"/>
                  </a:lnTo>
                  <a:lnTo>
                    <a:pt x="2483" y="56"/>
                  </a:lnTo>
                  <a:lnTo>
                    <a:pt x="2282" y="23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rgbClr val="FFF6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1563959" y="3878877"/>
              <a:ext cx="125950" cy="290293"/>
            </a:xfrm>
            <a:custGeom>
              <a:rect b="b" l="l" r="r" t="t"/>
              <a:pathLst>
                <a:path extrusionOk="0" fill="none" h="12370" w="5367">
                  <a:moveTo>
                    <a:pt x="3585" y="647"/>
                  </a:moveTo>
                  <a:lnTo>
                    <a:pt x="3585" y="647"/>
                  </a:lnTo>
                  <a:lnTo>
                    <a:pt x="3552" y="602"/>
                  </a:lnTo>
                  <a:lnTo>
                    <a:pt x="3440" y="502"/>
                  </a:lnTo>
                  <a:lnTo>
                    <a:pt x="3351" y="435"/>
                  </a:lnTo>
                  <a:lnTo>
                    <a:pt x="3251" y="368"/>
                  </a:lnTo>
                  <a:lnTo>
                    <a:pt x="3140" y="290"/>
                  </a:lnTo>
                  <a:lnTo>
                    <a:pt x="2995" y="223"/>
                  </a:lnTo>
                  <a:lnTo>
                    <a:pt x="2850" y="157"/>
                  </a:lnTo>
                  <a:lnTo>
                    <a:pt x="2672" y="101"/>
                  </a:lnTo>
                  <a:lnTo>
                    <a:pt x="2483" y="56"/>
                  </a:lnTo>
                  <a:lnTo>
                    <a:pt x="2282" y="23"/>
                  </a:lnTo>
                  <a:lnTo>
                    <a:pt x="2060" y="1"/>
                  </a:lnTo>
                  <a:lnTo>
                    <a:pt x="1815" y="12"/>
                  </a:lnTo>
                  <a:lnTo>
                    <a:pt x="1559" y="45"/>
                  </a:lnTo>
                  <a:lnTo>
                    <a:pt x="1280" y="112"/>
                  </a:lnTo>
                  <a:lnTo>
                    <a:pt x="1280" y="112"/>
                  </a:lnTo>
                  <a:lnTo>
                    <a:pt x="1169" y="146"/>
                  </a:lnTo>
                  <a:lnTo>
                    <a:pt x="1058" y="190"/>
                  </a:lnTo>
                  <a:lnTo>
                    <a:pt x="958" y="246"/>
                  </a:lnTo>
                  <a:lnTo>
                    <a:pt x="857" y="301"/>
                  </a:lnTo>
                  <a:lnTo>
                    <a:pt x="757" y="379"/>
                  </a:lnTo>
                  <a:lnTo>
                    <a:pt x="657" y="457"/>
                  </a:lnTo>
                  <a:lnTo>
                    <a:pt x="568" y="546"/>
                  </a:lnTo>
                  <a:lnTo>
                    <a:pt x="490" y="635"/>
                  </a:lnTo>
                  <a:lnTo>
                    <a:pt x="401" y="736"/>
                  </a:lnTo>
                  <a:lnTo>
                    <a:pt x="334" y="836"/>
                  </a:lnTo>
                  <a:lnTo>
                    <a:pt x="267" y="947"/>
                  </a:lnTo>
                  <a:lnTo>
                    <a:pt x="201" y="1058"/>
                  </a:lnTo>
                  <a:lnTo>
                    <a:pt x="145" y="1170"/>
                  </a:lnTo>
                  <a:lnTo>
                    <a:pt x="100" y="1292"/>
                  </a:lnTo>
                  <a:lnTo>
                    <a:pt x="67" y="1404"/>
                  </a:lnTo>
                  <a:lnTo>
                    <a:pt x="34" y="1526"/>
                  </a:lnTo>
                  <a:lnTo>
                    <a:pt x="34" y="1526"/>
                  </a:lnTo>
                  <a:lnTo>
                    <a:pt x="11" y="1660"/>
                  </a:lnTo>
                  <a:lnTo>
                    <a:pt x="0" y="1782"/>
                  </a:lnTo>
                  <a:lnTo>
                    <a:pt x="0" y="1916"/>
                  </a:lnTo>
                  <a:lnTo>
                    <a:pt x="0" y="2049"/>
                  </a:lnTo>
                  <a:lnTo>
                    <a:pt x="11" y="2183"/>
                  </a:lnTo>
                  <a:lnTo>
                    <a:pt x="34" y="2317"/>
                  </a:lnTo>
                  <a:lnTo>
                    <a:pt x="89" y="2595"/>
                  </a:lnTo>
                  <a:lnTo>
                    <a:pt x="167" y="2884"/>
                  </a:lnTo>
                  <a:lnTo>
                    <a:pt x="267" y="3174"/>
                  </a:lnTo>
                  <a:lnTo>
                    <a:pt x="490" y="3808"/>
                  </a:lnTo>
                  <a:lnTo>
                    <a:pt x="601" y="4142"/>
                  </a:lnTo>
                  <a:lnTo>
                    <a:pt x="713" y="4499"/>
                  </a:lnTo>
                  <a:lnTo>
                    <a:pt x="813" y="4866"/>
                  </a:lnTo>
                  <a:lnTo>
                    <a:pt x="913" y="5245"/>
                  </a:lnTo>
                  <a:lnTo>
                    <a:pt x="980" y="5645"/>
                  </a:lnTo>
                  <a:lnTo>
                    <a:pt x="1013" y="5846"/>
                  </a:lnTo>
                  <a:lnTo>
                    <a:pt x="1036" y="6057"/>
                  </a:lnTo>
                  <a:lnTo>
                    <a:pt x="1047" y="6269"/>
                  </a:lnTo>
                  <a:lnTo>
                    <a:pt x="1058" y="6492"/>
                  </a:lnTo>
                  <a:lnTo>
                    <a:pt x="1058" y="6714"/>
                  </a:lnTo>
                  <a:lnTo>
                    <a:pt x="1047" y="6948"/>
                  </a:lnTo>
                  <a:lnTo>
                    <a:pt x="1047" y="6948"/>
                  </a:lnTo>
                  <a:lnTo>
                    <a:pt x="1047" y="7137"/>
                  </a:lnTo>
                  <a:lnTo>
                    <a:pt x="1047" y="7338"/>
                  </a:lnTo>
                  <a:lnTo>
                    <a:pt x="1058" y="7549"/>
                  </a:lnTo>
                  <a:lnTo>
                    <a:pt x="1080" y="7761"/>
                  </a:lnTo>
                  <a:lnTo>
                    <a:pt x="1102" y="7983"/>
                  </a:lnTo>
                  <a:lnTo>
                    <a:pt x="1147" y="8206"/>
                  </a:lnTo>
                  <a:lnTo>
                    <a:pt x="1191" y="8429"/>
                  </a:lnTo>
                  <a:lnTo>
                    <a:pt x="1247" y="8651"/>
                  </a:lnTo>
                  <a:lnTo>
                    <a:pt x="1303" y="8885"/>
                  </a:lnTo>
                  <a:lnTo>
                    <a:pt x="1370" y="9108"/>
                  </a:lnTo>
                  <a:lnTo>
                    <a:pt x="1447" y="9342"/>
                  </a:lnTo>
                  <a:lnTo>
                    <a:pt x="1537" y="9564"/>
                  </a:lnTo>
                  <a:lnTo>
                    <a:pt x="1614" y="9787"/>
                  </a:lnTo>
                  <a:lnTo>
                    <a:pt x="1715" y="10010"/>
                  </a:lnTo>
                  <a:lnTo>
                    <a:pt x="1815" y="10221"/>
                  </a:lnTo>
                  <a:lnTo>
                    <a:pt x="1926" y="10433"/>
                  </a:lnTo>
                  <a:lnTo>
                    <a:pt x="2038" y="10633"/>
                  </a:lnTo>
                  <a:lnTo>
                    <a:pt x="2149" y="10834"/>
                  </a:lnTo>
                  <a:lnTo>
                    <a:pt x="2271" y="11023"/>
                  </a:lnTo>
                  <a:lnTo>
                    <a:pt x="2394" y="11201"/>
                  </a:lnTo>
                  <a:lnTo>
                    <a:pt x="2527" y="11379"/>
                  </a:lnTo>
                  <a:lnTo>
                    <a:pt x="2661" y="11535"/>
                  </a:lnTo>
                  <a:lnTo>
                    <a:pt x="2795" y="11691"/>
                  </a:lnTo>
                  <a:lnTo>
                    <a:pt x="2939" y="11824"/>
                  </a:lnTo>
                  <a:lnTo>
                    <a:pt x="3084" y="11947"/>
                  </a:lnTo>
                  <a:lnTo>
                    <a:pt x="3229" y="12058"/>
                  </a:lnTo>
                  <a:lnTo>
                    <a:pt x="3385" y="12147"/>
                  </a:lnTo>
                  <a:lnTo>
                    <a:pt x="3541" y="12225"/>
                  </a:lnTo>
                  <a:lnTo>
                    <a:pt x="3696" y="12292"/>
                  </a:lnTo>
                  <a:lnTo>
                    <a:pt x="3852" y="12337"/>
                  </a:lnTo>
                  <a:lnTo>
                    <a:pt x="4008" y="12359"/>
                  </a:lnTo>
                  <a:lnTo>
                    <a:pt x="4164" y="12370"/>
                  </a:lnTo>
                  <a:lnTo>
                    <a:pt x="4164" y="12370"/>
                  </a:lnTo>
                  <a:lnTo>
                    <a:pt x="4242" y="12359"/>
                  </a:lnTo>
                  <a:lnTo>
                    <a:pt x="4320" y="12348"/>
                  </a:lnTo>
                  <a:lnTo>
                    <a:pt x="4398" y="12314"/>
                  </a:lnTo>
                  <a:lnTo>
                    <a:pt x="4465" y="12281"/>
                  </a:lnTo>
                  <a:lnTo>
                    <a:pt x="4531" y="12236"/>
                  </a:lnTo>
                  <a:lnTo>
                    <a:pt x="4587" y="12192"/>
                  </a:lnTo>
                  <a:lnTo>
                    <a:pt x="4654" y="12125"/>
                  </a:lnTo>
                  <a:lnTo>
                    <a:pt x="4710" y="12058"/>
                  </a:lnTo>
                  <a:lnTo>
                    <a:pt x="4810" y="11902"/>
                  </a:lnTo>
                  <a:lnTo>
                    <a:pt x="4910" y="11702"/>
                  </a:lnTo>
                  <a:lnTo>
                    <a:pt x="4988" y="11490"/>
                  </a:lnTo>
                  <a:lnTo>
                    <a:pt x="5066" y="11246"/>
                  </a:lnTo>
                  <a:lnTo>
                    <a:pt x="5121" y="10967"/>
                  </a:lnTo>
                  <a:lnTo>
                    <a:pt x="5177" y="10678"/>
                  </a:lnTo>
                  <a:lnTo>
                    <a:pt x="5233" y="10366"/>
                  </a:lnTo>
                  <a:lnTo>
                    <a:pt x="5266" y="10043"/>
                  </a:lnTo>
                  <a:lnTo>
                    <a:pt x="5300" y="9698"/>
                  </a:lnTo>
                  <a:lnTo>
                    <a:pt x="5322" y="9331"/>
                  </a:lnTo>
                  <a:lnTo>
                    <a:pt x="5355" y="8574"/>
                  </a:lnTo>
                  <a:lnTo>
                    <a:pt x="5366" y="7783"/>
                  </a:lnTo>
                  <a:lnTo>
                    <a:pt x="5355" y="6970"/>
                  </a:lnTo>
                  <a:lnTo>
                    <a:pt x="5344" y="6158"/>
                  </a:lnTo>
                  <a:lnTo>
                    <a:pt x="5311" y="5356"/>
                  </a:lnTo>
                  <a:lnTo>
                    <a:pt x="5255" y="3853"/>
                  </a:lnTo>
                  <a:lnTo>
                    <a:pt x="5222" y="3174"/>
                  </a:lnTo>
                  <a:lnTo>
                    <a:pt x="5211" y="25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1596344" y="3482276"/>
              <a:ext cx="270181" cy="587110"/>
            </a:xfrm>
            <a:custGeom>
              <a:rect b="b" l="l" r="r" t="t"/>
              <a:pathLst>
                <a:path extrusionOk="0" h="25018" w="11513">
                  <a:moveTo>
                    <a:pt x="11513" y="0"/>
                  </a:moveTo>
                  <a:lnTo>
                    <a:pt x="2216" y="1370"/>
                  </a:lnTo>
                  <a:lnTo>
                    <a:pt x="1982" y="4877"/>
                  </a:lnTo>
                  <a:lnTo>
                    <a:pt x="1737" y="8484"/>
                  </a:lnTo>
                  <a:lnTo>
                    <a:pt x="1437" y="12614"/>
                  </a:lnTo>
                  <a:lnTo>
                    <a:pt x="1392" y="13193"/>
                  </a:lnTo>
                  <a:lnTo>
                    <a:pt x="1359" y="13895"/>
                  </a:lnTo>
                  <a:lnTo>
                    <a:pt x="1292" y="15565"/>
                  </a:lnTo>
                  <a:lnTo>
                    <a:pt x="1270" y="15799"/>
                  </a:lnTo>
                  <a:lnTo>
                    <a:pt x="1236" y="16032"/>
                  </a:lnTo>
                  <a:lnTo>
                    <a:pt x="1192" y="16266"/>
                  </a:lnTo>
                  <a:lnTo>
                    <a:pt x="1125" y="16489"/>
                  </a:lnTo>
                  <a:lnTo>
                    <a:pt x="1047" y="16712"/>
                  </a:lnTo>
                  <a:lnTo>
                    <a:pt x="958" y="16923"/>
                  </a:lnTo>
                  <a:lnTo>
                    <a:pt x="847" y="17123"/>
                  </a:lnTo>
                  <a:lnTo>
                    <a:pt x="713" y="17324"/>
                  </a:lnTo>
                  <a:lnTo>
                    <a:pt x="646" y="17413"/>
                  </a:lnTo>
                  <a:lnTo>
                    <a:pt x="568" y="17480"/>
                  </a:lnTo>
                  <a:lnTo>
                    <a:pt x="390" y="17624"/>
                  </a:lnTo>
                  <a:lnTo>
                    <a:pt x="301" y="17702"/>
                  </a:lnTo>
                  <a:lnTo>
                    <a:pt x="212" y="17803"/>
                  </a:lnTo>
                  <a:lnTo>
                    <a:pt x="134" y="17925"/>
                  </a:lnTo>
                  <a:lnTo>
                    <a:pt x="101" y="17992"/>
                  </a:lnTo>
                  <a:lnTo>
                    <a:pt x="79" y="18081"/>
                  </a:lnTo>
                  <a:lnTo>
                    <a:pt x="45" y="18181"/>
                  </a:lnTo>
                  <a:lnTo>
                    <a:pt x="23" y="18292"/>
                  </a:lnTo>
                  <a:lnTo>
                    <a:pt x="12" y="18404"/>
                  </a:lnTo>
                  <a:lnTo>
                    <a:pt x="1" y="18526"/>
                  </a:lnTo>
                  <a:lnTo>
                    <a:pt x="1" y="18771"/>
                  </a:lnTo>
                  <a:lnTo>
                    <a:pt x="23" y="19038"/>
                  </a:lnTo>
                  <a:lnTo>
                    <a:pt x="67" y="19306"/>
                  </a:lnTo>
                  <a:lnTo>
                    <a:pt x="134" y="19584"/>
                  </a:lnTo>
                  <a:lnTo>
                    <a:pt x="201" y="19873"/>
                  </a:lnTo>
                  <a:lnTo>
                    <a:pt x="290" y="20174"/>
                  </a:lnTo>
                  <a:lnTo>
                    <a:pt x="479" y="20764"/>
                  </a:lnTo>
                  <a:lnTo>
                    <a:pt x="669" y="21354"/>
                  </a:lnTo>
                  <a:lnTo>
                    <a:pt x="858" y="21922"/>
                  </a:lnTo>
                  <a:lnTo>
                    <a:pt x="936" y="22189"/>
                  </a:lnTo>
                  <a:lnTo>
                    <a:pt x="1003" y="22456"/>
                  </a:lnTo>
                  <a:lnTo>
                    <a:pt x="1092" y="22801"/>
                  </a:lnTo>
                  <a:lnTo>
                    <a:pt x="1192" y="23113"/>
                  </a:lnTo>
                  <a:lnTo>
                    <a:pt x="1292" y="23414"/>
                  </a:lnTo>
                  <a:lnTo>
                    <a:pt x="1403" y="23670"/>
                  </a:lnTo>
                  <a:lnTo>
                    <a:pt x="1515" y="23915"/>
                  </a:lnTo>
                  <a:lnTo>
                    <a:pt x="1626" y="24126"/>
                  </a:lnTo>
                  <a:lnTo>
                    <a:pt x="1737" y="24304"/>
                  </a:lnTo>
                  <a:lnTo>
                    <a:pt x="1860" y="24471"/>
                  </a:lnTo>
                  <a:lnTo>
                    <a:pt x="1982" y="24616"/>
                  </a:lnTo>
                  <a:lnTo>
                    <a:pt x="2094" y="24728"/>
                  </a:lnTo>
                  <a:lnTo>
                    <a:pt x="2216" y="24828"/>
                  </a:lnTo>
                  <a:lnTo>
                    <a:pt x="2339" y="24906"/>
                  </a:lnTo>
                  <a:lnTo>
                    <a:pt x="2450" y="24961"/>
                  </a:lnTo>
                  <a:lnTo>
                    <a:pt x="2572" y="24995"/>
                  </a:lnTo>
                  <a:lnTo>
                    <a:pt x="2684" y="25017"/>
                  </a:lnTo>
                  <a:lnTo>
                    <a:pt x="2795" y="25017"/>
                  </a:lnTo>
                  <a:lnTo>
                    <a:pt x="2884" y="25006"/>
                  </a:lnTo>
                  <a:lnTo>
                    <a:pt x="2973" y="24961"/>
                  </a:lnTo>
                  <a:lnTo>
                    <a:pt x="3051" y="24906"/>
                  </a:lnTo>
                  <a:lnTo>
                    <a:pt x="3118" y="24839"/>
                  </a:lnTo>
                  <a:lnTo>
                    <a:pt x="3185" y="24739"/>
                  </a:lnTo>
                  <a:lnTo>
                    <a:pt x="3252" y="24638"/>
                  </a:lnTo>
                  <a:lnTo>
                    <a:pt x="3307" y="24516"/>
                  </a:lnTo>
                  <a:lnTo>
                    <a:pt x="3363" y="24382"/>
                  </a:lnTo>
                  <a:lnTo>
                    <a:pt x="3407" y="24238"/>
                  </a:lnTo>
                  <a:lnTo>
                    <a:pt x="3452" y="24082"/>
                  </a:lnTo>
                  <a:lnTo>
                    <a:pt x="3519" y="23737"/>
                  </a:lnTo>
                  <a:lnTo>
                    <a:pt x="3586" y="23369"/>
                  </a:lnTo>
                  <a:lnTo>
                    <a:pt x="3630" y="22980"/>
                  </a:lnTo>
                  <a:lnTo>
                    <a:pt x="3664" y="22579"/>
                  </a:lnTo>
                  <a:lnTo>
                    <a:pt x="3686" y="22189"/>
                  </a:lnTo>
                  <a:lnTo>
                    <a:pt x="3708" y="21432"/>
                  </a:lnTo>
                  <a:lnTo>
                    <a:pt x="3730" y="20374"/>
                  </a:lnTo>
                  <a:lnTo>
                    <a:pt x="3753" y="20129"/>
                  </a:lnTo>
                  <a:lnTo>
                    <a:pt x="3808" y="19840"/>
                  </a:lnTo>
                  <a:lnTo>
                    <a:pt x="3886" y="19506"/>
                  </a:lnTo>
                  <a:lnTo>
                    <a:pt x="3986" y="19127"/>
                  </a:lnTo>
                  <a:lnTo>
                    <a:pt x="4109" y="18716"/>
                  </a:lnTo>
                  <a:lnTo>
                    <a:pt x="4265" y="18259"/>
                  </a:lnTo>
                  <a:lnTo>
                    <a:pt x="4432" y="17758"/>
                  </a:lnTo>
                  <a:lnTo>
                    <a:pt x="4621" y="17235"/>
                  </a:lnTo>
                  <a:lnTo>
                    <a:pt x="5055" y="16077"/>
                  </a:lnTo>
                  <a:lnTo>
                    <a:pt x="5545" y="14819"/>
                  </a:lnTo>
                  <a:lnTo>
                    <a:pt x="6091" y="13461"/>
                  </a:lnTo>
                  <a:lnTo>
                    <a:pt x="6681" y="12024"/>
                  </a:lnTo>
                  <a:lnTo>
                    <a:pt x="7928" y="9007"/>
                  </a:lnTo>
                  <a:lnTo>
                    <a:pt x="9208" y="5901"/>
                  </a:lnTo>
                  <a:lnTo>
                    <a:pt x="9831" y="4365"/>
                  </a:lnTo>
                  <a:lnTo>
                    <a:pt x="10433" y="2851"/>
                  </a:lnTo>
                  <a:lnTo>
                    <a:pt x="10989" y="1392"/>
                  </a:lnTo>
                  <a:lnTo>
                    <a:pt x="11513" y="0"/>
                  </a:lnTo>
                  <a:close/>
                </a:path>
              </a:pathLst>
            </a:custGeom>
            <a:solidFill>
              <a:srgbClr val="FFB8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1596344" y="3482276"/>
              <a:ext cx="270181" cy="587110"/>
            </a:xfrm>
            <a:custGeom>
              <a:rect b="b" l="l" r="r" t="t"/>
              <a:pathLst>
                <a:path extrusionOk="0" fill="none" h="25018" w="11513">
                  <a:moveTo>
                    <a:pt x="2216" y="1370"/>
                  </a:moveTo>
                  <a:lnTo>
                    <a:pt x="2216" y="1370"/>
                  </a:lnTo>
                  <a:lnTo>
                    <a:pt x="1982" y="4877"/>
                  </a:lnTo>
                  <a:lnTo>
                    <a:pt x="1737" y="8484"/>
                  </a:lnTo>
                  <a:lnTo>
                    <a:pt x="1437" y="12614"/>
                  </a:lnTo>
                  <a:lnTo>
                    <a:pt x="1437" y="12614"/>
                  </a:lnTo>
                  <a:lnTo>
                    <a:pt x="1392" y="13193"/>
                  </a:lnTo>
                  <a:lnTo>
                    <a:pt x="1359" y="13895"/>
                  </a:lnTo>
                  <a:lnTo>
                    <a:pt x="1292" y="15565"/>
                  </a:lnTo>
                  <a:lnTo>
                    <a:pt x="1292" y="15565"/>
                  </a:lnTo>
                  <a:lnTo>
                    <a:pt x="1270" y="15799"/>
                  </a:lnTo>
                  <a:lnTo>
                    <a:pt x="1236" y="16032"/>
                  </a:lnTo>
                  <a:lnTo>
                    <a:pt x="1192" y="16266"/>
                  </a:lnTo>
                  <a:lnTo>
                    <a:pt x="1125" y="16489"/>
                  </a:lnTo>
                  <a:lnTo>
                    <a:pt x="1047" y="16712"/>
                  </a:lnTo>
                  <a:lnTo>
                    <a:pt x="958" y="16923"/>
                  </a:lnTo>
                  <a:lnTo>
                    <a:pt x="847" y="17123"/>
                  </a:lnTo>
                  <a:lnTo>
                    <a:pt x="713" y="17324"/>
                  </a:lnTo>
                  <a:lnTo>
                    <a:pt x="713" y="17324"/>
                  </a:lnTo>
                  <a:lnTo>
                    <a:pt x="646" y="17413"/>
                  </a:lnTo>
                  <a:lnTo>
                    <a:pt x="568" y="17480"/>
                  </a:lnTo>
                  <a:lnTo>
                    <a:pt x="390" y="17624"/>
                  </a:lnTo>
                  <a:lnTo>
                    <a:pt x="301" y="17702"/>
                  </a:lnTo>
                  <a:lnTo>
                    <a:pt x="212" y="17803"/>
                  </a:lnTo>
                  <a:lnTo>
                    <a:pt x="134" y="17925"/>
                  </a:lnTo>
                  <a:lnTo>
                    <a:pt x="101" y="17992"/>
                  </a:lnTo>
                  <a:lnTo>
                    <a:pt x="79" y="18081"/>
                  </a:lnTo>
                  <a:lnTo>
                    <a:pt x="79" y="18081"/>
                  </a:lnTo>
                  <a:lnTo>
                    <a:pt x="45" y="18181"/>
                  </a:lnTo>
                  <a:lnTo>
                    <a:pt x="23" y="18292"/>
                  </a:lnTo>
                  <a:lnTo>
                    <a:pt x="12" y="18404"/>
                  </a:lnTo>
                  <a:lnTo>
                    <a:pt x="1" y="18526"/>
                  </a:lnTo>
                  <a:lnTo>
                    <a:pt x="1" y="18771"/>
                  </a:lnTo>
                  <a:lnTo>
                    <a:pt x="23" y="19038"/>
                  </a:lnTo>
                  <a:lnTo>
                    <a:pt x="67" y="19306"/>
                  </a:lnTo>
                  <a:lnTo>
                    <a:pt x="134" y="19584"/>
                  </a:lnTo>
                  <a:lnTo>
                    <a:pt x="201" y="19873"/>
                  </a:lnTo>
                  <a:lnTo>
                    <a:pt x="290" y="20174"/>
                  </a:lnTo>
                  <a:lnTo>
                    <a:pt x="479" y="20764"/>
                  </a:lnTo>
                  <a:lnTo>
                    <a:pt x="669" y="21354"/>
                  </a:lnTo>
                  <a:lnTo>
                    <a:pt x="858" y="21922"/>
                  </a:lnTo>
                  <a:lnTo>
                    <a:pt x="936" y="22189"/>
                  </a:lnTo>
                  <a:lnTo>
                    <a:pt x="1003" y="22456"/>
                  </a:lnTo>
                  <a:lnTo>
                    <a:pt x="1003" y="22456"/>
                  </a:lnTo>
                  <a:lnTo>
                    <a:pt x="1092" y="22801"/>
                  </a:lnTo>
                  <a:lnTo>
                    <a:pt x="1192" y="23113"/>
                  </a:lnTo>
                  <a:lnTo>
                    <a:pt x="1292" y="23414"/>
                  </a:lnTo>
                  <a:lnTo>
                    <a:pt x="1403" y="23670"/>
                  </a:lnTo>
                  <a:lnTo>
                    <a:pt x="1515" y="23915"/>
                  </a:lnTo>
                  <a:lnTo>
                    <a:pt x="1626" y="24126"/>
                  </a:lnTo>
                  <a:lnTo>
                    <a:pt x="1737" y="24304"/>
                  </a:lnTo>
                  <a:lnTo>
                    <a:pt x="1860" y="24471"/>
                  </a:lnTo>
                  <a:lnTo>
                    <a:pt x="1982" y="24616"/>
                  </a:lnTo>
                  <a:lnTo>
                    <a:pt x="2094" y="24728"/>
                  </a:lnTo>
                  <a:lnTo>
                    <a:pt x="2216" y="24828"/>
                  </a:lnTo>
                  <a:lnTo>
                    <a:pt x="2339" y="24906"/>
                  </a:lnTo>
                  <a:lnTo>
                    <a:pt x="2450" y="24961"/>
                  </a:lnTo>
                  <a:lnTo>
                    <a:pt x="2572" y="24995"/>
                  </a:lnTo>
                  <a:lnTo>
                    <a:pt x="2684" y="25017"/>
                  </a:lnTo>
                  <a:lnTo>
                    <a:pt x="2795" y="25017"/>
                  </a:lnTo>
                  <a:lnTo>
                    <a:pt x="2795" y="25017"/>
                  </a:lnTo>
                  <a:lnTo>
                    <a:pt x="2884" y="25006"/>
                  </a:lnTo>
                  <a:lnTo>
                    <a:pt x="2973" y="24961"/>
                  </a:lnTo>
                  <a:lnTo>
                    <a:pt x="3051" y="24906"/>
                  </a:lnTo>
                  <a:lnTo>
                    <a:pt x="3118" y="24839"/>
                  </a:lnTo>
                  <a:lnTo>
                    <a:pt x="3185" y="24739"/>
                  </a:lnTo>
                  <a:lnTo>
                    <a:pt x="3252" y="24638"/>
                  </a:lnTo>
                  <a:lnTo>
                    <a:pt x="3307" y="24516"/>
                  </a:lnTo>
                  <a:lnTo>
                    <a:pt x="3363" y="24382"/>
                  </a:lnTo>
                  <a:lnTo>
                    <a:pt x="3407" y="24238"/>
                  </a:lnTo>
                  <a:lnTo>
                    <a:pt x="3452" y="24082"/>
                  </a:lnTo>
                  <a:lnTo>
                    <a:pt x="3519" y="23737"/>
                  </a:lnTo>
                  <a:lnTo>
                    <a:pt x="3586" y="23369"/>
                  </a:lnTo>
                  <a:lnTo>
                    <a:pt x="3630" y="22980"/>
                  </a:lnTo>
                  <a:lnTo>
                    <a:pt x="3664" y="22579"/>
                  </a:lnTo>
                  <a:lnTo>
                    <a:pt x="3686" y="22189"/>
                  </a:lnTo>
                  <a:lnTo>
                    <a:pt x="3708" y="21432"/>
                  </a:lnTo>
                  <a:lnTo>
                    <a:pt x="3730" y="20374"/>
                  </a:lnTo>
                  <a:lnTo>
                    <a:pt x="3730" y="20374"/>
                  </a:lnTo>
                  <a:lnTo>
                    <a:pt x="3753" y="20129"/>
                  </a:lnTo>
                  <a:lnTo>
                    <a:pt x="3808" y="19840"/>
                  </a:lnTo>
                  <a:lnTo>
                    <a:pt x="3886" y="19506"/>
                  </a:lnTo>
                  <a:lnTo>
                    <a:pt x="3986" y="19127"/>
                  </a:lnTo>
                  <a:lnTo>
                    <a:pt x="4109" y="18716"/>
                  </a:lnTo>
                  <a:lnTo>
                    <a:pt x="4265" y="18259"/>
                  </a:lnTo>
                  <a:lnTo>
                    <a:pt x="4432" y="17758"/>
                  </a:lnTo>
                  <a:lnTo>
                    <a:pt x="4621" y="17235"/>
                  </a:lnTo>
                  <a:lnTo>
                    <a:pt x="5055" y="16077"/>
                  </a:lnTo>
                  <a:lnTo>
                    <a:pt x="5545" y="14819"/>
                  </a:lnTo>
                  <a:lnTo>
                    <a:pt x="6091" y="13461"/>
                  </a:lnTo>
                  <a:lnTo>
                    <a:pt x="6681" y="12024"/>
                  </a:lnTo>
                  <a:lnTo>
                    <a:pt x="7928" y="9007"/>
                  </a:lnTo>
                  <a:lnTo>
                    <a:pt x="9208" y="5901"/>
                  </a:lnTo>
                  <a:lnTo>
                    <a:pt x="9831" y="4365"/>
                  </a:lnTo>
                  <a:lnTo>
                    <a:pt x="10433" y="2851"/>
                  </a:lnTo>
                  <a:lnTo>
                    <a:pt x="10989" y="1392"/>
                  </a:lnTo>
                  <a:lnTo>
                    <a:pt x="11513" y="0"/>
                  </a:lnTo>
                  <a:lnTo>
                    <a:pt x="2216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1337685" y="3790052"/>
              <a:ext cx="269923" cy="595981"/>
            </a:xfrm>
            <a:custGeom>
              <a:rect b="b" l="l" r="r" t="t"/>
              <a:pathLst>
                <a:path extrusionOk="0" h="25396" w="11502">
                  <a:moveTo>
                    <a:pt x="11501" y="0"/>
                  </a:moveTo>
                  <a:lnTo>
                    <a:pt x="2216" y="1359"/>
                  </a:lnTo>
                  <a:lnTo>
                    <a:pt x="1982" y="4877"/>
                  </a:lnTo>
                  <a:lnTo>
                    <a:pt x="1726" y="8473"/>
                  </a:lnTo>
                  <a:lnTo>
                    <a:pt x="1437" y="12603"/>
                  </a:lnTo>
                  <a:lnTo>
                    <a:pt x="1392" y="13182"/>
                  </a:lnTo>
                  <a:lnTo>
                    <a:pt x="1359" y="13895"/>
                  </a:lnTo>
                  <a:lnTo>
                    <a:pt x="1281" y="15565"/>
                  </a:lnTo>
                  <a:lnTo>
                    <a:pt x="1270" y="15799"/>
                  </a:lnTo>
                  <a:lnTo>
                    <a:pt x="1236" y="16033"/>
                  </a:lnTo>
                  <a:lnTo>
                    <a:pt x="1192" y="16255"/>
                  </a:lnTo>
                  <a:lnTo>
                    <a:pt x="1125" y="16489"/>
                  </a:lnTo>
                  <a:lnTo>
                    <a:pt x="1047" y="16701"/>
                  </a:lnTo>
                  <a:lnTo>
                    <a:pt x="958" y="16923"/>
                  </a:lnTo>
                  <a:lnTo>
                    <a:pt x="847" y="17124"/>
                  </a:lnTo>
                  <a:lnTo>
                    <a:pt x="713" y="17324"/>
                  </a:lnTo>
                  <a:lnTo>
                    <a:pt x="646" y="17402"/>
                  </a:lnTo>
                  <a:lnTo>
                    <a:pt x="557" y="17480"/>
                  </a:lnTo>
                  <a:lnTo>
                    <a:pt x="379" y="17613"/>
                  </a:lnTo>
                  <a:lnTo>
                    <a:pt x="290" y="17691"/>
                  </a:lnTo>
                  <a:lnTo>
                    <a:pt x="212" y="17792"/>
                  </a:lnTo>
                  <a:lnTo>
                    <a:pt x="134" y="17914"/>
                  </a:lnTo>
                  <a:lnTo>
                    <a:pt x="101" y="17992"/>
                  </a:lnTo>
                  <a:lnTo>
                    <a:pt x="67" y="18070"/>
                  </a:lnTo>
                  <a:lnTo>
                    <a:pt x="45" y="18181"/>
                  </a:lnTo>
                  <a:lnTo>
                    <a:pt x="23" y="18293"/>
                  </a:lnTo>
                  <a:lnTo>
                    <a:pt x="1" y="18404"/>
                  </a:lnTo>
                  <a:lnTo>
                    <a:pt x="1" y="18526"/>
                  </a:lnTo>
                  <a:lnTo>
                    <a:pt x="1" y="18771"/>
                  </a:lnTo>
                  <a:lnTo>
                    <a:pt x="23" y="19039"/>
                  </a:lnTo>
                  <a:lnTo>
                    <a:pt x="67" y="19306"/>
                  </a:lnTo>
                  <a:lnTo>
                    <a:pt x="123" y="19595"/>
                  </a:lnTo>
                  <a:lnTo>
                    <a:pt x="190" y="19885"/>
                  </a:lnTo>
                  <a:lnTo>
                    <a:pt x="268" y="20185"/>
                  </a:lnTo>
                  <a:lnTo>
                    <a:pt x="457" y="20775"/>
                  </a:lnTo>
                  <a:lnTo>
                    <a:pt x="646" y="21377"/>
                  </a:lnTo>
                  <a:lnTo>
                    <a:pt x="836" y="21944"/>
                  </a:lnTo>
                  <a:lnTo>
                    <a:pt x="914" y="22212"/>
                  </a:lnTo>
                  <a:lnTo>
                    <a:pt x="980" y="22479"/>
                  </a:lnTo>
                  <a:lnTo>
                    <a:pt x="1081" y="22668"/>
                  </a:lnTo>
                  <a:lnTo>
                    <a:pt x="1192" y="22857"/>
                  </a:lnTo>
                  <a:lnTo>
                    <a:pt x="1314" y="23035"/>
                  </a:lnTo>
                  <a:lnTo>
                    <a:pt x="1437" y="23214"/>
                  </a:lnTo>
                  <a:lnTo>
                    <a:pt x="1559" y="23381"/>
                  </a:lnTo>
                  <a:lnTo>
                    <a:pt x="1682" y="23536"/>
                  </a:lnTo>
                  <a:lnTo>
                    <a:pt x="1938" y="23837"/>
                  </a:lnTo>
                  <a:lnTo>
                    <a:pt x="2205" y="24104"/>
                  </a:lnTo>
                  <a:lnTo>
                    <a:pt x="2472" y="24338"/>
                  </a:lnTo>
                  <a:lnTo>
                    <a:pt x="2739" y="24561"/>
                  </a:lnTo>
                  <a:lnTo>
                    <a:pt x="3007" y="24750"/>
                  </a:lnTo>
                  <a:lnTo>
                    <a:pt x="3274" y="24906"/>
                  </a:lnTo>
                  <a:lnTo>
                    <a:pt x="3519" y="25051"/>
                  </a:lnTo>
                  <a:lnTo>
                    <a:pt x="3753" y="25162"/>
                  </a:lnTo>
                  <a:lnTo>
                    <a:pt x="3975" y="25251"/>
                  </a:lnTo>
                  <a:lnTo>
                    <a:pt x="4176" y="25318"/>
                  </a:lnTo>
                  <a:lnTo>
                    <a:pt x="4365" y="25362"/>
                  </a:lnTo>
                  <a:lnTo>
                    <a:pt x="4510" y="25396"/>
                  </a:lnTo>
                  <a:lnTo>
                    <a:pt x="4643" y="25396"/>
                  </a:lnTo>
                  <a:lnTo>
                    <a:pt x="4699" y="25385"/>
                  </a:lnTo>
                  <a:lnTo>
                    <a:pt x="4743" y="25373"/>
                  </a:lnTo>
                  <a:lnTo>
                    <a:pt x="4788" y="25351"/>
                  </a:lnTo>
                  <a:lnTo>
                    <a:pt x="4821" y="25329"/>
                  </a:lnTo>
                  <a:lnTo>
                    <a:pt x="4855" y="25295"/>
                  </a:lnTo>
                  <a:lnTo>
                    <a:pt x="4877" y="25262"/>
                  </a:lnTo>
                  <a:lnTo>
                    <a:pt x="4899" y="25218"/>
                  </a:lnTo>
                  <a:lnTo>
                    <a:pt x="4910" y="25162"/>
                  </a:lnTo>
                  <a:lnTo>
                    <a:pt x="4922" y="25051"/>
                  </a:lnTo>
                  <a:lnTo>
                    <a:pt x="4910" y="24917"/>
                  </a:lnTo>
                  <a:lnTo>
                    <a:pt x="4888" y="24761"/>
                  </a:lnTo>
                  <a:lnTo>
                    <a:pt x="4844" y="24583"/>
                  </a:lnTo>
                  <a:lnTo>
                    <a:pt x="4788" y="24394"/>
                  </a:lnTo>
                  <a:lnTo>
                    <a:pt x="4710" y="24193"/>
                  </a:lnTo>
                  <a:lnTo>
                    <a:pt x="4532" y="23726"/>
                  </a:lnTo>
                  <a:lnTo>
                    <a:pt x="4309" y="23214"/>
                  </a:lnTo>
                  <a:lnTo>
                    <a:pt x="4064" y="22657"/>
                  </a:lnTo>
                  <a:lnTo>
                    <a:pt x="3920" y="22356"/>
                  </a:lnTo>
                  <a:lnTo>
                    <a:pt x="3797" y="22056"/>
                  </a:lnTo>
                  <a:lnTo>
                    <a:pt x="3686" y="21766"/>
                  </a:lnTo>
                  <a:lnTo>
                    <a:pt x="3641" y="21621"/>
                  </a:lnTo>
                  <a:lnTo>
                    <a:pt x="3608" y="21466"/>
                  </a:lnTo>
                  <a:lnTo>
                    <a:pt x="3574" y="21321"/>
                  </a:lnTo>
                  <a:lnTo>
                    <a:pt x="3552" y="21165"/>
                  </a:lnTo>
                  <a:lnTo>
                    <a:pt x="3541" y="21009"/>
                  </a:lnTo>
                  <a:lnTo>
                    <a:pt x="3541" y="20842"/>
                  </a:lnTo>
                  <a:lnTo>
                    <a:pt x="3541" y="20675"/>
                  </a:lnTo>
                  <a:lnTo>
                    <a:pt x="3563" y="20497"/>
                  </a:lnTo>
                  <a:lnTo>
                    <a:pt x="3597" y="20319"/>
                  </a:lnTo>
                  <a:lnTo>
                    <a:pt x="3641" y="20130"/>
                  </a:lnTo>
                  <a:lnTo>
                    <a:pt x="3708" y="19896"/>
                  </a:lnTo>
                  <a:lnTo>
                    <a:pt x="3797" y="19606"/>
                  </a:lnTo>
                  <a:lnTo>
                    <a:pt x="4042" y="18916"/>
                  </a:lnTo>
                  <a:lnTo>
                    <a:pt x="4365" y="18059"/>
                  </a:lnTo>
                  <a:lnTo>
                    <a:pt x="4755" y="17057"/>
                  </a:lnTo>
                  <a:lnTo>
                    <a:pt x="5701" y="14674"/>
                  </a:lnTo>
                  <a:lnTo>
                    <a:pt x="6814" y="11924"/>
                  </a:lnTo>
                  <a:lnTo>
                    <a:pt x="8028" y="8952"/>
                  </a:lnTo>
                  <a:lnTo>
                    <a:pt x="9264" y="5868"/>
                  </a:lnTo>
                  <a:lnTo>
                    <a:pt x="9865" y="4342"/>
                  </a:lnTo>
                  <a:lnTo>
                    <a:pt x="10444" y="2839"/>
                  </a:lnTo>
                  <a:lnTo>
                    <a:pt x="11000" y="1392"/>
                  </a:lnTo>
                  <a:lnTo>
                    <a:pt x="11501" y="0"/>
                  </a:lnTo>
                  <a:close/>
                </a:path>
              </a:pathLst>
            </a:custGeom>
            <a:solidFill>
              <a:srgbClr val="FFB8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2"/>
            <p:cNvSpPr/>
            <p:nvPr/>
          </p:nvSpPr>
          <p:spPr>
            <a:xfrm>
              <a:off x="1112467" y="2651432"/>
              <a:ext cx="905329" cy="1229556"/>
            </a:xfrm>
            <a:custGeom>
              <a:rect b="b" l="l" r="r" t="t"/>
              <a:pathLst>
                <a:path extrusionOk="0" h="52394" w="38578">
                  <a:moveTo>
                    <a:pt x="21432" y="0"/>
                  </a:moveTo>
                  <a:lnTo>
                    <a:pt x="20842" y="23"/>
                  </a:lnTo>
                  <a:lnTo>
                    <a:pt x="20230" y="45"/>
                  </a:lnTo>
                  <a:lnTo>
                    <a:pt x="19595" y="78"/>
                  </a:lnTo>
                  <a:lnTo>
                    <a:pt x="18939" y="123"/>
                  </a:lnTo>
                  <a:lnTo>
                    <a:pt x="18259" y="178"/>
                  </a:lnTo>
                  <a:lnTo>
                    <a:pt x="16868" y="301"/>
                  </a:lnTo>
                  <a:lnTo>
                    <a:pt x="15443" y="446"/>
                  </a:lnTo>
                  <a:lnTo>
                    <a:pt x="14006" y="613"/>
                  </a:lnTo>
                  <a:lnTo>
                    <a:pt x="12604" y="791"/>
                  </a:lnTo>
                  <a:lnTo>
                    <a:pt x="11245" y="969"/>
                  </a:lnTo>
                  <a:lnTo>
                    <a:pt x="9965" y="1136"/>
                  </a:lnTo>
                  <a:lnTo>
                    <a:pt x="7761" y="1459"/>
                  </a:lnTo>
                  <a:lnTo>
                    <a:pt x="7471" y="1503"/>
                  </a:lnTo>
                  <a:lnTo>
                    <a:pt x="7182" y="1537"/>
                  </a:lnTo>
                  <a:lnTo>
                    <a:pt x="6892" y="1559"/>
                  </a:lnTo>
                  <a:lnTo>
                    <a:pt x="6614" y="1570"/>
                  </a:lnTo>
                  <a:lnTo>
                    <a:pt x="6035" y="1570"/>
                  </a:lnTo>
                  <a:lnTo>
                    <a:pt x="5745" y="1559"/>
                  </a:lnTo>
                  <a:lnTo>
                    <a:pt x="5456" y="1537"/>
                  </a:lnTo>
                  <a:lnTo>
                    <a:pt x="5166" y="1514"/>
                  </a:lnTo>
                  <a:lnTo>
                    <a:pt x="4888" y="1470"/>
                  </a:lnTo>
                  <a:lnTo>
                    <a:pt x="4599" y="1425"/>
                  </a:lnTo>
                  <a:lnTo>
                    <a:pt x="4320" y="1370"/>
                  </a:lnTo>
                  <a:lnTo>
                    <a:pt x="4042" y="1314"/>
                  </a:lnTo>
                  <a:lnTo>
                    <a:pt x="3753" y="1247"/>
                  </a:lnTo>
                  <a:lnTo>
                    <a:pt x="3474" y="1169"/>
                  </a:lnTo>
                  <a:lnTo>
                    <a:pt x="3207" y="1080"/>
                  </a:lnTo>
                  <a:lnTo>
                    <a:pt x="3129" y="1693"/>
                  </a:lnTo>
                  <a:lnTo>
                    <a:pt x="3040" y="2361"/>
                  </a:lnTo>
                  <a:lnTo>
                    <a:pt x="2906" y="3196"/>
                  </a:lnTo>
                  <a:lnTo>
                    <a:pt x="2762" y="4142"/>
                  </a:lnTo>
                  <a:lnTo>
                    <a:pt x="2572" y="5133"/>
                  </a:lnTo>
                  <a:lnTo>
                    <a:pt x="2472" y="5623"/>
                  </a:lnTo>
                  <a:lnTo>
                    <a:pt x="2361" y="6101"/>
                  </a:lnTo>
                  <a:lnTo>
                    <a:pt x="2250" y="6569"/>
                  </a:lnTo>
                  <a:lnTo>
                    <a:pt x="2127" y="7014"/>
                  </a:lnTo>
                  <a:lnTo>
                    <a:pt x="1949" y="7560"/>
                  </a:lnTo>
                  <a:lnTo>
                    <a:pt x="1760" y="8105"/>
                  </a:lnTo>
                  <a:lnTo>
                    <a:pt x="1615" y="8439"/>
                  </a:lnTo>
                  <a:lnTo>
                    <a:pt x="1492" y="8773"/>
                  </a:lnTo>
                  <a:lnTo>
                    <a:pt x="1348" y="9185"/>
                  </a:lnTo>
                  <a:lnTo>
                    <a:pt x="1181" y="9675"/>
                  </a:lnTo>
                  <a:lnTo>
                    <a:pt x="1003" y="10254"/>
                  </a:lnTo>
                  <a:lnTo>
                    <a:pt x="824" y="10900"/>
                  </a:lnTo>
                  <a:lnTo>
                    <a:pt x="646" y="11601"/>
                  </a:lnTo>
                  <a:lnTo>
                    <a:pt x="479" y="12358"/>
                  </a:lnTo>
                  <a:lnTo>
                    <a:pt x="401" y="12748"/>
                  </a:lnTo>
                  <a:lnTo>
                    <a:pt x="323" y="13149"/>
                  </a:lnTo>
                  <a:lnTo>
                    <a:pt x="257" y="13572"/>
                  </a:lnTo>
                  <a:lnTo>
                    <a:pt x="190" y="13995"/>
                  </a:lnTo>
                  <a:lnTo>
                    <a:pt x="134" y="14418"/>
                  </a:lnTo>
                  <a:lnTo>
                    <a:pt x="90" y="14863"/>
                  </a:lnTo>
                  <a:lnTo>
                    <a:pt x="45" y="15298"/>
                  </a:lnTo>
                  <a:lnTo>
                    <a:pt x="23" y="15754"/>
                  </a:lnTo>
                  <a:lnTo>
                    <a:pt x="1" y="16199"/>
                  </a:lnTo>
                  <a:lnTo>
                    <a:pt x="1" y="16656"/>
                  </a:lnTo>
                  <a:lnTo>
                    <a:pt x="1" y="17112"/>
                  </a:lnTo>
                  <a:lnTo>
                    <a:pt x="23" y="17569"/>
                  </a:lnTo>
                  <a:lnTo>
                    <a:pt x="56" y="18025"/>
                  </a:lnTo>
                  <a:lnTo>
                    <a:pt x="101" y="18482"/>
                  </a:lnTo>
                  <a:lnTo>
                    <a:pt x="134" y="18704"/>
                  </a:lnTo>
                  <a:lnTo>
                    <a:pt x="168" y="18927"/>
                  </a:lnTo>
                  <a:lnTo>
                    <a:pt x="212" y="19150"/>
                  </a:lnTo>
                  <a:lnTo>
                    <a:pt x="268" y="19361"/>
                  </a:lnTo>
                  <a:lnTo>
                    <a:pt x="323" y="19573"/>
                  </a:lnTo>
                  <a:lnTo>
                    <a:pt x="379" y="19773"/>
                  </a:lnTo>
                  <a:lnTo>
                    <a:pt x="524" y="20174"/>
                  </a:lnTo>
                  <a:lnTo>
                    <a:pt x="680" y="20552"/>
                  </a:lnTo>
                  <a:lnTo>
                    <a:pt x="869" y="20920"/>
                  </a:lnTo>
                  <a:lnTo>
                    <a:pt x="1069" y="21265"/>
                  </a:lnTo>
                  <a:lnTo>
                    <a:pt x="1281" y="21599"/>
                  </a:lnTo>
                  <a:lnTo>
                    <a:pt x="1515" y="21922"/>
                  </a:lnTo>
                  <a:lnTo>
                    <a:pt x="1760" y="22222"/>
                  </a:lnTo>
                  <a:lnTo>
                    <a:pt x="2016" y="22523"/>
                  </a:lnTo>
                  <a:lnTo>
                    <a:pt x="2283" y="22801"/>
                  </a:lnTo>
                  <a:lnTo>
                    <a:pt x="2561" y="23069"/>
                  </a:lnTo>
                  <a:lnTo>
                    <a:pt x="2851" y="23325"/>
                  </a:lnTo>
                  <a:lnTo>
                    <a:pt x="3151" y="23570"/>
                  </a:lnTo>
                  <a:lnTo>
                    <a:pt x="3452" y="23803"/>
                  </a:lnTo>
                  <a:lnTo>
                    <a:pt x="3764" y="24037"/>
                  </a:lnTo>
                  <a:lnTo>
                    <a:pt x="4075" y="24249"/>
                  </a:lnTo>
                  <a:lnTo>
                    <a:pt x="4387" y="24460"/>
                  </a:lnTo>
                  <a:lnTo>
                    <a:pt x="4710" y="24661"/>
                  </a:lnTo>
                  <a:lnTo>
                    <a:pt x="5333" y="25050"/>
                  </a:lnTo>
                  <a:lnTo>
                    <a:pt x="5957" y="25407"/>
                  </a:lnTo>
                  <a:lnTo>
                    <a:pt x="6547" y="25752"/>
                  </a:lnTo>
                  <a:lnTo>
                    <a:pt x="7104" y="26075"/>
                  </a:lnTo>
                  <a:lnTo>
                    <a:pt x="7627" y="26397"/>
                  </a:lnTo>
                  <a:lnTo>
                    <a:pt x="7861" y="26553"/>
                  </a:lnTo>
                  <a:lnTo>
                    <a:pt x="8083" y="26720"/>
                  </a:lnTo>
                  <a:lnTo>
                    <a:pt x="8306" y="26876"/>
                  </a:lnTo>
                  <a:lnTo>
                    <a:pt x="8551" y="27032"/>
                  </a:lnTo>
                  <a:lnTo>
                    <a:pt x="9052" y="27344"/>
                  </a:lnTo>
                  <a:lnTo>
                    <a:pt x="9598" y="27667"/>
                  </a:lnTo>
                  <a:lnTo>
                    <a:pt x="10165" y="28012"/>
                  </a:lnTo>
                  <a:lnTo>
                    <a:pt x="10455" y="28201"/>
                  </a:lnTo>
                  <a:lnTo>
                    <a:pt x="10744" y="28401"/>
                  </a:lnTo>
                  <a:lnTo>
                    <a:pt x="11023" y="28613"/>
                  </a:lnTo>
                  <a:lnTo>
                    <a:pt x="11312" y="28836"/>
                  </a:lnTo>
                  <a:lnTo>
                    <a:pt x="11579" y="29081"/>
                  </a:lnTo>
                  <a:lnTo>
                    <a:pt x="11847" y="29337"/>
                  </a:lnTo>
                  <a:lnTo>
                    <a:pt x="12103" y="29615"/>
                  </a:lnTo>
                  <a:lnTo>
                    <a:pt x="12348" y="29916"/>
                  </a:lnTo>
                  <a:lnTo>
                    <a:pt x="12581" y="30238"/>
                  </a:lnTo>
                  <a:lnTo>
                    <a:pt x="12693" y="30405"/>
                  </a:lnTo>
                  <a:lnTo>
                    <a:pt x="12804" y="30584"/>
                  </a:lnTo>
                  <a:lnTo>
                    <a:pt x="12904" y="30762"/>
                  </a:lnTo>
                  <a:lnTo>
                    <a:pt x="13004" y="30951"/>
                  </a:lnTo>
                  <a:lnTo>
                    <a:pt x="13105" y="31140"/>
                  </a:lnTo>
                  <a:lnTo>
                    <a:pt x="13194" y="31352"/>
                  </a:lnTo>
                  <a:lnTo>
                    <a:pt x="13272" y="31552"/>
                  </a:lnTo>
                  <a:lnTo>
                    <a:pt x="13350" y="31775"/>
                  </a:lnTo>
                  <a:lnTo>
                    <a:pt x="13427" y="31998"/>
                  </a:lnTo>
                  <a:lnTo>
                    <a:pt x="13494" y="32231"/>
                  </a:lnTo>
                  <a:lnTo>
                    <a:pt x="13550" y="32465"/>
                  </a:lnTo>
                  <a:lnTo>
                    <a:pt x="13606" y="32710"/>
                  </a:lnTo>
                  <a:lnTo>
                    <a:pt x="13661" y="32966"/>
                  </a:lnTo>
                  <a:lnTo>
                    <a:pt x="13695" y="33233"/>
                  </a:lnTo>
                  <a:lnTo>
                    <a:pt x="13739" y="33501"/>
                  </a:lnTo>
                  <a:lnTo>
                    <a:pt x="13761" y="33790"/>
                  </a:lnTo>
                  <a:lnTo>
                    <a:pt x="13784" y="34080"/>
                  </a:lnTo>
                  <a:lnTo>
                    <a:pt x="13795" y="34380"/>
                  </a:lnTo>
                  <a:lnTo>
                    <a:pt x="13806" y="34692"/>
                  </a:lnTo>
                  <a:lnTo>
                    <a:pt x="13795" y="35004"/>
                  </a:lnTo>
                  <a:lnTo>
                    <a:pt x="13784" y="35338"/>
                  </a:lnTo>
                  <a:lnTo>
                    <a:pt x="13761" y="35672"/>
                  </a:lnTo>
                  <a:lnTo>
                    <a:pt x="13739" y="36028"/>
                  </a:lnTo>
                  <a:lnTo>
                    <a:pt x="13706" y="36384"/>
                  </a:lnTo>
                  <a:lnTo>
                    <a:pt x="13650" y="36752"/>
                  </a:lnTo>
                  <a:lnTo>
                    <a:pt x="13594" y="37130"/>
                  </a:lnTo>
                  <a:lnTo>
                    <a:pt x="13528" y="37531"/>
                  </a:lnTo>
                  <a:lnTo>
                    <a:pt x="13461" y="37932"/>
                  </a:lnTo>
                  <a:lnTo>
                    <a:pt x="13372" y="38344"/>
                  </a:lnTo>
                  <a:lnTo>
                    <a:pt x="13272" y="38778"/>
                  </a:lnTo>
                  <a:lnTo>
                    <a:pt x="13049" y="39769"/>
                  </a:lnTo>
                  <a:lnTo>
                    <a:pt x="12837" y="40782"/>
                  </a:lnTo>
                  <a:lnTo>
                    <a:pt x="12637" y="41795"/>
                  </a:lnTo>
                  <a:lnTo>
                    <a:pt x="12459" y="42808"/>
                  </a:lnTo>
                  <a:lnTo>
                    <a:pt x="12281" y="43799"/>
                  </a:lnTo>
                  <a:lnTo>
                    <a:pt x="12125" y="44768"/>
                  </a:lnTo>
                  <a:lnTo>
                    <a:pt x="11980" y="45703"/>
                  </a:lnTo>
                  <a:lnTo>
                    <a:pt x="11847" y="46582"/>
                  </a:lnTo>
                  <a:lnTo>
                    <a:pt x="11624" y="48152"/>
                  </a:lnTo>
                  <a:lnTo>
                    <a:pt x="11468" y="49377"/>
                  </a:lnTo>
                  <a:lnTo>
                    <a:pt x="11334" y="50468"/>
                  </a:lnTo>
                  <a:lnTo>
                    <a:pt x="11735" y="50468"/>
                  </a:lnTo>
                  <a:lnTo>
                    <a:pt x="12002" y="50479"/>
                  </a:lnTo>
                  <a:lnTo>
                    <a:pt x="12348" y="50501"/>
                  </a:lnTo>
                  <a:lnTo>
                    <a:pt x="12782" y="50546"/>
                  </a:lnTo>
                  <a:lnTo>
                    <a:pt x="13327" y="50601"/>
                  </a:lnTo>
                  <a:lnTo>
                    <a:pt x="13973" y="50690"/>
                  </a:lnTo>
                  <a:lnTo>
                    <a:pt x="14730" y="50802"/>
                  </a:lnTo>
                  <a:lnTo>
                    <a:pt x="15621" y="50935"/>
                  </a:lnTo>
                  <a:lnTo>
                    <a:pt x="16645" y="51114"/>
                  </a:lnTo>
                  <a:lnTo>
                    <a:pt x="17814" y="51325"/>
                  </a:lnTo>
                  <a:lnTo>
                    <a:pt x="19128" y="51570"/>
                  </a:lnTo>
                  <a:lnTo>
                    <a:pt x="20609" y="51871"/>
                  </a:lnTo>
                  <a:lnTo>
                    <a:pt x="22256" y="52205"/>
                  </a:lnTo>
                  <a:lnTo>
                    <a:pt x="22501" y="52260"/>
                  </a:lnTo>
                  <a:lnTo>
                    <a:pt x="22735" y="52294"/>
                  </a:lnTo>
                  <a:lnTo>
                    <a:pt x="22980" y="52327"/>
                  </a:lnTo>
                  <a:lnTo>
                    <a:pt x="23214" y="52360"/>
                  </a:lnTo>
                  <a:lnTo>
                    <a:pt x="23681" y="52394"/>
                  </a:lnTo>
                  <a:lnTo>
                    <a:pt x="24138" y="52394"/>
                  </a:lnTo>
                  <a:lnTo>
                    <a:pt x="24594" y="52383"/>
                  </a:lnTo>
                  <a:lnTo>
                    <a:pt x="25040" y="52338"/>
                  </a:lnTo>
                  <a:lnTo>
                    <a:pt x="25485" y="52283"/>
                  </a:lnTo>
                  <a:lnTo>
                    <a:pt x="25930" y="52216"/>
                  </a:lnTo>
                  <a:lnTo>
                    <a:pt x="26376" y="52127"/>
                  </a:lnTo>
                  <a:lnTo>
                    <a:pt x="26810" y="52026"/>
                  </a:lnTo>
                  <a:lnTo>
                    <a:pt x="27255" y="51904"/>
                  </a:lnTo>
                  <a:lnTo>
                    <a:pt x="27689" y="51782"/>
                  </a:lnTo>
                  <a:lnTo>
                    <a:pt x="28580" y="51514"/>
                  </a:lnTo>
                  <a:lnTo>
                    <a:pt x="29471" y="51236"/>
                  </a:lnTo>
                  <a:lnTo>
                    <a:pt x="30328" y="50969"/>
                  </a:lnTo>
                  <a:lnTo>
                    <a:pt x="30762" y="50835"/>
                  </a:lnTo>
                  <a:lnTo>
                    <a:pt x="31208" y="50713"/>
                  </a:lnTo>
                  <a:lnTo>
                    <a:pt x="31664" y="50590"/>
                  </a:lnTo>
                  <a:lnTo>
                    <a:pt x="32120" y="50479"/>
                  </a:lnTo>
                  <a:lnTo>
                    <a:pt x="32588" y="50379"/>
                  </a:lnTo>
                  <a:lnTo>
                    <a:pt x="33056" y="50290"/>
                  </a:lnTo>
                  <a:lnTo>
                    <a:pt x="33546" y="50212"/>
                  </a:lnTo>
                  <a:lnTo>
                    <a:pt x="34035" y="50156"/>
                  </a:lnTo>
                  <a:lnTo>
                    <a:pt x="34548" y="50112"/>
                  </a:lnTo>
                  <a:lnTo>
                    <a:pt x="35060" y="50078"/>
                  </a:lnTo>
                  <a:lnTo>
                    <a:pt x="35594" y="50067"/>
                  </a:lnTo>
                  <a:lnTo>
                    <a:pt x="36128" y="50089"/>
                  </a:lnTo>
                  <a:lnTo>
                    <a:pt x="36685" y="50123"/>
                  </a:lnTo>
                  <a:lnTo>
                    <a:pt x="37253" y="50178"/>
                  </a:lnTo>
                  <a:lnTo>
                    <a:pt x="37253" y="50178"/>
                  </a:lnTo>
                  <a:lnTo>
                    <a:pt x="37142" y="49700"/>
                  </a:lnTo>
                  <a:lnTo>
                    <a:pt x="37041" y="49210"/>
                  </a:lnTo>
                  <a:lnTo>
                    <a:pt x="36952" y="48709"/>
                  </a:lnTo>
                  <a:lnTo>
                    <a:pt x="36874" y="48197"/>
                  </a:lnTo>
                  <a:lnTo>
                    <a:pt x="36808" y="47673"/>
                  </a:lnTo>
                  <a:lnTo>
                    <a:pt x="36741" y="47139"/>
                  </a:lnTo>
                  <a:lnTo>
                    <a:pt x="36696" y="46605"/>
                  </a:lnTo>
                  <a:lnTo>
                    <a:pt x="36663" y="46059"/>
                  </a:lnTo>
                  <a:lnTo>
                    <a:pt x="36629" y="45502"/>
                  </a:lnTo>
                  <a:lnTo>
                    <a:pt x="36607" y="44946"/>
                  </a:lnTo>
                  <a:lnTo>
                    <a:pt x="36596" y="44378"/>
                  </a:lnTo>
                  <a:lnTo>
                    <a:pt x="36585" y="43799"/>
                  </a:lnTo>
                  <a:lnTo>
                    <a:pt x="36596" y="43220"/>
                  </a:lnTo>
                  <a:lnTo>
                    <a:pt x="36607" y="42641"/>
                  </a:lnTo>
                  <a:lnTo>
                    <a:pt x="36641" y="41450"/>
                  </a:lnTo>
                  <a:lnTo>
                    <a:pt x="36707" y="40247"/>
                  </a:lnTo>
                  <a:lnTo>
                    <a:pt x="36796" y="39034"/>
                  </a:lnTo>
                  <a:lnTo>
                    <a:pt x="36897" y="37809"/>
                  </a:lnTo>
                  <a:lnTo>
                    <a:pt x="37019" y="36585"/>
                  </a:lnTo>
                  <a:lnTo>
                    <a:pt x="37153" y="35349"/>
                  </a:lnTo>
                  <a:lnTo>
                    <a:pt x="37286" y="34124"/>
                  </a:lnTo>
                  <a:lnTo>
                    <a:pt x="37587" y="31686"/>
                  </a:lnTo>
                  <a:lnTo>
                    <a:pt x="37876" y="29292"/>
                  </a:lnTo>
                  <a:lnTo>
                    <a:pt x="38021" y="28123"/>
                  </a:lnTo>
                  <a:lnTo>
                    <a:pt x="38155" y="26976"/>
                  </a:lnTo>
                  <a:lnTo>
                    <a:pt x="38266" y="25852"/>
                  </a:lnTo>
                  <a:lnTo>
                    <a:pt x="38377" y="24761"/>
                  </a:lnTo>
                  <a:lnTo>
                    <a:pt x="38455" y="23703"/>
                  </a:lnTo>
                  <a:lnTo>
                    <a:pt x="38522" y="22679"/>
                  </a:lnTo>
                  <a:lnTo>
                    <a:pt x="38567" y="21699"/>
                  </a:lnTo>
                  <a:lnTo>
                    <a:pt x="38567" y="21232"/>
                  </a:lnTo>
                  <a:lnTo>
                    <a:pt x="38578" y="20764"/>
                  </a:lnTo>
                  <a:lnTo>
                    <a:pt x="38567" y="20308"/>
                  </a:lnTo>
                  <a:lnTo>
                    <a:pt x="38556" y="19873"/>
                  </a:lnTo>
                  <a:lnTo>
                    <a:pt x="38533" y="19450"/>
                  </a:lnTo>
                  <a:lnTo>
                    <a:pt x="38500" y="19038"/>
                  </a:lnTo>
                  <a:lnTo>
                    <a:pt x="38467" y="18638"/>
                  </a:lnTo>
                  <a:lnTo>
                    <a:pt x="38411" y="18248"/>
                  </a:lnTo>
                  <a:lnTo>
                    <a:pt x="38355" y="17880"/>
                  </a:lnTo>
                  <a:lnTo>
                    <a:pt x="38288" y="17524"/>
                  </a:lnTo>
                  <a:lnTo>
                    <a:pt x="38199" y="17190"/>
                  </a:lnTo>
                  <a:lnTo>
                    <a:pt x="38110" y="16867"/>
                  </a:lnTo>
                  <a:lnTo>
                    <a:pt x="38010" y="16556"/>
                  </a:lnTo>
                  <a:lnTo>
                    <a:pt x="37899" y="16266"/>
                  </a:lnTo>
                  <a:lnTo>
                    <a:pt x="37787" y="16043"/>
                  </a:lnTo>
                  <a:lnTo>
                    <a:pt x="37654" y="15810"/>
                  </a:lnTo>
                  <a:lnTo>
                    <a:pt x="37498" y="15565"/>
                  </a:lnTo>
                  <a:lnTo>
                    <a:pt x="37320" y="15320"/>
                  </a:lnTo>
                  <a:lnTo>
                    <a:pt x="37130" y="15053"/>
                  </a:lnTo>
                  <a:lnTo>
                    <a:pt x="36908" y="14785"/>
                  </a:lnTo>
                  <a:lnTo>
                    <a:pt x="36674" y="14507"/>
                  </a:lnTo>
                  <a:lnTo>
                    <a:pt x="36418" y="14229"/>
                  </a:lnTo>
                  <a:lnTo>
                    <a:pt x="36140" y="13939"/>
                  </a:lnTo>
                  <a:lnTo>
                    <a:pt x="35861" y="13650"/>
                  </a:lnTo>
                  <a:lnTo>
                    <a:pt x="35249" y="13060"/>
                  </a:lnTo>
                  <a:lnTo>
                    <a:pt x="34592" y="12459"/>
                  </a:lnTo>
                  <a:lnTo>
                    <a:pt x="33913" y="11857"/>
                  </a:lnTo>
                  <a:lnTo>
                    <a:pt x="33200" y="11245"/>
                  </a:lnTo>
                  <a:lnTo>
                    <a:pt x="32477" y="10655"/>
                  </a:lnTo>
                  <a:lnTo>
                    <a:pt x="31753" y="10065"/>
                  </a:lnTo>
                  <a:lnTo>
                    <a:pt x="31041" y="9508"/>
                  </a:lnTo>
                  <a:lnTo>
                    <a:pt x="30339" y="8974"/>
                  </a:lnTo>
                  <a:lnTo>
                    <a:pt x="29682" y="8462"/>
                  </a:lnTo>
                  <a:lnTo>
                    <a:pt x="28469" y="7571"/>
                  </a:lnTo>
                  <a:lnTo>
                    <a:pt x="28224" y="7382"/>
                  </a:lnTo>
                  <a:lnTo>
                    <a:pt x="27990" y="7192"/>
                  </a:lnTo>
                  <a:lnTo>
                    <a:pt x="27767" y="6992"/>
                  </a:lnTo>
                  <a:lnTo>
                    <a:pt x="27545" y="6780"/>
                  </a:lnTo>
                  <a:lnTo>
                    <a:pt x="27333" y="6558"/>
                  </a:lnTo>
                  <a:lnTo>
                    <a:pt x="27133" y="6335"/>
                  </a:lnTo>
                  <a:lnTo>
                    <a:pt x="26943" y="6101"/>
                  </a:lnTo>
                  <a:lnTo>
                    <a:pt x="26754" y="5856"/>
                  </a:lnTo>
                  <a:lnTo>
                    <a:pt x="26587" y="5611"/>
                  </a:lnTo>
                  <a:lnTo>
                    <a:pt x="26420" y="5355"/>
                  </a:lnTo>
                  <a:lnTo>
                    <a:pt x="26264" y="5088"/>
                  </a:lnTo>
                  <a:lnTo>
                    <a:pt x="26120" y="4821"/>
                  </a:lnTo>
                  <a:lnTo>
                    <a:pt x="25986" y="4554"/>
                  </a:lnTo>
                  <a:lnTo>
                    <a:pt x="25863" y="4275"/>
                  </a:lnTo>
                  <a:lnTo>
                    <a:pt x="25752" y="3986"/>
                  </a:lnTo>
                  <a:lnTo>
                    <a:pt x="25652" y="3697"/>
                  </a:lnTo>
                  <a:lnTo>
                    <a:pt x="25529" y="3329"/>
                  </a:lnTo>
                  <a:lnTo>
                    <a:pt x="25418" y="2939"/>
                  </a:lnTo>
                  <a:lnTo>
                    <a:pt x="25307" y="2550"/>
                  </a:lnTo>
                  <a:lnTo>
                    <a:pt x="25218" y="2171"/>
                  </a:lnTo>
                  <a:lnTo>
                    <a:pt x="25129" y="1793"/>
                  </a:lnTo>
                  <a:lnTo>
                    <a:pt x="25062" y="1414"/>
                  </a:lnTo>
                  <a:lnTo>
                    <a:pt x="25017" y="1058"/>
                  </a:lnTo>
                  <a:lnTo>
                    <a:pt x="24984" y="724"/>
                  </a:lnTo>
                  <a:lnTo>
                    <a:pt x="24973" y="646"/>
                  </a:lnTo>
                  <a:lnTo>
                    <a:pt x="24939" y="579"/>
                  </a:lnTo>
                  <a:lnTo>
                    <a:pt x="24895" y="512"/>
                  </a:lnTo>
                  <a:lnTo>
                    <a:pt x="24828" y="446"/>
                  </a:lnTo>
                  <a:lnTo>
                    <a:pt x="24750" y="390"/>
                  </a:lnTo>
                  <a:lnTo>
                    <a:pt x="24661" y="334"/>
                  </a:lnTo>
                  <a:lnTo>
                    <a:pt x="24550" y="290"/>
                  </a:lnTo>
                  <a:lnTo>
                    <a:pt x="24427" y="245"/>
                  </a:lnTo>
                  <a:lnTo>
                    <a:pt x="24283" y="201"/>
                  </a:lnTo>
                  <a:lnTo>
                    <a:pt x="24138" y="167"/>
                  </a:lnTo>
                  <a:lnTo>
                    <a:pt x="23793" y="100"/>
                  </a:lnTo>
                  <a:lnTo>
                    <a:pt x="23403" y="56"/>
                  </a:lnTo>
                  <a:lnTo>
                    <a:pt x="22969" y="23"/>
                  </a:lnTo>
                  <a:lnTo>
                    <a:pt x="22490" y="11"/>
                  </a:lnTo>
                  <a:lnTo>
                    <a:pt x="21978" y="0"/>
                  </a:lnTo>
                  <a:close/>
                </a:path>
              </a:pathLst>
            </a:custGeom>
            <a:solidFill>
              <a:srgbClr val="2E21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2"/>
            <p:cNvSpPr/>
            <p:nvPr/>
          </p:nvSpPr>
          <p:spPr>
            <a:xfrm>
              <a:off x="1112467" y="2651432"/>
              <a:ext cx="905329" cy="1229556"/>
            </a:xfrm>
            <a:custGeom>
              <a:rect b="b" l="l" r="r" t="t"/>
              <a:pathLst>
                <a:path extrusionOk="0" fill="none" h="52394" w="38578">
                  <a:moveTo>
                    <a:pt x="37899" y="16266"/>
                  </a:moveTo>
                  <a:lnTo>
                    <a:pt x="37899" y="16266"/>
                  </a:lnTo>
                  <a:lnTo>
                    <a:pt x="37787" y="16043"/>
                  </a:lnTo>
                  <a:lnTo>
                    <a:pt x="37654" y="15810"/>
                  </a:lnTo>
                  <a:lnTo>
                    <a:pt x="37498" y="15565"/>
                  </a:lnTo>
                  <a:lnTo>
                    <a:pt x="37320" y="15320"/>
                  </a:lnTo>
                  <a:lnTo>
                    <a:pt x="37130" y="15053"/>
                  </a:lnTo>
                  <a:lnTo>
                    <a:pt x="36908" y="14785"/>
                  </a:lnTo>
                  <a:lnTo>
                    <a:pt x="36674" y="14507"/>
                  </a:lnTo>
                  <a:lnTo>
                    <a:pt x="36418" y="14229"/>
                  </a:lnTo>
                  <a:lnTo>
                    <a:pt x="36140" y="13939"/>
                  </a:lnTo>
                  <a:lnTo>
                    <a:pt x="35861" y="13650"/>
                  </a:lnTo>
                  <a:lnTo>
                    <a:pt x="35249" y="13060"/>
                  </a:lnTo>
                  <a:lnTo>
                    <a:pt x="34592" y="12459"/>
                  </a:lnTo>
                  <a:lnTo>
                    <a:pt x="33913" y="11857"/>
                  </a:lnTo>
                  <a:lnTo>
                    <a:pt x="33200" y="11245"/>
                  </a:lnTo>
                  <a:lnTo>
                    <a:pt x="32477" y="10655"/>
                  </a:lnTo>
                  <a:lnTo>
                    <a:pt x="31753" y="10065"/>
                  </a:lnTo>
                  <a:lnTo>
                    <a:pt x="31041" y="9508"/>
                  </a:lnTo>
                  <a:lnTo>
                    <a:pt x="30339" y="8974"/>
                  </a:lnTo>
                  <a:lnTo>
                    <a:pt x="29682" y="8462"/>
                  </a:lnTo>
                  <a:lnTo>
                    <a:pt x="28469" y="7571"/>
                  </a:lnTo>
                  <a:lnTo>
                    <a:pt x="28469" y="7571"/>
                  </a:lnTo>
                  <a:lnTo>
                    <a:pt x="28224" y="7382"/>
                  </a:lnTo>
                  <a:lnTo>
                    <a:pt x="27990" y="7192"/>
                  </a:lnTo>
                  <a:lnTo>
                    <a:pt x="27767" y="6992"/>
                  </a:lnTo>
                  <a:lnTo>
                    <a:pt x="27545" y="6780"/>
                  </a:lnTo>
                  <a:lnTo>
                    <a:pt x="27333" y="6558"/>
                  </a:lnTo>
                  <a:lnTo>
                    <a:pt x="27133" y="6335"/>
                  </a:lnTo>
                  <a:lnTo>
                    <a:pt x="26943" y="6101"/>
                  </a:lnTo>
                  <a:lnTo>
                    <a:pt x="26754" y="5856"/>
                  </a:lnTo>
                  <a:lnTo>
                    <a:pt x="26587" y="5611"/>
                  </a:lnTo>
                  <a:lnTo>
                    <a:pt x="26420" y="5355"/>
                  </a:lnTo>
                  <a:lnTo>
                    <a:pt x="26264" y="5088"/>
                  </a:lnTo>
                  <a:lnTo>
                    <a:pt x="26120" y="4821"/>
                  </a:lnTo>
                  <a:lnTo>
                    <a:pt x="25986" y="4554"/>
                  </a:lnTo>
                  <a:lnTo>
                    <a:pt x="25863" y="4275"/>
                  </a:lnTo>
                  <a:lnTo>
                    <a:pt x="25752" y="3986"/>
                  </a:lnTo>
                  <a:lnTo>
                    <a:pt x="25652" y="3697"/>
                  </a:lnTo>
                  <a:lnTo>
                    <a:pt x="25652" y="3697"/>
                  </a:lnTo>
                  <a:lnTo>
                    <a:pt x="25529" y="3329"/>
                  </a:lnTo>
                  <a:lnTo>
                    <a:pt x="25418" y="2939"/>
                  </a:lnTo>
                  <a:lnTo>
                    <a:pt x="25307" y="2550"/>
                  </a:lnTo>
                  <a:lnTo>
                    <a:pt x="25218" y="2171"/>
                  </a:lnTo>
                  <a:lnTo>
                    <a:pt x="25129" y="1793"/>
                  </a:lnTo>
                  <a:lnTo>
                    <a:pt x="25062" y="1414"/>
                  </a:lnTo>
                  <a:lnTo>
                    <a:pt x="25017" y="1058"/>
                  </a:lnTo>
                  <a:lnTo>
                    <a:pt x="24984" y="724"/>
                  </a:lnTo>
                  <a:lnTo>
                    <a:pt x="24984" y="724"/>
                  </a:lnTo>
                  <a:lnTo>
                    <a:pt x="24973" y="646"/>
                  </a:lnTo>
                  <a:lnTo>
                    <a:pt x="24939" y="579"/>
                  </a:lnTo>
                  <a:lnTo>
                    <a:pt x="24895" y="512"/>
                  </a:lnTo>
                  <a:lnTo>
                    <a:pt x="24828" y="446"/>
                  </a:lnTo>
                  <a:lnTo>
                    <a:pt x="24750" y="390"/>
                  </a:lnTo>
                  <a:lnTo>
                    <a:pt x="24661" y="334"/>
                  </a:lnTo>
                  <a:lnTo>
                    <a:pt x="24550" y="290"/>
                  </a:lnTo>
                  <a:lnTo>
                    <a:pt x="24427" y="245"/>
                  </a:lnTo>
                  <a:lnTo>
                    <a:pt x="24283" y="201"/>
                  </a:lnTo>
                  <a:lnTo>
                    <a:pt x="24138" y="167"/>
                  </a:lnTo>
                  <a:lnTo>
                    <a:pt x="23793" y="100"/>
                  </a:lnTo>
                  <a:lnTo>
                    <a:pt x="23403" y="56"/>
                  </a:lnTo>
                  <a:lnTo>
                    <a:pt x="22969" y="23"/>
                  </a:lnTo>
                  <a:lnTo>
                    <a:pt x="22490" y="11"/>
                  </a:lnTo>
                  <a:lnTo>
                    <a:pt x="21978" y="0"/>
                  </a:lnTo>
                  <a:lnTo>
                    <a:pt x="21432" y="0"/>
                  </a:lnTo>
                  <a:lnTo>
                    <a:pt x="20842" y="23"/>
                  </a:lnTo>
                  <a:lnTo>
                    <a:pt x="20230" y="45"/>
                  </a:lnTo>
                  <a:lnTo>
                    <a:pt x="19595" y="78"/>
                  </a:lnTo>
                  <a:lnTo>
                    <a:pt x="18939" y="123"/>
                  </a:lnTo>
                  <a:lnTo>
                    <a:pt x="18259" y="178"/>
                  </a:lnTo>
                  <a:lnTo>
                    <a:pt x="16868" y="301"/>
                  </a:lnTo>
                  <a:lnTo>
                    <a:pt x="15443" y="446"/>
                  </a:lnTo>
                  <a:lnTo>
                    <a:pt x="14006" y="613"/>
                  </a:lnTo>
                  <a:lnTo>
                    <a:pt x="12604" y="791"/>
                  </a:lnTo>
                  <a:lnTo>
                    <a:pt x="11245" y="969"/>
                  </a:lnTo>
                  <a:lnTo>
                    <a:pt x="9965" y="1136"/>
                  </a:lnTo>
                  <a:lnTo>
                    <a:pt x="7761" y="1459"/>
                  </a:lnTo>
                  <a:lnTo>
                    <a:pt x="7761" y="1459"/>
                  </a:lnTo>
                  <a:lnTo>
                    <a:pt x="7471" y="1503"/>
                  </a:lnTo>
                  <a:lnTo>
                    <a:pt x="7182" y="1537"/>
                  </a:lnTo>
                  <a:lnTo>
                    <a:pt x="6892" y="1559"/>
                  </a:lnTo>
                  <a:lnTo>
                    <a:pt x="6614" y="1570"/>
                  </a:lnTo>
                  <a:lnTo>
                    <a:pt x="6324" y="1570"/>
                  </a:lnTo>
                  <a:lnTo>
                    <a:pt x="6035" y="1570"/>
                  </a:lnTo>
                  <a:lnTo>
                    <a:pt x="5745" y="1559"/>
                  </a:lnTo>
                  <a:lnTo>
                    <a:pt x="5456" y="1537"/>
                  </a:lnTo>
                  <a:lnTo>
                    <a:pt x="5166" y="1514"/>
                  </a:lnTo>
                  <a:lnTo>
                    <a:pt x="4888" y="1470"/>
                  </a:lnTo>
                  <a:lnTo>
                    <a:pt x="4599" y="1425"/>
                  </a:lnTo>
                  <a:lnTo>
                    <a:pt x="4320" y="1370"/>
                  </a:lnTo>
                  <a:lnTo>
                    <a:pt x="4042" y="1314"/>
                  </a:lnTo>
                  <a:lnTo>
                    <a:pt x="3753" y="1247"/>
                  </a:lnTo>
                  <a:lnTo>
                    <a:pt x="3474" y="1169"/>
                  </a:lnTo>
                  <a:lnTo>
                    <a:pt x="3207" y="1080"/>
                  </a:lnTo>
                  <a:lnTo>
                    <a:pt x="3207" y="1080"/>
                  </a:lnTo>
                  <a:lnTo>
                    <a:pt x="3129" y="1693"/>
                  </a:lnTo>
                  <a:lnTo>
                    <a:pt x="3040" y="2361"/>
                  </a:lnTo>
                  <a:lnTo>
                    <a:pt x="2906" y="3196"/>
                  </a:lnTo>
                  <a:lnTo>
                    <a:pt x="2762" y="4142"/>
                  </a:lnTo>
                  <a:lnTo>
                    <a:pt x="2572" y="5133"/>
                  </a:lnTo>
                  <a:lnTo>
                    <a:pt x="2472" y="5623"/>
                  </a:lnTo>
                  <a:lnTo>
                    <a:pt x="2361" y="6101"/>
                  </a:lnTo>
                  <a:lnTo>
                    <a:pt x="2250" y="6569"/>
                  </a:lnTo>
                  <a:lnTo>
                    <a:pt x="2127" y="7014"/>
                  </a:lnTo>
                  <a:lnTo>
                    <a:pt x="2127" y="7014"/>
                  </a:lnTo>
                  <a:lnTo>
                    <a:pt x="1949" y="7560"/>
                  </a:lnTo>
                  <a:lnTo>
                    <a:pt x="1760" y="8105"/>
                  </a:lnTo>
                  <a:lnTo>
                    <a:pt x="1760" y="8105"/>
                  </a:lnTo>
                  <a:lnTo>
                    <a:pt x="1615" y="8439"/>
                  </a:lnTo>
                  <a:lnTo>
                    <a:pt x="1492" y="8773"/>
                  </a:lnTo>
                  <a:lnTo>
                    <a:pt x="1348" y="9185"/>
                  </a:lnTo>
                  <a:lnTo>
                    <a:pt x="1181" y="9675"/>
                  </a:lnTo>
                  <a:lnTo>
                    <a:pt x="1003" y="10254"/>
                  </a:lnTo>
                  <a:lnTo>
                    <a:pt x="824" y="10900"/>
                  </a:lnTo>
                  <a:lnTo>
                    <a:pt x="646" y="11601"/>
                  </a:lnTo>
                  <a:lnTo>
                    <a:pt x="479" y="12358"/>
                  </a:lnTo>
                  <a:lnTo>
                    <a:pt x="401" y="12748"/>
                  </a:lnTo>
                  <a:lnTo>
                    <a:pt x="323" y="13149"/>
                  </a:lnTo>
                  <a:lnTo>
                    <a:pt x="257" y="13572"/>
                  </a:lnTo>
                  <a:lnTo>
                    <a:pt x="190" y="13995"/>
                  </a:lnTo>
                  <a:lnTo>
                    <a:pt x="134" y="14418"/>
                  </a:lnTo>
                  <a:lnTo>
                    <a:pt x="90" y="14863"/>
                  </a:lnTo>
                  <a:lnTo>
                    <a:pt x="45" y="15298"/>
                  </a:lnTo>
                  <a:lnTo>
                    <a:pt x="23" y="15754"/>
                  </a:lnTo>
                  <a:lnTo>
                    <a:pt x="1" y="16199"/>
                  </a:lnTo>
                  <a:lnTo>
                    <a:pt x="1" y="16656"/>
                  </a:lnTo>
                  <a:lnTo>
                    <a:pt x="1" y="17112"/>
                  </a:lnTo>
                  <a:lnTo>
                    <a:pt x="23" y="17569"/>
                  </a:lnTo>
                  <a:lnTo>
                    <a:pt x="56" y="18025"/>
                  </a:lnTo>
                  <a:lnTo>
                    <a:pt x="101" y="18482"/>
                  </a:lnTo>
                  <a:lnTo>
                    <a:pt x="101" y="18482"/>
                  </a:lnTo>
                  <a:lnTo>
                    <a:pt x="134" y="18704"/>
                  </a:lnTo>
                  <a:lnTo>
                    <a:pt x="168" y="18927"/>
                  </a:lnTo>
                  <a:lnTo>
                    <a:pt x="212" y="19150"/>
                  </a:lnTo>
                  <a:lnTo>
                    <a:pt x="268" y="19361"/>
                  </a:lnTo>
                  <a:lnTo>
                    <a:pt x="323" y="19573"/>
                  </a:lnTo>
                  <a:lnTo>
                    <a:pt x="379" y="19773"/>
                  </a:lnTo>
                  <a:lnTo>
                    <a:pt x="524" y="20174"/>
                  </a:lnTo>
                  <a:lnTo>
                    <a:pt x="680" y="20552"/>
                  </a:lnTo>
                  <a:lnTo>
                    <a:pt x="869" y="20920"/>
                  </a:lnTo>
                  <a:lnTo>
                    <a:pt x="1069" y="21265"/>
                  </a:lnTo>
                  <a:lnTo>
                    <a:pt x="1281" y="21599"/>
                  </a:lnTo>
                  <a:lnTo>
                    <a:pt x="1515" y="21922"/>
                  </a:lnTo>
                  <a:lnTo>
                    <a:pt x="1760" y="22222"/>
                  </a:lnTo>
                  <a:lnTo>
                    <a:pt x="2016" y="22523"/>
                  </a:lnTo>
                  <a:lnTo>
                    <a:pt x="2283" y="22801"/>
                  </a:lnTo>
                  <a:lnTo>
                    <a:pt x="2561" y="23069"/>
                  </a:lnTo>
                  <a:lnTo>
                    <a:pt x="2851" y="23325"/>
                  </a:lnTo>
                  <a:lnTo>
                    <a:pt x="3151" y="23570"/>
                  </a:lnTo>
                  <a:lnTo>
                    <a:pt x="3452" y="23803"/>
                  </a:lnTo>
                  <a:lnTo>
                    <a:pt x="3764" y="24037"/>
                  </a:lnTo>
                  <a:lnTo>
                    <a:pt x="4075" y="24249"/>
                  </a:lnTo>
                  <a:lnTo>
                    <a:pt x="4387" y="24460"/>
                  </a:lnTo>
                  <a:lnTo>
                    <a:pt x="4710" y="24661"/>
                  </a:lnTo>
                  <a:lnTo>
                    <a:pt x="5333" y="25050"/>
                  </a:lnTo>
                  <a:lnTo>
                    <a:pt x="5957" y="25407"/>
                  </a:lnTo>
                  <a:lnTo>
                    <a:pt x="6547" y="25752"/>
                  </a:lnTo>
                  <a:lnTo>
                    <a:pt x="7104" y="26075"/>
                  </a:lnTo>
                  <a:lnTo>
                    <a:pt x="7627" y="26397"/>
                  </a:lnTo>
                  <a:lnTo>
                    <a:pt x="7861" y="26553"/>
                  </a:lnTo>
                  <a:lnTo>
                    <a:pt x="8083" y="26720"/>
                  </a:lnTo>
                  <a:lnTo>
                    <a:pt x="8083" y="26720"/>
                  </a:lnTo>
                  <a:lnTo>
                    <a:pt x="8306" y="26876"/>
                  </a:lnTo>
                  <a:lnTo>
                    <a:pt x="8551" y="27032"/>
                  </a:lnTo>
                  <a:lnTo>
                    <a:pt x="9052" y="27344"/>
                  </a:lnTo>
                  <a:lnTo>
                    <a:pt x="9598" y="27667"/>
                  </a:lnTo>
                  <a:lnTo>
                    <a:pt x="10165" y="28012"/>
                  </a:lnTo>
                  <a:lnTo>
                    <a:pt x="10455" y="28201"/>
                  </a:lnTo>
                  <a:lnTo>
                    <a:pt x="10744" y="28401"/>
                  </a:lnTo>
                  <a:lnTo>
                    <a:pt x="11023" y="28613"/>
                  </a:lnTo>
                  <a:lnTo>
                    <a:pt x="11312" y="28836"/>
                  </a:lnTo>
                  <a:lnTo>
                    <a:pt x="11579" y="29081"/>
                  </a:lnTo>
                  <a:lnTo>
                    <a:pt x="11847" y="29337"/>
                  </a:lnTo>
                  <a:lnTo>
                    <a:pt x="12103" y="29615"/>
                  </a:lnTo>
                  <a:lnTo>
                    <a:pt x="12348" y="29916"/>
                  </a:lnTo>
                  <a:lnTo>
                    <a:pt x="12581" y="30238"/>
                  </a:lnTo>
                  <a:lnTo>
                    <a:pt x="12693" y="30405"/>
                  </a:lnTo>
                  <a:lnTo>
                    <a:pt x="12804" y="30584"/>
                  </a:lnTo>
                  <a:lnTo>
                    <a:pt x="12904" y="30762"/>
                  </a:lnTo>
                  <a:lnTo>
                    <a:pt x="13004" y="30951"/>
                  </a:lnTo>
                  <a:lnTo>
                    <a:pt x="13105" y="31140"/>
                  </a:lnTo>
                  <a:lnTo>
                    <a:pt x="13194" y="31352"/>
                  </a:lnTo>
                  <a:lnTo>
                    <a:pt x="13272" y="31552"/>
                  </a:lnTo>
                  <a:lnTo>
                    <a:pt x="13350" y="31775"/>
                  </a:lnTo>
                  <a:lnTo>
                    <a:pt x="13427" y="31998"/>
                  </a:lnTo>
                  <a:lnTo>
                    <a:pt x="13494" y="32231"/>
                  </a:lnTo>
                  <a:lnTo>
                    <a:pt x="13550" y="32465"/>
                  </a:lnTo>
                  <a:lnTo>
                    <a:pt x="13606" y="32710"/>
                  </a:lnTo>
                  <a:lnTo>
                    <a:pt x="13661" y="32966"/>
                  </a:lnTo>
                  <a:lnTo>
                    <a:pt x="13695" y="33233"/>
                  </a:lnTo>
                  <a:lnTo>
                    <a:pt x="13739" y="33501"/>
                  </a:lnTo>
                  <a:lnTo>
                    <a:pt x="13761" y="33790"/>
                  </a:lnTo>
                  <a:lnTo>
                    <a:pt x="13784" y="34080"/>
                  </a:lnTo>
                  <a:lnTo>
                    <a:pt x="13795" y="34380"/>
                  </a:lnTo>
                  <a:lnTo>
                    <a:pt x="13806" y="34692"/>
                  </a:lnTo>
                  <a:lnTo>
                    <a:pt x="13795" y="35004"/>
                  </a:lnTo>
                  <a:lnTo>
                    <a:pt x="13784" y="35338"/>
                  </a:lnTo>
                  <a:lnTo>
                    <a:pt x="13761" y="35672"/>
                  </a:lnTo>
                  <a:lnTo>
                    <a:pt x="13739" y="36028"/>
                  </a:lnTo>
                  <a:lnTo>
                    <a:pt x="13706" y="36384"/>
                  </a:lnTo>
                  <a:lnTo>
                    <a:pt x="13650" y="36752"/>
                  </a:lnTo>
                  <a:lnTo>
                    <a:pt x="13594" y="37130"/>
                  </a:lnTo>
                  <a:lnTo>
                    <a:pt x="13528" y="37531"/>
                  </a:lnTo>
                  <a:lnTo>
                    <a:pt x="13461" y="37932"/>
                  </a:lnTo>
                  <a:lnTo>
                    <a:pt x="13372" y="38344"/>
                  </a:lnTo>
                  <a:lnTo>
                    <a:pt x="13272" y="38778"/>
                  </a:lnTo>
                  <a:lnTo>
                    <a:pt x="13272" y="38778"/>
                  </a:lnTo>
                  <a:lnTo>
                    <a:pt x="13049" y="39769"/>
                  </a:lnTo>
                  <a:lnTo>
                    <a:pt x="12837" y="40782"/>
                  </a:lnTo>
                  <a:lnTo>
                    <a:pt x="12637" y="41795"/>
                  </a:lnTo>
                  <a:lnTo>
                    <a:pt x="12459" y="42808"/>
                  </a:lnTo>
                  <a:lnTo>
                    <a:pt x="12281" y="43799"/>
                  </a:lnTo>
                  <a:lnTo>
                    <a:pt x="12125" y="44768"/>
                  </a:lnTo>
                  <a:lnTo>
                    <a:pt x="11980" y="45703"/>
                  </a:lnTo>
                  <a:lnTo>
                    <a:pt x="11847" y="46582"/>
                  </a:lnTo>
                  <a:lnTo>
                    <a:pt x="11624" y="48152"/>
                  </a:lnTo>
                  <a:lnTo>
                    <a:pt x="11468" y="49377"/>
                  </a:lnTo>
                  <a:lnTo>
                    <a:pt x="11334" y="50468"/>
                  </a:lnTo>
                  <a:lnTo>
                    <a:pt x="11334" y="50468"/>
                  </a:lnTo>
                  <a:lnTo>
                    <a:pt x="11423" y="50468"/>
                  </a:lnTo>
                  <a:lnTo>
                    <a:pt x="11735" y="50468"/>
                  </a:lnTo>
                  <a:lnTo>
                    <a:pt x="12002" y="50479"/>
                  </a:lnTo>
                  <a:lnTo>
                    <a:pt x="12348" y="50501"/>
                  </a:lnTo>
                  <a:lnTo>
                    <a:pt x="12782" y="50546"/>
                  </a:lnTo>
                  <a:lnTo>
                    <a:pt x="13327" y="50601"/>
                  </a:lnTo>
                  <a:lnTo>
                    <a:pt x="13973" y="50690"/>
                  </a:lnTo>
                  <a:lnTo>
                    <a:pt x="14730" y="50802"/>
                  </a:lnTo>
                  <a:lnTo>
                    <a:pt x="15621" y="50935"/>
                  </a:lnTo>
                  <a:lnTo>
                    <a:pt x="16645" y="51114"/>
                  </a:lnTo>
                  <a:lnTo>
                    <a:pt x="17814" y="51325"/>
                  </a:lnTo>
                  <a:lnTo>
                    <a:pt x="19128" y="51570"/>
                  </a:lnTo>
                  <a:lnTo>
                    <a:pt x="20609" y="51871"/>
                  </a:lnTo>
                  <a:lnTo>
                    <a:pt x="22256" y="52205"/>
                  </a:lnTo>
                  <a:lnTo>
                    <a:pt x="22256" y="52205"/>
                  </a:lnTo>
                  <a:lnTo>
                    <a:pt x="22501" y="52260"/>
                  </a:lnTo>
                  <a:lnTo>
                    <a:pt x="22735" y="52294"/>
                  </a:lnTo>
                  <a:lnTo>
                    <a:pt x="22980" y="52327"/>
                  </a:lnTo>
                  <a:lnTo>
                    <a:pt x="23214" y="52360"/>
                  </a:lnTo>
                  <a:lnTo>
                    <a:pt x="23681" y="52394"/>
                  </a:lnTo>
                  <a:lnTo>
                    <a:pt x="24138" y="52394"/>
                  </a:lnTo>
                  <a:lnTo>
                    <a:pt x="24594" y="52383"/>
                  </a:lnTo>
                  <a:lnTo>
                    <a:pt x="25040" y="52338"/>
                  </a:lnTo>
                  <a:lnTo>
                    <a:pt x="25485" y="52283"/>
                  </a:lnTo>
                  <a:lnTo>
                    <a:pt x="25930" y="52216"/>
                  </a:lnTo>
                  <a:lnTo>
                    <a:pt x="26376" y="52127"/>
                  </a:lnTo>
                  <a:lnTo>
                    <a:pt x="26810" y="52026"/>
                  </a:lnTo>
                  <a:lnTo>
                    <a:pt x="27255" y="51904"/>
                  </a:lnTo>
                  <a:lnTo>
                    <a:pt x="27689" y="51782"/>
                  </a:lnTo>
                  <a:lnTo>
                    <a:pt x="28580" y="51514"/>
                  </a:lnTo>
                  <a:lnTo>
                    <a:pt x="29471" y="51236"/>
                  </a:lnTo>
                  <a:lnTo>
                    <a:pt x="29471" y="51236"/>
                  </a:lnTo>
                  <a:lnTo>
                    <a:pt x="30328" y="50969"/>
                  </a:lnTo>
                  <a:lnTo>
                    <a:pt x="30762" y="50835"/>
                  </a:lnTo>
                  <a:lnTo>
                    <a:pt x="31208" y="50713"/>
                  </a:lnTo>
                  <a:lnTo>
                    <a:pt x="31664" y="50590"/>
                  </a:lnTo>
                  <a:lnTo>
                    <a:pt x="32120" y="50479"/>
                  </a:lnTo>
                  <a:lnTo>
                    <a:pt x="32588" y="50379"/>
                  </a:lnTo>
                  <a:lnTo>
                    <a:pt x="33056" y="50290"/>
                  </a:lnTo>
                  <a:lnTo>
                    <a:pt x="33546" y="50212"/>
                  </a:lnTo>
                  <a:lnTo>
                    <a:pt x="34035" y="50156"/>
                  </a:lnTo>
                  <a:lnTo>
                    <a:pt x="34548" y="50112"/>
                  </a:lnTo>
                  <a:lnTo>
                    <a:pt x="35060" y="50078"/>
                  </a:lnTo>
                  <a:lnTo>
                    <a:pt x="35594" y="50067"/>
                  </a:lnTo>
                  <a:lnTo>
                    <a:pt x="36128" y="50089"/>
                  </a:lnTo>
                  <a:lnTo>
                    <a:pt x="36685" y="50123"/>
                  </a:lnTo>
                  <a:lnTo>
                    <a:pt x="37253" y="50178"/>
                  </a:lnTo>
                  <a:lnTo>
                    <a:pt x="37253" y="50178"/>
                  </a:lnTo>
                  <a:lnTo>
                    <a:pt x="37142" y="49700"/>
                  </a:lnTo>
                  <a:lnTo>
                    <a:pt x="37041" y="49210"/>
                  </a:lnTo>
                  <a:lnTo>
                    <a:pt x="36952" y="48709"/>
                  </a:lnTo>
                  <a:lnTo>
                    <a:pt x="36874" y="48197"/>
                  </a:lnTo>
                  <a:lnTo>
                    <a:pt x="36808" y="47673"/>
                  </a:lnTo>
                  <a:lnTo>
                    <a:pt x="36741" y="47139"/>
                  </a:lnTo>
                  <a:lnTo>
                    <a:pt x="36696" y="46605"/>
                  </a:lnTo>
                  <a:lnTo>
                    <a:pt x="36663" y="46059"/>
                  </a:lnTo>
                  <a:lnTo>
                    <a:pt x="36629" y="45502"/>
                  </a:lnTo>
                  <a:lnTo>
                    <a:pt x="36607" y="44946"/>
                  </a:lnTo>
                  <a:lnTo>
                    <a:pt x="36596" y="44378"/>
                  </a:lnTo>
                  <a:lnTo>
                    <a:pt x="36585" y="43799"/>
                  </a:lnTo>
                  <a:lnTo>
                    <a:pt x="36596" y="43220"/>
                  </a:lnTo>
                  <a:lnTo>
                    <a:pt x="36607" y="42641"/>
                  </a:lnTo>
                  <a:lnTo>
                    <a:pt x="36641" y="41450"/>
                  </a:lnTo>
                  <a:lnTo>
                    <a:pt x="36707" y="40247"/>
                  </a:lnTo>
                  <a:lnTo>
                    <a:pt x="36796" y="39034"/>
                  </a:lnTo>
                  <a:lnTo>
                    <a:pt x="36897" y="37809"/>
                  </a:lnTo>
                  <a:lnTo>
                    <a:pt x="37019" y="36585"/>
                  </a:lnTo>
                  <a:lnTo>
                    <a:pt x="37153" y="35349"/>
                  </a:lnTo>
                  <a:lnTo>
                    <a:pt x="37286" y="34124"/>
                  </a:lnTo>
                  <a:lnTo>
                    <a:pt x="37587" y="31686"/>
                  </a:lnTo>
                  <a:lnTo>
                    <a:pt x="37876" y="29292"/>
                  </a:lnTo>
                  <a:lnTo>
                    <a:pt x="38021" y="28123"/>
                  </a:lnTo>
                  <a:lnTo>
                    <a:pt x="38155" y="26976"/>
                  </a:lnTo>
                  <a:lnTo>
                    <a:pt x="38266" y="25852"/>
                  </a:lnTo>
                  <a:lnTo>
                    <a:pt x="38377" y="24761"/>
                  </a:lnTo>
                  <a:lnTo>
                    <a:pt x="38455" y="23703"/>
                  </a:lnTo>
                  <a:lnTo>
                    <a:pt x="38522" y="22679"/>
                  </a:lnTo>
                  <a:lnTo>
                    <a:pt x="38567" y="21699"/>
                  </a:lnTo>
                  <a:lnTo>
                    <a:pt x="38567" y="21232"/>
                  </a:lnTo>
                  <a:lnTo>
                    <a:pt x="38578" y="20764"/>
                  </a:lnTo>
                  <a:lnTo>
                    <a:pt x="38567" y="20308"/>
                  </a:lnTo>
                  <a:lnTo>
                    <a:pt x="38556" y="19873"/>
                  </a:lnTo>
                  <a:lnTo>
                    <a:pt x="38533" y="19450"/>
                  </a:lnTo>
                  <a:lnTo>
                    <a:pt x="38500" y="19038"/>
                  </a:lnTo>
                  <a:lnTo>
                    <a:pt x="38467" y="18638"/>
                  </a:lnTo>
                  <a:lnTo>
                    <a:pt x="38411" y="18248"/>
                  </a:lnTo>
                  <a:lnTo>
                    <a:pt x="38355" y="17880"/>
                  </a:lnTo>
                  <a:lnTo>
                    <a:pt x="38288" y="17524"/>
                  </a:lnTo>
                  <a:lnTo>
                    <a:pt x="38199" y="17190"/>
                  </a:lnTo>
                  <a:lnTo>
                    <a:pt x="38110" y="16867"/>
                  </a:lnTo>
                  <a:lnTo>
                    <a:pt x="38010" y="16556"/>
                  </a:lnTo>
                  <a:lnTo>
                    <a:pt x="37899" y="16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1525542" y="2976974"/>
              <a:ext cx="206162" cy="791160"/>
            </a:xfrm>
            <a:custGeom>
              <a:rect b="b" l="l" r="r" t="t"/>
              <a:pathLst>
                <a:path extrusionOk="0" h="33713" w="8785">
                  <a:moveTo>
                    <a:pt x="0" y="0"/>
                  </a:moveTo>
                  <a:lnTo>
                    <a:pt x="457" y="368"/>
                  </a:lnTo>
                  <a:lnTo>
                    <a:pt x="902" y="735"/>
                  </a:lnTo>
                  <a:lnTo>
                    <a:pt x="1348" y="1114"/>
                  </a:lnTo>
                  <a:lnTo>
                    <a:pt x="1782" y="1503"/>
                  </a:lnTo>
                  <a:lnTo>
                    <a:pt x="2205" y="1893"/>
                  </a:lnTo>
                  <a:lnTo>
                    <a:pt x="2639" y="2283"/>
                  </a:lnTo>
                  <a:lnTo>
                    <a:pt x="3051" y="2684"/>
                  </a:lnTo>
                  <a:lnTo>
                    <a:pt x="3463" y="3096"/>
                  </a:lnTo>
                  <a:lnTo>
                    <a:pt x="3864" y="3507"/>
                  </a:lnTo>
                  <a:lnTo>
                    <a:pt x="4265" y="3931"/>
                  </a:lnTo>
                  <a:lnTo>
                    <a:pt x="4654" y="4365"/>
                  </a:lnTo>
                  <a:lnTo>
                    <a:pt x="5022" y="4799"/>
                  </a:lnTo>
                  <a:lnTo>
                    <a:pt x="5389" y="5244"/>
                  </a:lnTo>
                  <a:lnTo>
                    <a:pt x="5745" y="5701"/>
                  </a:lnTo>
                  <a:lnTo>
                    <a:pt x="6079" y="6168"/>
                  </a:lnTo>
                  <a:lnTo>
                    <a:pt x="6402" y="6636"/>
                  </a:lnTo>
                  <a:lnTo>
                    <a:pt x="6703" y="7126"/>
                  </a:lnTo>
                  <a:lnTo>
                    <a:pt x="6992" y="7616"/>
                  </a:lnTo>
                  <a:lnTo>
                    <a:pt x="7126" y="7872"/>
                  </a:lnTo>
                  <a:lnTo>
                    <a:pt x="7248" y="8117"/>
                  </a:lnTo>
                  <a:lnTo>
                    <a:pt x="7371" y="8373"/>
                  </a:lnTo>
                  <a:lnTo>
                    <a:pt x="7482" y="8640"/>
                  </a:lnTo>
                  <a:lnTo>
                    <a:pt x="7582" y="8896"/>
                  </a:lnTo>
                  <a:lnTo>
                    <a:pt x="7671" y="9163"/>
                  </a:lnTo>
                  <a:lnTo>
                    <a:pt x="7760" y="9430"/>
                  </a:lnTo>
                  <a:lnTo>
                    <a:pt x="7827" y="9698"/>
                  </a:lnTo>
                  <a:lnTo>
                    <a:pt x="7894" y="9965"/>
                  </a:lnTo>
                  <a:lnTo>
                    <a:pt x="7939" y="10243"/>
                  </a:lnTo>
                  <a:lnTo>
                    <a:pt x="7983" y="10510"/>
                  </a:lnTo>
                  <a:lnTo>
                    <a:pt x="7994" y="10655"/>
                  </a:lnTo>
                  <a:lnTo>
                    <a:pt x="8017" y="10789"/>
                  </a:lnTo>
                  <a:lnTo>
                    <a:pt x="8028" y="11067"/>
                  </a:lnTo>
                  <a:lnTo>
                    <a:pt x="8050" y="11356"/>
                  </a:lnTo>
                  <a:lnTo>
                    <a:pt x="8061" y="11924"/>
                  </a:lnTo>
                  <a:lnTo>
                    <a:pt x="8050" y="12492"/>
                  </a:lnTo>
                  <a:lnTo>
                    <a:pt x="8017" y="13060"/>
                  </a:lnTo>
                  <a:lnTo>
                    <a:pt x="7983" y="13639"/>
                  </a:lnTo>
                  <a:lnTo>
                    <a:pt x="7927" y="14207"/>
                  </a:lnTo>
                  <a:lnTo>
                    <a:pt x="7861" y="14786"/>
                  </a:lnTo>
                  <a:lnTo>
                    <a:pt x="7794" y="15353"/>
                  </a:lnTo>
                  <a:lnTo>
                    <a:pt x="7638" y="16500"/>
                  </a:lnTo>
                  <a:lnTo>
                    <a:pt x="7449" y="17647"/>
                  </a:lnTo>
                  <a:lnTo>
                    <a:pt x="7248" y="18782"/>
                  </a:lnTo>
                  <a:lnTo>
                    <a:pt x="7048" y="19929"/>
                  </a:lnTo>
                  <a:lnTo>
                    <a:pt x="6603" y="22212"/>
                  </a:lnTo>
                  <a:lnTo>
                    <a:pt x="6157" y="24494"/>
                  </a:lnTo>
                  <a:lnTo>
                    <a:pt x="5712" y="26787"/>
                  </a:lnTo>
                  <a:lnTo>
                    <a:pt x="5500" y="27934"/>
                  </a:lnTo>
                  <a:lnTo>
                    <a:pt x="5300" y="29081"/>
                  </a:lnTo>
                  <a:lnTo>
                    <a:pt x="5122" y="30239"/>
                  </a:lnTo>
                  <a:lnTo>
                    <a:pt x="4955" y="31397"/>
                  </a:lnTo>
                  <a:lnTo>
                    <a:pt x="4877" y="31975"/>
                  </a:lnTo>
                  <a:lnTo>
                    <a:pt x="4810" y="32554"/>
                  </a:lnTo>
                  <a:lnTo>
                    <a:pt x="4754" y="33133"/>
                  </a:lnTo>
                  <a:lnTo>
                    <a:pt x="4699" y="33712"/>
                  </a:lnTo>
                  <a:lnTo>
                    <a:pt x="4699" y="33712"/>
                  </a:lnTo>
                  <a:lnTo>
                    <a:pt x="4810" y="33144"/>
                  </a:lnTo>
                  <a:lnTo>
                    <a:pt x="4933" y="32566"/>
                  </a:lnTo>
                  <a:lnTo>
                    <a:pt x="5166" y="31430"/>
                  </a:lnTo>
                  <a:lnTo>
                    <a:pt x="5422" y="30294"/>
                  </a:lnTo>
                  <a:lnTo>
                    <a:pt x="5690" y="29159"/>
                  </a:lnTo>
                  <a:lnTo>
                    <a:pt x="6758" y="24627"/>
                  </a:lnTo>
                  <a:lnTo>
                    <a:pt x="7026" y="23492"/>
                  </a:lnTo>
                  <a:lnTo>
                    <a:pt x="7282" y="22356"/>
                  </a:lnTo>
                  <a:lnTo>
                    <a:pt x="7527" y="21210"/>
                  </a:lnTo>
                  <a:lnTo>
                    <a:pt x="7760" y="20074"/>
                  </a:lnTo>
                  <a:lnTo>
                    <a:pt x="7994" y="18927"/>
                  </a:lnTo>
                  <a:lnTo>
                    <a:pt x="8195" y="17769"/>
                  </a:lnTo>
                  <a:lnTo>
                    <a:pt x="8384" y="16611"/>
                  </a:lnTo>
                  <a:lnTo>
                    <a:pt x="8473" y="16032"/>
                  </a:lnTo>
                  <a:lnTo>
                    <a:pt x="8551" y="15454"/>
                  </a:lnTo>
                  <a:lnTo>
                    <a:pt x="8618" y="14863"/>
                  </a:lnTo>
                  <a:lnTo>
                    <a:pt x="8673" y="14285"/>
                  </a:lnTo>
                  <a:lnTo>
                    <a:pt x="8729" y="13694"/>
                  </a:lnTo>
                  <a:lnTo>
                    <a:pt x="8762" y="13104"/>
                  </a:lnTo>
                  <a:lnTo>
                    <a:pt x="8785" y="12514"/>
                  </a:lnTo>
                  <a:lnTo>
                    <a:pt x="8785" y="11913"/>
                  </a:lnTo>
                  <a:lnTo>
                    <a:pt x="8774" y="11624"/>
                  </a:lnTo>
                  <a:lnTo>
                    <a:pt x="8762" y="11323"/>
                  </a:lnTo>
                  <a:lnTo>
                    <a:pt x="8740" y="11022"/>
                  </a:lnTo>
                  <a:lnTo>
                    <a:pt x="8707" y="10722"/>
                  </a:lnTo>
                  <a:lnTo>
                    <a:pt x="8696" y="10566"/>
                  </a:lnTo>
                  <a:lnTo>
                    <a:pt x="8673" y="10421"/>
                  </a:lnTo>
                  <a:lnTo>
                    <a:pt x="8618" y="10121"/>
                  </a:lnTo>
                  <a:lnTo>
                    <a:pt x="8562" y="9820"/>
                  </a:lnTo>
                  <a:lnTo>
                    <a:pt x="8484" y="9519"/>
                  </a:lnTo>
                  <a:lnTo>
                    <a:pt x="8395" y="9230"/>
                  </a:lnTo>
                  <a:lnTo>
                    <a:pt x="8295" y="8941"/>
                  </a:lnTo>
                  <a:lnTo>
                    <a:pt x="8184" y="8662"/>
                  </a:lnTo>
                  <a:lnTo>
                    <a:pt x="8072" y="8384"/>
                  </a:lnTo>
                  <a:lnTo>
                    <a:pt x="7950" y="8106"/>
                  </a:lnTo>
                  <a:lnTo>
                    <a:pt x="7805" y="7838"/>
                  </a:lnTo>
                  <a:lnTo>
                    <a:pt x="7671" y="7582"/>
                  </a:lnTo>
                  <a:lnTo>
                    <a:pt x="7516" y="7315"/>
                  </a:lnTo>
                  <a:lnTo>
                    <a:pt x="7371" y="7059"/>
                  </a:lnTo>
                  <a:lnTo>
                    <a:pt x="7204" y="6814"/>
                  </a:lnTo>
                  <a:lnTo>
                    <a:pt x="6870" y="6324"/>
                  </a:lnTo>
                  <a:lnTo>
                    <a:pt x="6525" y="5845"/>
                  </a:lnTo>
                  <a:lnTo>
                    <a:pt x="6157" y="5378"/>
                  </a:lnTo>
                  <a:lnTo>
                    <a:pt x="5768" y="4933"/>
                  </a:lnTo>
                  <a:lnTo>
                    <a:pt x="5378" y="4487"/>
                  </a:lnTo>
                  <a:lnTo>
                    <a:pt x="4977" y="4064"/>
                  </a:lnTo>
                  <a:lnTo>
                    <a:pt x="4554" y="3652"/>
                  </a:lnTo>
                  <a:lnTo>
                    <a:pt x="4131" y="3240"/>
                  </a:lnTo>
                  <a:lnTo>
                    <a:pt x="3708" y="2851"/>
                  </a:lnTo>
                  <a:lnTo>
                    <a:pt x="3263" y="2461"/>
                  </a:lnTo>
                  <a:lnTo>
                    <a:pt x="2817" y="2082"/>
                  </a:lnTo>
                  <a:lnTo>
                    <a:pt x="2361" y="1715"/>
                  </a:lnTo>
                  <a:lnTo>
                    <a:pt x="1904" y="1348"/>
                  </a:lnTo>
                  <a:lnTo>
                    <a:pt x="1437" y="1002"/>
                  </a:lnTo>
                  <a:lnTo>
                    <a:pt x="969" y="657"/>
                  </a:lnTo>
                  <a:lnTo>
                    <a:pt x="479" y="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1F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1525542" y="2976974"/>
              <a:ext cx="206162" cy="791160"/>
            </a:xfrm>
            <a:custGeom>
              <a:rect b="b" l="l" r="r" t="t"/>
              <a:pathLst>
                <a:path extrusionOk="0" fill="none" h="33713" w="8785">
                  <a:moveTo>
                    <a:pt x="0" y="0"/>
                  </a:moveTo>
                  <a:lnTo>
                    <a:pt x="0" y="0"/>
                  </a:lnTo>
                  <a:lnTo>
                    <a:pt x="457" y="368"/>
                  </a:lnTo>
                  <a:lnTo>
                    <a:pt x="902" y="735"/>
                  </a:lnTo>
                  <a:lnTo>
                    <a:pt x="902" y="735"/>
                  </a:lnTo>
                  <a:lnTo>
                    <a:pt x="1348" y="1114"/>
                  </a:lnTo>
                  <a:lnTo>
                    <a:pt x="1782" y="1503"/>
                  </a:lnTo>
                  <a:lnTo>
                    <a:pt x="1782" y="1503"/>
                  </a:lnTo>
                  <a:lnTo>
                    <a:pt x="2205" y="1893"/>
                  </a:lnTo>
                  <a:lnTo>
                    <a:pt x="2205" y="1893"/>
                  </a:lnTo>
                  <a:lnTo>
                    <a:pt x="2639" y="2283"/>
                  </a:lnTo>
                  <a:lnTo>
                    <a:pt x="2639" y="2283"/>
                  </a:lnTo>
                  <a:lnTo>
                    <a:pt x="3051" y="2684"/>
                  </a:lnTo>
                  <a:lnTo>
                    <a:pt x="3463" y="3096"/>
                  </a:lnTo>
                  <a:lnTo>
                    <a:pt x="3463" y="3096"/>
                  </a:lnTo>
                  <a:lnTo>
                    <a:pt x="3864" y="3507"/>
                  </a:lnTo>
                  <a:lnTo>
                    <a:pt x="4265" y="3931"/>
                  </a:lnTo>
                  <a:lnTo>
                    <a:pt x="4654" y="4365"/>
                  </a:lnTo>
                  <a:lnTo>
                    <a:pt x="5022" y="4799"/>
                  </a:lnTo>
                  <a:lnTo>
                    <a:pt x="5389" y="5244"/>
                  </a:lnTo>
                  <a:lnTo>
                    <a:pt x="5745" y="5701"/>
                  </a:lnTo>
                  <a:lnTo>
                    <a:pt x="6079" y="6168"/>
                  </a:lnTo>
                  <a:lnTo>
                    <a:pt x="6402" y="6636"/>
                  </a:lnTo>
                  <a:lnTo>
                    <a:pt x="6402" y="6636"/>
                  </a:lnTo>
                  <a:lnTo>
                    <a:pt x="6703" y="7126"/>
                  </a:lnTo>
                  <a:lnTo>
                    <a:pt x="6992" y="7616"/>
                  </a:lnTo>
                  <a:lnTo>
                    <a:pt x="7126" y="7872"/>
                  </a:lnTo>
                  <a:lnTo>
                    <a:pt x="7248" y="8117"/>
                  </a:lnTo>
                  <a:lnTo>
                    <a:pt x="7371" y="8373"/>
                  </a:lnTo>
                  <a:lnTo>
                    <a:pt x="7482" y="8640"/>
                  </a:lnTo>
                  <a:lnTo>
                    <a:pt x="7482" y="8640"/>
                  </a:lnTo>
                  <a:lnTo>
                    <a:pt x="7582" y="8896"/>
                  </a:lnTo>
                  <a:lnTo>
                    <a:pt x="7671" y="9163"/>
                  </a:lnTo>
                  <a:lnTo>
                    <a:pt x="7760" y="9430"/>
                  </a:lnTo>
                  <a:lnTo>
                    <a:pt x="7827" y="9698"/>
                  </a:lnTo>
                  <a:lnTo>
                    <a:pt x="7827" y="9698"/>
                  </a:lnTo>
                  <a:lnTo>
                    <a:pt x="7894" y="9965"/>
                  </a:lnTo>
                  <a:lnTo>
                    <a:pt x="7894" y="9965"/>
                  </a:lnTo>
                  <a:lnTo>
                    <a:pt x="7939" y="10243"/>
                  </a:lnTo>
                  <a:lnTo>
                    <a:pt x="7939" y="10243"/>
                  </a:lnTo>
                  <a:lnTo>
                    <a:pt x="7983" y="10510"/>
                  </a:lnTo>
                  <a:lnTo>
                    <a:pt x="7994" y="10655"/>
                  </a:lnTo>
                  <a:lnTo>
                    <a:pt x="8017" y="10789"/>
                  </a:lnTo>
                  <a:lnTo>
                    <a:pt x="8017" y="10789"/>
                  </a:lnTo>
                  <a:lnTo>
                    <a:pt x="8028" y="11067"/>
                  </a:lnTo>
                  <a:lnTo>
                    <a:pt x="8050" y="11356"/>
                  </a:lnTo>
                  <a:lnTo>
                    <a:pt x="8061" y="11924"/>
                  </a:lnTo>
                  <a:lnTo>
                    <a:pt x="8050" y="12492"/>
                  </a:lnTo>
                  <a:lnTo>
                    <a:pt x="8017" y="13060"/>
                  </a:lnTo>
                  <a:lnTo>
                    <a:pt x="8017" y="13060"/>
                  </a:lnTo>
                  <a:lnTo>
                    <a:pt x="7983" y="13639"/>
                  </a:lnTo>
                  <a:lnTo>
                    <a:pt x="7927" y="14207"/>
                  </a:lnTo>
                  <a:lnTo>
                    <a:pt x="7861" y="14786"/>
                  </a:lnTo>
                  <a:lnTo>
                    <a:pt x="7794" y="15353"/>
                  </a:lnTo>
                  <a:lnTo>
                    <a:pt x="7794" y="15353"/>
                  </a:lnTo>
                  <a:lnTo>
                    <a:pt x="7638" y="16500"/>
                  </a:lnTo>
                  <a:lnTo>
                    <a:pt x="7449" y="17647"/>
                  </a:lnTo>
                  <a:lnTo>
                    <a:pt x="7248" y="18782"/>
                  </a:lnTo>
                  <a:lnTo>
                    <a:pt x="7048" y="19929"/>
                  </a:lnTo>
                  <a:lnTo>
                    <a:pt x="7048" y="19929"/>
                  </a:lnTo>
                  <a:lnTo>
                    <a:pt x="6603" y="22212"/>
                  </a:lnTo>
                  <a:lnTo>
                    <a:pt x="6157" y="24494"/>
                  </a:lnTo>
                  <a:lnTo>
                    <a:pt x="6157" y="24494"/>
                  </a:lnTo>
                  <a:lnTo>
                    <a:pt x="5712" y="26787"/>
                  </a:lnTo>
                  <a:lnTo>
                    <a:pt x="5500" y="27934"/>
                  </a:lnTo>
                  <a:lnTo>
                    <a:pt x="5300" y="29081"/>
                  </a:lnTo>
                  <a:lnTo>
                    <a:pt x="5300" y="29081"/>
                  </a:lnTo>
                  <a:lnTo>
                    <a:pt x="5122" y="30239"/>
                  </a:lnTo>
                  <a:lnTo>
                    <a:pt x="4955" y="31397"/>
                  </a:lnTo>
                  <a:lnTo>
                    <a:pt x="4877" y="31975"/>
                  </a:lnTo>
                  <a:lnTo>
                    <a:pt x="4810" y="32554"/>
                  </a:lnTo>
                  <a:lnTo>
                    <a:pt x="4754" y="33133"/>
                  </a:lnTo>
                  <a:lnTo>
                    <a:pt x="4699" y="33712"/>
                  </a:lnTo>
                  <a:lnTo>
                    <a:pt x="4699" y="33712"/>
                  </a:lnTo>
                  <a:lnTo>
                    <a:pt x="4810" y="33144"/>
                  </a:lnTo>
                  <a:lnTo>
                    <a:pt x="4933" y="32566"/>
                  </a:lnTo>
                  <a:lnTo>
                    <a:pt x="4933" y="32566"/>
                  </a:lnTo>
                  <a:lnTo>
                    <a:pt x="5166" y="31430"/>
                  </a:lnTo>
                  <a:lnTo>
                    <a:pt x="5166" y="31430"/>
                  </a:lnTo>
                  <a:lnTo>
                    <a:pt x="5422" y="30294"/>
                  </a:lnTo>
                  <a:lnTo>
                    <a:pt x="5690" y="29159"/>
                  </a:lnTo>
                  <a:lnTo>
                    <a:pt x="6758" y="24627"/>
                  </a:lnTo>
                  <a:lnTo>
                    <a:pt x="6758" y="24627"/>
                  </a:lnTo>
                  <a:lnTo>
                    <a:pt x="7026" y="23492"/>
                  </a:lnTo>
                  <a:lnTo>
                    <a:pt x="7282" y="22356"/>
                  </a:lnTo>
                  <a:lnTo>
                    <a:pt x="7527" y="21210"/>
                  </a:lnTo>
                  <a:lnTo>
                    <a:pt x="7760" y="20074"/>
                  </a:lnTo>
                  <a:lnTo>
                    <a:pt x="7760" y="20074"/>
                  </a:lnTo>
                  <a:lnTo>
                    <a:pt x="7994" y="18927"/>
                  </a:lnTo>
                  <a:lnTo>
                    <a:pt x="8195" y="17769"/>
                  </a:lnTo>
                  <a:lnTo>
                    <a:pt x="8195" y="17769"/>
                  </a:lnTo>
                  <a:lnTo>
                    <a:pt x="8384" y="16611"/>
                  </a:lnTo>
                  <a:lnTo>
                    <a:pt x="8473" y="16032"/>
                  </a:lnTo>
                  <a:lnTo>
                    <a:pt x="8551" y="15454"/>
                  </a:lnTo>
                  <a:lnTo>
                    <a:pt x="8551" y="15454"/>
                  </a:lnTo>
                  <a:lnTo>
                    <a:pt x="8618" y="14863"/>
                  </a:lnTo>
                  <a:lnTo>
                    <a:pt x="8673" y="14285"/>
                  </a:lnTo>
                  <a:lnTo>
                    <a:pt x="8673" y="14285"/>
                  </a:lnTo>
                  <a:lnTo>
                    <a:pt x="8729" y="13694"/>
                  </a:lnTo>
                  <a:lnTo>
                    <a:pt x="8762" y="13104"/>
                  </a:lnTo>
                  <a:lnTo>
                    <a:pt x="8762" y="13104"/>
                  </a:lnTo>
                  <a:lnTo>
                    <a:pt x="8785" y="12514"/>
                  </a:lnTo>
                  <a:lnTo>
                    <a:pt x="8785" y="11913"/>
                  </a:lnTo>
                  <a:lnTo>
                    <a:pt x="8774" y="11624"/>
                  </a:lnTo>
                  <a:lnTo>
                    <a:pt x="8762" y="11323"/>
                  </a:lnTo>
                  <a:lnTo>
                    <a:pt x="8740" y="11022"/>
                  </a:lnTo>
                  <a:lnTo>
                    <a:pt x="8707" y="10722"/>
                  </a:lnTo>
                  <a:lnTo>
                    <a:pt x="8696" y="10566"/>
                  </a:lnTo>
                  <a:lnTo>
                    <a:pt x="8673" y="10421"/>
                  </a:lnTo>
                  <a:lnTo>
                    <a:pt x="8673" y="10421"/>
                  </a:lnTo>
                  <a:lnTo>
                    <a:pt x="8618" y="10121"/>
                  </a:lnTo>
                  <a:lnTo>
                    <a:pt x="8618" y="10121"/>
                  </a:lnTo>
                  <a:lnTo>
                    <a:pt x="8562" y="9820"/>
                  </a:lnTo>
                  <a:lnTo>
                    <a:pt x="8562" y="9820"/>
                  </a:lnTo>
                  <a:lnTo>
                    <a:pt x="8484" y="9519"/>
                  </a:lnTo>
                  <a:lnTo>
                    <a:pt x="8484" y="9519"/>
                  </a:lnTo>
                  <a:lnTo>
                    <a:pt x="8395" y="9230"/>
                  </a:lnTo>
                  <a:lnTo>
                    <a:pt x="8295" y="8941"/>
                  </a:lnTo>
                  <a:lnTo>
                    <a:pt x="8184" y="8662"/>
                  </a:lnTo>
                  <a:lnTo>
                    <a:pt x="8072" y="8384"/>
                  </a:lnTo>
                  <a:lnTo>
                    <a:pt x="8072" y="8384"/>
                  </a:lnTo>
                  <a:lnTo>
                    <a:pt x="7950" y="8106"/>
                  </a:lnTo>
                  <a:lnTo>
                    <a:pt x="7805" y="7838"/>
                  </a:lnTo>
                  <a:lnTo>
                    <a:pt x="7671" y="7582"/>
                  </a:lnTo>
                  <a:lnTo>
                    <a:pt x="7516" y="7315"/>
                  </a:lnTo>
                  <a:lnTo>
                    <a:pt x="7516" y="7315"/>
                  </a:lnTo>
                  <a:lnTo>
                    <a:pt x="7371" y="7059"/>
                  </a:lnTo>
                  <a:lnTo>
                    <a:pt x="7204" y="6814"/>
                  </a:lnTo>
                  <a:lnTo>
                    <a:pt x="6870" y="6324"/>
                  </a:lnTo>
                  <a:lnTo>
                    <a:pt x="6870" y="6324"/>
                  </a:lnTo>
                  <a:lnTo>
                    <a:pt x="6525" y="5845"/>
                  </a:lnTo>
                  <a:lnTo>
                    <a:pt x="6157" y="5378"/>
                  </a:lnTo>
                  <a:lnTo>
                    <a:pt x="6157" y="5378"/>
                  </a:lnTo>
                  <a:lnTo>
                    <a:pt x="5768" y="4933"/>
                  </a:lnTo>
                  <a:lnTo>
                    <a:pt x="5378" y="4487"/>
                  </a:lnTo>
                  <a:lnTo>
                    <a:pt x="5378" y="4487"/>
                  </a:lnTo>
                  <a:lnTo>
                    <a:pt x="4977" y="4064"/>
                  </a:lnTo>
                  <a:lnTo>
                    <a:pt x="4554" y="3652"/>
                  </a:lnTo>
                  <a:lnTo>
                    <a:pt x="4554" y="3652"/>
                  </a:lnTo>
                  <a:lnTo>
                    <a:pt x="4131" y="3240"/>
                  </a:lnTo>
                  <a:lnTo>
                    <a:pt x="3708" y="2851"/>
                  </a:lnTo>
                  <a:lnTo>
                    <a:pt x="3708" y="2851"/>
                  </a:lnTo>
                  <a:lnTo>
                    <a:pt x="3263" y="2461"/>
                  </a:lnTo>
                  <a:lnTo>
                    <a:pt x="2817" y="2082"/>
                  </a:lnTo>
                  <a:lnTo>
                    <a:pt x="2361" y="1715"/>
                  </a:lnTo>
                  <a:lnTo>
                    <a:pt x="1904" y="1348"/>
                  </a:lnTo>
                  <a:lnTo>
                    <a:pt x="1904" y="1348"/>
                  </a:lnTo>
                  <a:lnTo>
                    <a:pt x="1437" y="1002"/>
                  </a:lnTo>
                  <a:lnTo>
                    <a:pt x="969" y="657"/>
                  </a:lnTo>
                  <a:lnTo>
                    <a:pt x="479" y="32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1764864" y="3341706"/>
              <a:ext cx="172463" cy="377569"/>
            </a:xfrm>
            <a:custGeom>
              <a:rect b="b" l="l" r="r" t="t"/>
              <a:pathLst>
                <a:path extrusionOk="0" h="16089" w="7349">
                  <a:moveTo>
                    <a:pt x="7349" y="1"/>
                  </a:moveTo>
                  <a:lnTo>
                    <a:pt x="7226" y="257"/>
                  </a:lnTo>
                  <a:lnTo>
                    <a:pt x="7093" y="490"/>
                  </a:lnTo>
                  <a:lnTo>
                    <a:pt x="6814" y="969"/>
                  </a:lnTo>
                  <a:lnTo>
                    <a:pt x="6224" y="1904"/>
                  </a:lnTo>
                  <a:lnTo>
                    <a:pt x="5645" y="2851"/>
                  </a:lnTo>
                  <a:lnTo>
                    <a:pt x="5066" y="3797"/>
                  </a:lnTo>
                  <a:lnTo>
                    <a:pt x="4510" y="4755"/>
                  </a:lnTo>
                  <a:lnTo>
                    <a:pt x="3975" y="5734"/>
                  </a:lnTo>
                  <a:lnTo>
                    <a:pt x="3719" y="6224"/>
                  </a:lnTo>
                  <a:lnTo>
                    <a:pt x="3463" y="6714"/>
                  </a:lnTo>
                  <a:lnTo>
                    <a:pt x="3207" y="7215"/>
                  </a:lnTo>
                  <a:lnTo>
                    <a:pt x="2973" y="7716"/>
                  </a:lnTo>
                  <a:lnTo>
                    <a:pt x="2740" y="8217"/>
                  </a:lnTo>
                  <a:lnTo>
                    <a:pt x="2506" y="8729"/>
                  </a:lnTo>
                  <a:lnTo>
                    <a:pt x="2060" y="9742"/>
                  </a:lnTo>
                  <a:lnTo>
                    <a:pt x="1849" y="10266"/>
                  </a:lnTo>
                  <a:lnTo>
                    <a:pt x="1648" y="10778"/>
                  </a:lnTo>
                  <a:lnTo>
                    <a:pt x="1448" y="11301"/>
                  </a:lnTo>
                  <a:lnTo>
                    <a:pt x="1259" y="11824"/>
                  </a:lnTo>
                  <a:lnTo>
                    <a:pt x="1070" y="12348"/>
                  </a:lnTo>
                  <a:lnTo>
                    <a:pt x="891" y="12871"/>
                  </a:lnTo>
                  <a:lnTo>
                    <a:pt x="724" y="13405"/>
                  </a:lnTo>
                  <a:lnTo>
                    <a:pt x="569" y="13928"/>
                  </a:lnTo>
                  <a:lnTo>
                    <a:pt x="413" y="14463"/>
                  </a:lnTo>
                  <a:lnTo>
                    <a:pt x="268" y="14997"/>
                  </a:lnTo>
                  <a:lnTo>
                    <a:pt x="123" y="15543"/>
                  </a:lnTo>
                  <a:lnTo>
                    <a:pt x="1" y="16088"/>
                  </a:lnTo>
                  <a:lnTo>
                    <a:pt x="468" y="15075"/>
                  </a:lnTo>
                  <a:lnTo>
                    <a:pt x="914" y="14062"/>
                  </a:lnTo>
                  <a:lnTo>
                    <a:pt x="1815" y="12047"/>
                  </a:lnTo>
                  <a:lnTo>
                    <a:pt x="2728" y="10032"/>
                  </a:lnTo>
                  <a:lnTo>
                    <a:pt x="2951" y="9542"/>
                  </a:lnTo>
                  <a:lnTo>
                    <a:pt x="3185" y="9041"/>
                  </a:lnTo>
                  <a:lnTo>
                    <a:pt x="3419" y="8540"/>
                  </a:lnTo>
                  <a:lnTo>
                    <a:pt x="3664" y="8039"/>
                  </a:lnTo>
                  <a:lnTo>
                    <a:pt x="4131" y="7048"/>
                  </a:lnTo>
                  <a:lnTo>
                    <a:pt x="4621" y="6057"/>
                  </a:lnTo>
                  <a:lnTo>
                    <a:pt x="5590" y="4087"/>
                  </a:lnTo>
                  <a:lnTo>
                    <a:pt x="6080" y="3085"/>
                  </a:lnTo>
                  <a:lnTo>
                    <a:pt x="6558" y="2083"/>
                  </a:lnTo>
                  <a:lnTo>
                    <a:pt x="6781" y="1582"/>
                  </a:lnTo>
                  <a:lnTo>
                    <a:pt x="7004" y="1069"/>
                  </a:lnTo>
                  <a:lnTo>
                    <a:pt x="7104" y="802"/>
                  </a:lnTo>
                  <a:lnTo>
                    <a:pt x="7193" y="546"/>
                  </a:lnTo>
                  <a:lnTo>
                    <a:pt x="7282" y="279"/>
                  </a:lnTo>
                  <a:lnTo>
                    <a:pt x="7349" y="1"/>
                  </a:lnTo>
                  <a:close/>
                </a:path>
              </a:pathLst>
            </a:custGeom>
            <a:solidFill>
              <a:srgbClr val="2B1F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2"/>
            <p:cNvSpPr/>
            <p:nvPr/>
          </p:nvSpPr>
          <p:spPr>
            <a:xfrm>
              <a:off x="1764864" y="3341706"/>
              <a:ext cx="172463" cy="377569"/>
            </a:xfrm>
            <a:custGeom>
              <a:rect b="b" l="l" r="r" t="t"/>
              <a:pathLst>
                <a:path extrusionOk="0" fill="none" h="16089" w="7349">
                  <a:moveTo>
                    <a:pt x="7349" y="1"/>
                  </a:moveTo>
                  <a:lnTo>
                    <a:pt x="7349" y="1"/>
                  </a:lnTo>
                  <a:lnTo>
                    <a:pt x="7226" y="257"/>
                  </a:lnTo>
                  <a:lnTo>
                    <a:pt x="7093" y="490"/>
                  </a:lnTo>
                  <a:lnTo>
                    <a:pt x="6814" y="969"/>
                  </a:lnTo>
                  <a:lnTo>
                    <a:pt x="6814" y="969"/>
                  </a:lnTo>
                  <a:lnTo>
                    <a:pt x="6224" y="1904"/>
                  </a:lnTo>
                  <a:lnTo>
                    <a:pt x="6224" y="1904"/>
                  </a:lnTo>
                  <a:lnTo>
                    <a:pt x="5645" y="2851"/>
                  </a:lnTo>
                  <a:lnTo>
                    <a:pt x="5066" y="3797"/>
                  </a:lnTo>
                  <a:lnTo>
                    <a:pt x="5066" y="3797"/>
                  </a:lnTo>
                  <a:lnTo>
                    <a:pt x="4510" y="4755"/>
                  </a:lnTo>
                  <a:lnTo>
                    <a:pt x="3975" y="5734"/>
                  </a:lnTo>
                  <a:lnTo>
                    <a:pt x="3719" y="6224"/>
                  </a:lnTo>
                  <a:lnTo>
                    <a:pt x="3463" y="6714"/>
                  </a:lnTo>
                  <a:lnTo>
                    <a:pt x="3207" y="7215"/>
                  </a:lnTo>
                  <a:lnTo>
                    <a:pt x="2973" y="7716"/>
                  </a:lnTo>
                  <a:lnTo>
                    <a:pt x="2973" y="7716"/>
                  </a:lnTo>
                  <a:lnTo>
                    <a:pt x="2740" y="8217"/>
                  </a:lnTo>
                  <a:lnTo>
                    <a:pt x="2740" y="8217"/>
                  </a:lnTo>
                  <a:lnTo>
                    <a:pt x="2506" y="8729"/>
                  </a:lnTo>
                  <a:lnTo>
                    <a:pt x="2506" y="8729"/>
                  </a:lnTo>
                  <a:lnTo>
                    <a:pt x="2060" y="9742"/>
                  </a:lnTo>
                  <a:lnTo>
                    <a:pt x="2060" y="9742"/>
                  </a:lnTo>
                  <a:lnTo>
                    <a:pt x="1849" y="10266"/>
                  </a:lnTo>
                  <a:lnTo>
                    <a:pt x="1648" y="10778"/>
                  </a:lnTo>
                  <a:lnTo>
                    <a:pt x="1648" y="10778"/>
                  </a:lnTo>
                  <a:lnTo>
                    <a:pt x="1448" y="11301"/>
                  </a:lnTo>
                  <a:lnTo>
                    <a:pt x="1259" y="11824"/>
                  </a:lnTo>
                  <a:lnTo>
                    <a:pt x="1259" y="11824"/>
                  </a:lnTo>
                  <a:lnTo>
                    <a:pt x="1070" y="12348"/>
                  </a:lnTo>
                  <a:lnTo>
                    <a:pt x="891" y="12871"/>
                  </a:lnTo>
                  <a:lnTo>
                    <a:pt x="724" y="13405"/>
                  </a:lnTo>
                  <a:lnTo>
                    <a:pt x="569" y="13928"/>
                  </a:lnTo>
                  <a:lnTo>
                    <a:pt x="569" y="13928"/>
                  </a:lnTo>
                  <a:lnTo>
                    <a:pt x="413" y="14463"/>
                  </a:lnTo>
                  <a:lnTo>
                    <a:pt x="268" y="14997"/>
                  </a:lnTo>
                  <a:lnTo>
                    <a:pt x="123" y="15543"/>
                  </a:lnTo>
                  <a:lnTo>
                    <a:pt x="1" y="16088"/>
                  </a:lnTo>
                  <a:lnTo>
                    <a:pt x="1" y="16088"/>
                  </a:lnTo>
                  <a:lnTo>
                    <a:pt x="468" y="15075"/>
                  </a:lnTo>
                  <a:lnTo>
                    <a:pt x="914" y="14062"/>
                  </a:lnTo>
                  <a:lnTo>
                    <a:pt x="1815" y="12047"/>
                  </a:lnTo>
                  <a:lnTo>
                    <a:pt x="1815" y="12047"/>
                  </a:lnTo>
                  <a:lnTo>
                    <a:pt x="2728" y="10032"/>
                  </a:lnTo>
                  <a:lnTo>
                    <a:pt x="2728" y="10032"/>
                  </a:lnTo>
                  <a:lnTo>
                    <a:pt x="2951" y="9542"/>
                  </a:lnTo>
                  <a:lnTo>
                    <a:pt x="2951" y="9542"/>
                  </a:lnTo>
                  <a:lnTo>
                    <a:pt x="3185" y="9041"/>
                  </a:lnTo>
                  <a:lnTo>
                    <a:pt x="3185" y="9041"/>
                  </a:lnTo>
                  <a:lnTo>
                    <a:pt x="3419" y="8540"/>
                  </a:lnTo>
                  <a:lnTo>
                    <a:pt x="3419" y="8540"/>
                  </a:lnTo>
                  <a:lnTo>
                    <a:pt x="3664" y="8039"/>
                  </a:lnTo>
                  <a:lnTo>
                    <a:pt x="3664" y="8039"/>
                  </a:lnTo>
                  <a:lnTo>
                    <a:pt x="4131" y="7048"/>
                  </a:lnTo>
                  <a:lnTo>
                    <a:pt x="4621" y="6057"/>
                  </a:lnTo>
                  <a:lnTo>
                    <a:pt x="5590" y="4087"/>
                  </a:lnTo>
                  <a:lnTo>
                    <a:pt x="5590" y="4087"/>
                  </a:lnTo>
                  <a:lnTo>
                    <a:pt x="6080" y="3085"/>
                  </a:lnTo>
                  <a:lnTo>
                    <a:pt x="6558" y="2083"/>
                  </a:lnTo>
                  <a:lnTo>
                    <a:pt x="6558" y="2083"/>
                  </a:lnTo>
                  <a:lnTo>
                    <a:pt x="6781" y="1582"/>
                  </a:lnTo>
                  <a:lnTo>
                    <a:pt x="7004" y="1069"/>
                  </a:lnTo>
                  <a:lnTo>
                    <a:pt x="7004" y="1069"/>
                  </a:lnTo>
                  <a:lnTo>
                    <a:pt x="7104" y="802"/>
                  </a:lnTo>
                  <a:lnTo>
                    <a:pt x="7193" y="546"/>
                  </a:lnTo>
                  <a:lnTo>
                    <a:pt x="7282" y="279"/>
                  </a:lnTo>
                  <a:lnTo>
                    <a:pt x="73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1162899" y="1815356"/>
              <a:ext cx="586312" cy="910821"/>
            </a:xfrm>
            <a:custGeom>
              <a:rect b="b" l="l" r="r" t="t"/>
              <a:pathLst>
                <a:path extrusionOk="0" h="38812" w="24984">
                  <a:moveTo>
                    <a:pt x="9364" y="1"/>
                  </a:moveTo>
                  <a:lnTo>
                    <a:pt x="8762" y="123"/>
                  </a:lnTo>
                  <a:lnTo>
                    <a:pt x="8105" y="268"/>
                  </a:lnTo>
                  <a:lnTo>
                    <a:pt x="7293" y="468"/>
                  </a:lnTo>
                  <a:lnTo>
                    <a:pt x="6847" y="591"/>
                  </a:lnTo>
                  <a:lnTo>
                    <a:pt x="6380" y="713"/>
                  </a:lnTo>
                  <a:lnTo>
                    <a:pt x="5912" y="858"/>
                  </a:lnTo>
                  <a:lnTo>
                    <a:pt x="5433" y="1003"/>
                  </a:lnTo>
                  <a:lnTo>
                    <a:pt x="4977" y="1170"/>
                  </a:lnTo>
                  <a:lnTo>
                    <a:pt x="4520" y="1337"/>
                  </a:lnTo>
                  <a:lnTo>
                    <a:pt x="4097" y="1515"/>
                  </a:lnTo>
                  <a:lnTo>
                    <a:pt x="3697" y="1704"/>
                  </a:lnTo>
                  <a:lnTo>
                    <a:pt x="3140" y="1993"/>
                  </a:lnTo>
                  <a:lnTo>
                    <a:pt x="2817" y="2172"/>
                  </a:lnTo>
                  <a:lnTo>
                    <a:pt x="2483" y="2383"/>
                  </a:lnTo>
                  <a:lnTo>
                    <a:pt x="2149" y="2617"/>
                  </a:lnTo>
                  <a:lnTo>
                    <a:pt x="1982" y="2739"/>
                  </a:lnTo>
                  <a:lnTo>
                    <a:pt x="1815" y="2873"/>
                  </a:lnTo>
                  <a:lnTo>
                    <a:pt x="1659" y="3018"/>
                  </a:lnTo>
                  <a:lnTo>
                    <a:pt x="1503" y="3174"/>
                  </a:lnTo>
                  <a:lnTo>
                    <a:pt x="1359" y="3329"/>
                  </a:lnTo>
                  <a:lnTo>
                    <a:pt x="1214" y="3508"/>
                  </a:lnTo>
                  <a:lnTo>
                    <a:pt x="1058" y="3686"/>
                  </a:lnTo>
                  <a:lnTo>
                    <a:pt x="958" y="3819"/>
                  </a:lnTo>
                  <a:lnTo>
                    <a:pt x="846" y="3986"/>
                  </a:lnTo>
                  <a:lnTo>
                    <a:pt x="735" y="4187"/>
                  </a:lnTo>
                  <a:lnTo>
                    <a:pt x="613" y="4420"/>
                  </a:lnTo>
                  <a:lnTo>
                    <a:pt x="490" y="4699"/>
                  </a:lnTo>
                  <a:lnTo>
                    <a:pt x="368" y="5022"/>
                  </a:lnTo>
                  <a:lnTo>
                    <a:pt x="268" y="5400"/>
                  </a:lnTo>
                  <a:lnTo>
                    <a:pt x="212" y="5601"/>
                  </a:lnTo>
                  <a:lnTo>
                    <a:pt x="167" y="5823"/>
                  </a:lnTo>
                  <a:lnTo>
                    <a:pt x="134" y="6068"/>
                  </a:lnTo>
                  <a:lnTo>
                    <a:pt x="101" y="6313"/>
                  </a:lnTo>
                  <a:lnTo>
                    <a:pt x="67" y="6580"/>
                  </a:lnTo>
                  <a:lnTo>
                    <a:pt x="45" y="6859"/>
                  </a:lnTo>
                  <a:lnTo>
                    <a:pt x="23" y="7159"/>
                  </a:lnTo>
                  <a:lnTo>
                    <a:pt x="11" y="7471"/>
                  </a:lnTo>
                  <a:lnTo>
                    <a:pt x="0" y="7805"/>
                  </a:lnTo>
                  <a:lnTo>
                    <a:pt x="11" y="8150"/>
                  </a:lnTo>
                  <a:lnTo>
                    <a:pt x="23" y="8518"/>
                  </a:lnTo>
                  <a:lnTo>
                    <a:pt x="45" y="8907"/>
                  </a:lnTo>
                  <a:lnTo>
                    <a:pt x="67" y="9308"/>
                  </a:lnTo>
                  <a:lnTo>
                    <a:pt x="112" y="9731"/>
                  </a:lnTo>
                  <a:lnTo>
                    <a:pt x="334" y="12013"/>
                  </a:lnTo>
                  <a:lnTo>
                    <a:pt x="535" y="14184"/>
                  </a:lnTo>
                  <a:lnTo>
                    <a:pt x="724" y="16244"/>
                  </a:lnTo>
                  <a:lnTo>
                    <a:pt x="880" y="18204"/>
                  </a:lnTo>
                  <a:lnTo>
                    <a:pt x="1002" y="20063"/>
                  </a:lnTo>
                  <a:lnTo>
                    <a:pt x="1114" y="21822"/>
                  </a:lnTo>
                  <a:lnTo>
                    <a:pt x="1203" y="23492"/>
                  </a:lnTo>
                  <a:lnTo>
                    <a:pt x="1270" y="25073"/>
                  </a:lnTo>
                  <a:lnTo>
                    <a:pt x="1303" y="26565"/>
                  </a:lnTo>
                  <a:lnTo>
                    <a:pt x="1325" y="27990"/>
                  </a:lnTo>
                  <a:lnTo>
                    <a:pt x="1325" y="29326"/>
                  </a:lnTo>
                  <a:lnTo>
                    <a:pt x="1303" y="30595"/>
                  </a:lnTo>
                  <a:lnTo>
                    <a:pt x="1258" y="31797"/>
                  </a:lnTo>
                  <a:lnTo>
                    <a:pt x="1192" y="32922"/>
                  </a:lnTo>
                  <a:lnTo>
                    <a:pt x="1103" y="34002"/>
                  </a:lnTo>
                  <a:lnTo>
                    <a:pt x="991" y="35015"/>
                  </a:lnTo>
                  <a:lnTo>
                    <a:pt x="969" y="35171"/>
                  </a:lnTo>
                  <a:lnTo>
                    <a:pt x="924" y="35327"/>
                  </a:lnTo>
                  <a:lnTo>
                    <a:pt x="880" y="35494"/>
                  </a:lnTo>
                  <a:lnTo>
                    <a:pt x="813" y="35661"/>
                  </a:lnTo>
                  <a:lnTo>
                    <a:pt x="679" y="36006"/>
                  </a:lnTo>
                  <a:lnTo>
                    <a:pt x="546" y="36351"/>
                  </a:lnTo>
                  <a:lnTo>
                    <a:pt x="490" y="36507"/>
                  </a:lnTo>
                  <a:lnTo>
                    <a:pt x="457" y="36652"/>
                  </a:lnTo>
                  <a:lnTo>
                    <a:pt x="423" y="36796"/>
                  </a:lnTo>
                  <a:lnTo>
                    <a:pt x="423" y="36919"/>
                  </a:lnTo>
                  <a:lnTo>
                    <a:pt x="423" y="36974"/>
                  </a:lnTo>
                  <a:lnTo>
                    <a:pt x="435" y="37030"/>
                  </a:lnTo>
                  <a:lnTo>
                    <a:pt x="457" y="37075"/>
                  </a:lnTo>
                  <a:lnTo>
                    <a:pt x="479" y="37119"/>
                  </a:lnTo>
                  <a:lnTo>
                    <a:pt x="512" y="37164"/>
                  </a:lnTo>
                  <a:lnTo>
                    <a:pt x="557" y="37197"/>
                  </a:lnTo>
                  <a:lnTo>
                    <a:pt x="602" y="37219"/>
                  </a:lnTo>
                  <a:lnTo>
                    <a:pt x="657" y="37242"/>
                  </a:lnTo>
                  <a:lnTo>
                    <a:pt x="1136" y="37375"/>
                  </a:lnTo>
                  <a:lnTo>
                    <a:pt x="1782" y="37531"/>
                  </a:lnTo>
                  <a:lnTo>
                    <a:pt x="2561" y="37720"/>
                  </a:lnTo>
                  <a:lnTo>
                    <a:pt x="3485" y="37910"/>
                  </a:lnTo>
                  <a:lnTo>
                    <a:pt x="4543" y="38099"/>
                  </a:lnTo>
                  <a:lnTo>
                    <a:pt x="5122" y="38199"/>
                  </a:lnTo>
                  <a:lnTo>
                    <a:pt x="5734" y="38288"/>
                  </a:lnTo>
                  <a:lnTo>
                    <a:pt x="6369" y="38377"/>
                  </a:lnTo>
                  <a:lnTo>
                    <a:pt x="7026" y="38455"/>
                  </a:lnTo>
                  <a:lnTo>
                    <a:pt x="7716" y="38533"/>
                  </a:lnTo>
                  <a:lnTo>
                    <a:pt x="8439" y="38611"/>
                  </a:lnTo>
                  <a:lnTo>
                    <a:pt x="9185" y="38667"/>
                  </a:lnTo>
                  <a:lnTo>
                    <a:pt x="9954" y="38722"/>
                  </a:lnTo>
                  <a:lnTo>
                    <a:pt x="10744" y="38767"/>
                  </a:lnTo>
                  <a:lnTo>
                    <a:pt x="11557" y="38789"/>
                  </a:lnTo>
                  <a:lnTo>
                    <a:pt x="12392" y="38811"/>
                  </a:lnTo>
                  <a:lnTo>
                    <a:pt x="13249" y="38811"/>
                  </a:lnTo>
                  <a:lnTo>
                    <a:pt x="14129" y="38800"/>
                  </a:lnTo>
                  <a:lnTo>
                    <a:pt x="15019" y="38767"/>
                  </a:lnTo>
                  <a:lnTo>
                    <a:pt x="15932" y="38722"/>
                  </a:lnTo>
                  <a:lnTo>
                    <a:pt x="16867" y="38667"/>
                  </a:lnTo>
                  <a:lnTo>
                    <a:pt x="17814" y="38578"/>
                  </a:lnTo>
                  <a:lnTo>
                    <a:pt x="18771" y="38477"/>
                  </a:lnTo>
                  <a:lnTo>
                    <a:pt x="19751" y="38344"/>
                  </a:lnTo>
                  <a:lnTo>
                    <a:pt x="20742" y="38199"/>
                  </a:lnTo>
                  <a:lnTo>
                    <a:pt x="21744" y="38032"/>
                  </a:lnTo>
                  <a:lnTo>
                    <a:pt x="22746" y="37832"/>
                  </a:lnTo>
                  <a:lnTo>
                    <a:pt x="22868" y="37809"/>
                  </a:lnTo>
                  <a:lnTo>
                    <a:pt x="23002" y="37787"/>
                  </a:lnTo>
                  <a:lnTo>
                    <a:pt x="23080" y="37765"/>
                  </a:lnTo>
                  <a:lnTo>
                    <a:pt x="23158" y="37731"/>
                  </a:lnTo>
                  <a:lnTo>
                    <a:pt x="23225" y="37698"/>
                  </a:lnTo>
                  <a:lnTo>
                    <a:pt x="23280" y="37642"/>
                  </a:lnTo>
                  <a:lnTo>
                    <a:pt x="23336" y="37564"/>
                  </a:lnTo>
                  <a:lnTo>
                    <a:pt x="23369" y="37475"/>
                  </a:lnTo>
                  <a:lnTo>
                    <a:pt x="23392" y="37375"/>
                  </a:lnTo>
                  <a:lnTo>
                    <a:pt x="23403" y="37242"/>
                  </a:lnTo>
                  <a:lnTo>
                    <a:pt x="23380" y="37086"/>
                  </a:lnTo>
                  <a:lnTo>
                    <a:pt x="23347" y="36896"/>
                  </a:lnTo>
                  <a:lnTo>
                    <a:pt x="23269" y="36685"/>
                  </a:lnTo>
                  <a:lnTo>
                    <a:pt x="23169" y="36440"/>
                  </a:lnTo>
                  <a:lnTo>
                    <a:pt x="23069" y="36184"/>
                  </a:lnTo>
                  <a:lnTo>
                    <a:pt x="22980" y="35917"/>
                  </a:lnTo>
                  <a:lnTo>
                    <a:pt x="22891" y="35638"/>
                  </a:lnTo>
                  <a:lnTo>
                    <a:pt x="22824" y="35360"/>
                  </a:lnTo>
                  <a:lnTo>
                    <a:pt x="22768" y="35071"/>
                  </a:lnTo>
                  <a:lnTo>
                    <a:pt x="22712" y="34781"/>
                  </a:lnTo>
                  <a:lnTo>
                    <a:pt x="22668" y="34481"/>
                  </a:lnTo>
                  <a:lnTo>
                    <a:pt x="22635" y="34180"/>
                  </a:lnTo>
                  <a:lnTo>
                    <a:pt x="22579" y="33568"/>
                  </a:lnTo>
                  <a:lnTo>
                    <a:pt x="22545" y="32933"/>
                  </a:lnTo>
                  <a:lnTo>
                    <a:pt x="22534" y="32298"/>
                  </a:lnTo>
                  <a:lnTo>
                    <a:pt x="22512" y="31653"/>
                  </a:lnTo>
                  <a:lnTo>
                    <a:pt x="22512" y="31241"/>
                  </a:lnTo>
                  <a:lnTo>
                    <a:pt x="22523" y="30807"/>
                  </a:lnTo>
                  <a:lnTo>
                    <a:pt x="22534" y="30328"/>
                  </a:lnTo>
                  <a:lnTo>
                    <a:pt x="22557" y="29827"/>
                  </a:lnTo>
                  <a:lnTo>
                    <a:pt x="22635" y="28769"/>
                  </a:lnTo>
                  <a:lnTo>
                    <a:pt x="22735" y="27689"/>
                  </a:lnTo>
                  <a:lnTo>
                    <a:pt x="22857" y="26620"/>
                  </a:lnTo>
                  <a:lnTo>
                    <a:pt x="22980" y="25618"/>
                  </a:lnTo>
                  <a:lnTo>
                    <a:pt x="23113" y="24739"/>
                  </a:lnTo>
                  <a:lnTo>
                    <a:pt x="23236" y="24015"/>
                  </a:lnTo>
                  <a:lnTo>
                    <a:pt x="23392" y="23292"/>
                  </a:lnTo>
                  <a:lnTo>
                    <a:pt x="23547" y="22568"/>
                  </a:lnTo>
                  <a:lnTo>
                    <a:pt x="23726" y="21844"/>
                  </a:lnTo>
                  <a:lnTo>
                    <a:pt x="23915" y="21121"/>
                  </a:lnTo>
                  <a:lnTo>
                    <a:pt x="24293" y="19707"/>
                  </a:lnTo>
                  <a:lnTo>
                    <a:pt x="24672" y="18304"/>
                  </a:lnTo>
                  <a:lnTo>
                    <a:pt x="24772" y="17858"/>
                  </a:lnTo>
                  <a:lnTo>
                    <a:pt x="24850" y="17447"/>
                  </a:lnTo>
                  <a:lnTo>
                    <a:pt x="24906" y="17068"/>
                  </a:lnTo>
                  <a:lnTo>
                    <a:pt x="24939" y="16689"/>
                  </a:lnTo>
                  <a:lnTo>
                    <a:pt x="24950" y="16300"/>
                  </a:lnTo>
                  <a:lnTo>
                    <a:pt x="24961" y="15877"/>
                  </a:lnTo>
                  <a:lnTo>
                    <a:pt x="24984" y="14875"/>
                  </a:lnTo>
                  <a:lnTo>
                    <a:pt x="24984" y="14351"/>
                  </a:lnTo>
                  <a:lnTo>
                    <a:pt x="24961" y="13828"/>
                  </a:lnTo>
                  <a:lnTo>
                    <a:pt x="24928" y="13305"/>
                  </a:lnTo>
                  <a:lnTo>
                    <a:pt x="24872" y="12793"/>
                  </a:lnTo>
                  <a:lnTo>
                    <a:pt x="24806" y="12281"/>
                  </a:lnTo>
                  <a:lnTo>
                    <a:pt x="24728" y="11791"/>
                  </a:lnTo>
                  <a:lnTo>
                    <a:pt x="24639" y="11312"/>
                  </a:lnTo>
                  <a:lnTo>
                    <a:pt x="24538" y="10844"/>
                  </a:lnTo>
                  <a:lnTo>
                    <a:pt x="24438" y="10410"/>
                  </a:lnTo>
                  <a:lnTo>
                    <a:pt x="24338" y="9998"/>
                  </a:lnTo>
                  <a:lnTo>
                    <a:pt x="24138" y="9263"/>
                  </a:lnTo>
                  <a:lnTo>
                    <a:pt x="23959" y="8673"/>
                  </a:lnTo>
                  <a:lnTo>
                    <a:pt x="23815" y="8261"/>
                  </a:lnTo>
                  <a:lnTo>
                    <a:pt x="23703" y="7950"/>
                  </a:lnTo>
                  <a:lnTo>
                    <a:pt x="23603" y="7638"/>
                  </a:lnTo>
                  <a:lnTo>
                    <a:pt x="23514" y="7337"/>
                  </a:lnTo>
                  <a:lnTo>
                    <a:pt x="23436" y="7048"/>
                  </a:lnTo>
                  <a:lnTo>
                    <a:pt x="23303" y="6469"/>
                  </a:lnTo>
                  <a:lnTo>
                    <a:pt x="23202" y="5923"/>
                  </a:lnTo>
                  <a:lnTo>
                    <a:pt x="23113" y="5411"/>
                  </a:lnTo>
                  <a:lnTo>
                    <a:pt x="23058" y="4921"/>
                  </a:lnTo>
                  <a:lnTo>
                    <a:pt x="23013" y="4454"/>
                  </a:lnTo>
                  <a:lnTo>
                    <a:pt x="22980" y="4020"/>
                  </a:lnTo>
                  <a:lnTo>
                    <a:pt x="22913" y="3218"/>
                  </a:lnTo>
                  <a:lnTo>
                    <a:pt x="22891" y="2862"/>
                  </a:lnTo>
                  <a:lnTo>
                    <a:pt x="22846" y="2539"/>
                  </a:lnTo>
                  <a:lnTo>
                    <a:pt x="22790" y="2238"/>
                  </a:lnTo>
                  <a:lnTo>
                    <a:pt x="22757" y="2094"/>
                  </a:lnTo>
                  <a:lnTo>
                    <a:pt x="22712" y="1960"/>
                  </a:lnTo>
                  <a:lnTo>
                    <a:pt x="22668" y="1838"/>
                  </a:lnTo>
                  <a:lnTo>
                    <a:pt x="22612" y="1715"/>
                  </a:lnTo>
                  <a:lnTo>
                    <a:pt x="22557" y="1604"/>
                  </a:lnTo>
                  <a:lnTo>
                    <a:pt x="22490" y="1492"/>
                  </a:lnTo>
                  <a:lnTo>
                    <a:pt x="21577" y="1225"/>
                  </a:lnTo>
                  <a:lnTo>
                    <a:pt x="20853" y="991"/>
                  </a:lnTo>
                  <a:lnTo>
                    <a:pt x="20274" y="802"/>
                  </a:lnTo>
                  <a:lnTo>
                    <a:pt x="19818" y="646"/>
                  </a:lnTo>
                  <a:lnTo>
                    <a:pt x="19128" y="401"/>
                  </a:lnTo>
                  <a:lnTo>
                    <a:pt x="18838" y="301"/>
                  </a:lnTo>
                  <a:lnTo>
                    <a:pt x="18526" y="212"/>
                  </a:lnTo>
                  <a:lnTo>
                    <a:pt x="18537" y="869"/>
                  </a:lnTo>
                  <a:lnTo>
                    <a:pt x="18549" y="1247"/>
                  </a:lnTo>
                  <a:lnTo>
                    <a:pt x="18537" y="1659"/>
                  </a:lnTo>
                  <a:lnTo>
                    <a:pt x="18526" y="2071"/>
                  </a:lnTo>
                  <a:lnTo>
                    <a:pt x="18482" y="2506"/>
                  </a:lnTo>
                  <a:lnTo>
                    <a:pt x="18426" y="2951"/>
                  </a:lnTo>
                  <a:lnTo>
                    <a:pt x="18393" y="3174"/>
                  </a:lnTo>
                  <a:lnTo>
                    <a:pt x="18337" y="3396"/>
                  </a:lnTo>
                  <a:lnTo>
                    <a:pt x="18281" y="3608"/>
                  </a:lnTo>
                  <a:lnTo>
                    <a:pt x="18226" y="3830"/>
                  </a:lnTo>
                  <a:lnTo>
                    <a:pt x="18148" y="4042"/>
                  </a:lnTo>
                  <a:lnTo>
                    <a:pt x="18070" y="4253"/>
                  </a:lnTo>
                  <a:lnTo>
                    <a:pt x="17981" y="4465"/>
                  </a:lnTo>
                  <a:lnTo>
                    <a:pt x="17869" y="4665"/>
                  </a:lnTo>
                  <a:lnTo>
                    <a:pt x="17758" y="4855"/>
                  </a:lnTo>
                  <a:lnTo>
                    <a:pt x="17636" y="5044"/>
                  </a:lnTo>
                  <a:lnTo>
                    <a:pt x="17491" y="5233"/>
                  </a:lnTo>
                  <a:lnTo>
                    <a:pt x="17346" y="5400"/>
                  </a:lnTo>
                  <a:lnTo>
                    <a:pt x="17179" y="5567"/>
                  </a:lnTo>
                  <a:lnTo>
                    <a:pt x="17001" y="5723"/>
                  </a:lnTo>
                  <a:lnTo>
                    <a:pt x="16801" y="5868"/>
                  </a:lnTo>
                  <a:lnTo>
                    <a:pt x="16600" y="6001"/>
                  </a:lnTo>
                  <a:lnTo>
                    <a:pt x="16366" y="6124"/>
                  </a:lnTo>
                  <a:lnTo>
                    <a:pt x="16133" y="6235"/>
                  </a:lnTo>
                  <a:lnTo>
                    <a:pt x="15899" y="6202"/>
                  </a:lnTo>
                  <a:lnTo>
                    <a:pt x="15676" y="6157"/>
                  </a:lnTo>
                  <a:lnTo>
                    <a:pt x="15465" y="6113"/>
                  </a:lnTo>
                  <a:lnTo>
                    <a:pt x="15242" y="6057"/>
                  </a:lnTo>
                  <a:lnTo>
                    <a:pt x="15042" y="5990"/>
                  </a:lnTo>
                  <a:lnTo>
                    <a:pt x="14830" y="5923"/>
                  </a:lnTo>
                  <a:lnTo>
                    <a:pt x="14630" y="5857"/>
                  </a:lnTo>
                  <a:lnTo>
                    <a:pt x="14429" y="5779"/>
                  </a:lnTo>
                  <a:lnTo>
                    <a:pt x="14051" y="5601"/>
                  </a:lnTo>
                  <a:lnTo>
                    <a:pt x="13683" y="5411"/>
                  </a:lnTo>
                  <a:lnTo>
                    <a:pt x="13338" y="5200"/>
                  </a:lnTo>
                  <a:lnTo>
                    <a:pt x="13004" y="4977"/>
                  </a:lnTo>
                  <a:lnTo>
                    <a:pt x="12692" y="4743"/>
                  </a:lnTo>
                  <a:lnTo>
                    <a:pt x="12392" y="4487"/>
                  </a:lnTo>
                  <a:lnTo>
                    <a:pt x="12102" y="4231"/>
                  </a:lnTo>
                  <a:lnTo>
                    <a:pt x="11835" y="3964"/>
                  </a:lnTo>
                  <a:lnTo>
                    <a:pt x="11579" y="3697"/>
                  </a:lnTo>
                  <a:lnTo>
                    <a:pt x="11345" y="3418"/>
                  </a:lnTo>
                  <a:lnTo>
                    <a:pt x="11123" y="3140"/>
                  </a:lnTo>
                  <a:lnTo>
                    <a:pt x="10911" y="2862"/>
                  </a:lnTo>
                  <a:lnTo>
                    <a:pt x="10711" y="2595"/>
                  </a:lnTo>
                  <a:lnTo>
                    <a:pt x="10533" y="2316"/>
                  </a:lnTo>
                  <a:lnTo>
                    <a:pt x="10366" y="2049"/>
                  </a:lnTo>
                  <a:lnTo>
                    <a:pt x="10210" y="1793"/>
                  </a:lnTo>
                  <a:lnTo>
                    <a:pt x="9942" y="1314"/>
                  </a:lnTo>
                  <a:lnTo>
                    <a:pt x="9731" y="880"/>
                  </a:lnTo>
                  <a:lnTo>
                    <a:pt x="9564" y="524"/>
                  </a:lnTo>
                  <a:lnTo>
                    <a:pt x="9453" y="245"/>
                  </a:lnTo>
                  <a:lnTo>
                    <a:pt x="93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1162899" y="1815356"/>
              <a:ext cx="586312" cy="910821"/>
            </a:xfrm>
            <a:custGeom>
              <a:rect b="b" l="l" r="r" t="t"/>
              <a:pathLst>
                <a:path extrusionOk="0" fill="none" h="38812" w="24984">
                  <a:moveTo>
                    <a:pt x="23236" y="24015"/>
                  </a:moveTo>
                  <a:lnTo>
                    <a:pt x="23236" y="24015"/>
                  </a:lnTo>
                  <a:lnTo>
                    <a:pt x="23113" y="24739"/>
                  </a:lnTo>
                  <a:lnTo>
                    <a:pt x="22980" y="25618"/>
                  </a:lnTo>
                  <a:lnTo>
                    <a:pt x="22857" y="26620"/>
                  </a:lnTo>
                  <a:lnTo>
                    <a:pt x="22735" y="27689"/>
                  </a:lnTo>
                  <a:lnTo>
                    <a:pt x="22635" y="28769"/>
                  </a:lnTo>
                  <a:lnTo>
                    <a:pt x="22557" y="29827"/>
                  </a:lnTo>
                  <a:lnTo>
                    <a:pt x="22534" y="30328"/>
                  </a:lnTo>
                  <a:lnTo>
                    <a:pt x="22523" y="30807"/>
                  </a:lnTo>
                  <a:lnTo>
                    <a:pt x="22512" y="31241"/>
                  </a:lnTo>
                  <a:lnTo>
                    <a:pt x="22512" y="31653"/>
                  </a:lnTo>
                  <a:lnTo>
                    <a:pt x="22512" y="31653"/>
                  </a:lnTo>
                  <a:lnTo>
                    <a:pt x="22534" y="32298"/>
                  </a:lnTo>
                  <a:lnTo>
                    <a:pt x="22545" y="32933"/>
                  </a:lnTo>
                  <a:lnTo>
                    <a:pt x="22579" y="33568"/>
                  </a:lnTo>
                  <a:lnTo>
                    <a:pt x="22635" y="34180"/>
                  </a:lnTo>
                  <a:lnTo>
                    <a:pt x="22668" y="34481"/>
                  </a:lnTo>
                  <a:lnTo>
                    <a:pt x="22712" y="34781"/>
                  </a:lnTo>
                  <a:lnTo>
                    <a:pt x="22768" y="35071"/>
                  </a:lnTo>
                  <a:lnTo>
                    <a:pt x="22824" y="35360"/>
                  </a:lnTo>
                  <a:lnTo>
                    <a:pt x="22891" y="35638"/>
                  </a:lnTo>
                  <a:lnTo>
                    <a:pt x="22980" y="35917"/>
                  </a:lnTo>
                  <a:lnTo>
                    <a:pt x="23069" y="36184"/>
                  </a:lnTo>
                  <a:lnTo>
                    <a:pt x="23169" y="36440"/>
                  </a:lnTo>
                  <a:lnTo>
                    <a:pt x="23169" y="36440"/>
                  </a:lnTo>
                  <a:lnTo>
                    <a:pt x="23269" y="36685"/>
                  </a:lnTo>
                  <a:lnTo>
                    <a:pt x="23347" y="36896"/>
                  </a:lnTo>
                  <a:lnTo>
                    <a:pt x="23380" y="37086"/>
                  </a:lnTo>
                  <a:lnTo>
                    <a:pt x="23403" y="37242"/>
                  </a:lnTo>
                  <a:lnTo>
                    <a:pt x="23392" y="37375"/>
                  </a:lnTo>
                  <a:lnTo>
                    <a:pt x="23369" y="37475"/>
                  </a:lnTo>
                  <a:lnTo>
                    <a:pt x="23336" y="37564"/>
                  </a:lnTo>
                  <a:lnTo>
                    <a:pt x="23280" y="37642"/>
                  </a:lnTo>
                  <a:lnTo>
                    <a:pt x="23225" y="37698"/>
                  </a:lnTo>
                  <a:lnTo>
                    <a:pt x="23158" y="37731"/>
                  </a:lnTo>
                  <a:lnTo>
                    <a:pt x="23080" y="37765"/>
                  </a:lnTo>
                  <a:lnTo>
                    <a:pt x="23002" y="37787"/>
                  </a:lnTo>
                  <a:lnTo>
                    <a:pt x="22868" y="37809"/>
                  </a:lnTo>
                  <a:lnTo>
                    <a:pt x="22746" y="37832"/>
                  </a:lnTo>
                  <a:lnTo>
                    <a:pt x="22746" y="37832"/>
                  </a:lnTo>
                  <a:lnTo>
                    <a:pt x="21744" y="38032"/>
                  </a:lnTo>
                  <a:lnTo>
                    <a:pt x="20742" y="38199"/>
                  </a:lnTo>
                  <a:lnTo>
                    <a:pt x="19751" y="38344"/>
                  </a:lnTo>
                  <a:lnTo>
                    <a:pt x="18771" y="38477"/>
                  </a:lnTo>
                  <a:lnTo>
                    <a:pt x="17814" y="38578"/>
                  </a:lnTo>
                  <a:lnTo>
                    <a:pt x="16867" y="38667"/>
                  </a:lnTo>
                  <a:lnTo>
                    <a:pt x="15932" y="38722"/>
                  </a:lnTo>
                  <a:lnTo>
                    <a:pt x="15019" y="38767"/>
                  </a:lnTo>
                  <a:lnTo>
                    <a:pt x="14129" y="38800"/>
                  </a:lnTo>
                  <a:lnTo>
                    <a:pt x="13249" y="38811"/>
                  </a:lnTo>
                  <a:lnTo>
                    <a:pt x="12392" y="38811"/>
                  </a:lnTo>
                  <a:lnTo>
                    <a:pt x="11557" y="38789"/>
                  </a:lnTo>
                  <a:lnTo>
                    <a:pt x="10744" y="38767"/>
                  </a:lnTo>
                  <a:lnTo>
                    <a:pt x="9954" y="38722"/>
                  </a:lnTo>
                  <a:lnTo>
                    <a:pt x="9185" y="38667"/>
                  </a:lnTo>
                  <a:lnTo>
                    <a:pt x="8439" y="38611"/>
                  </a:lnTo>
                  <a:lnTo>
                    <a:pt x="7716" y="38533"/>
                  </a:lnTo>
                  <a:lnTo>
                    <a:pt x="7026" y="38455"/>
                  </a:lnTo>
                  <a:lnTo>
                    <a:pt x="6369" y="38377"/>
                  </a:lnTo>
                  <a:lnTo>
                    <a:pt x="5734" y="38288"/>
                  </a:lnTo>
                  <a:lnTo>
                    <a:pt x="5122" y="38199"/>
                  </a:lnTo>
                  <a:lnTo>
                    <a:pt x="4543" y="38099"/>
                  </a:lnTo>
                  <a:lnTo>
                    <a:pt x="3485" y="37910"/>
                  </a:lnTo>
                  <a:lnTo>
                    <a:pt x="2561" y="37720"/>
                  </a:lnTo>
                  <a:lnTo>
                    <a:pt x="1782" y="37531"/>
                  </a:lnTo>
                  <a:lnTo>
                    <a:pt x="1136" y="37375"/>
                  </a:lnTo>
                  <a:lnTo>
                    <a:pt x="657" y="37242"/>
                  </a:lnTo>
                  <a:lnTo>
                    <a:pt x="657" y="37242"/>
                  </a:lnTo>
                  <a:lnTo>
                    <a:pt x="602" y="37219"/>
                  </a:lnTo>
                  <a:lnTo>
                    <a:pt x="557" y="37197"/>
                  </a:lnTo>
                  <a:lnTo>
                    <a:pt x="512" y="37164"/>
                  </a:lnTo>
                  <a:lnTo>
                    <a:pt x="479" y="37119"/>
                  </a:lnTo>
                  <a:lnTo>
                    <a:pt x="457" y="37075"/>
                  </a:lnTo>
                  <a:lnTo>
                    <a:pt x="435" y="37030"/>
                  </a:lnTo>
                  <a:lnTo>
                    <a:pt x="423" y="36974"/>
                  </a:lnTo>
                  <a:lnTo>
                    <a:pt x="423" y="36919"/>
                  </a:lnTo>
                  <a:lnTo>
                    <a:pt x="423" y="36796"/>
                  </a:lnTo>
                  <a:lnTo>
                    <a:pt x="457" y="36652"/>
                  </a:lnTo>
                  <a:lnTo>
                    <a:pt x="490" y="36507"/>
                  </a:lnTo>
                  <a:lnTo>
                    <a:pt x="546" y="36351"/>
                  </a:lnTo>
                  <a:lnTo>
                    <a:pt x="679" y="36006"/>
                  </a:lnTo>
                  <a:lnTo>
                    <a:pt x="813" y="35661"/>
                  </a:lnTo>
                  <a:lnTo>
                    <a:pt x="880" y="35494"/>
                  </a:lnTo>
                  <a:lnTo>
                    <a:pt x="924" y="35327"/>
                  </a:lnTo>
                  <a:lnTo>
                    <a:pt x="969" y="35171"/>
                  </a:lnTo>
                  <a:lnTo>
                    <a:pt x="991" y="35015"/>
                  </a:lnTo>
                  <a:lnTo>
                    <a:pt x="991" y="35015"/>
                  </a:lnTo>
                  <a:lnTo>
                    <a:pt x="1103" y="34002"/>
                  </a:lnTo>
                  <a:lnTo>
                    <a:pt x="1192" y="32922"/>
                  </a:lnTo>
                  <a:lnTo>
                    <a:pt x="1258" y="31797"/>
                  </a:lnTo>
                  <a:lnTo>
                    <a:pt x="1303" y="30595"/>
                  </a:lnTo>
                  <a:lnTo>
                    <a:pt x="1325" y="29326"/>
                  </a:lnTo>
                  <a:lnTo>
                    <a:pt x="1325" y="27990"/>
                  </a:lnTo>
                  <a:lnTo>
                    <a:pt x="1303" y="26565"/>
                  </a:lnTo>
                  <a:lnTo>
                    <a:pt x="1270" y="25073"/>
                  </a:lnTo>
                  <a:lnTo>
                    <a:pt x="1203" y="23492"/>
                  </a:lnTo>
                  <a:lnTo>
                    <a:pt x="1114" y="21822"/>
                  </a:lnTo>
                  <a:lnTo>
                    <a:pt x="1002" y="20063"/>
                  </a:lnTo>
                  <a:lnTo>
                    <a:pt x="880" y="18204"/>
                  </a:lnTo>
                  <a:lnTo>
                    <a:pt x="724" y="16244"/>
                  </a:lnTo>
                  <a:lnTo>
                    <a:pt x="535" y="14184"/>
                  </a:lnTo>
                  <a:lnTo>
                    <a:pt x="334" y="12013"/>
                  </a:lnTo>
                  <a:lnTo>
                    <a:pt x="112" y="9731"/>
                  </a:lnTo>
                  <a:lnTo>
                    <a:pt x="112" y="9731"/>
                  </a:lnTo>
                  <a:lnTo>
                    <a:pt x="67" y="9308"/>
                  </a:lnTo>
                  <a:lnTo>
                    <a:pt x="45" y="8907"/>
                  </a:lnTo>
                  <a:lnTo>
                    <a:pt x="23" y="8518"/>
                  </a:lnTo>
                  <a:lnTo>
                    <a:pt x="11" y="8150"/>
                  </a:lnTo>
                  <a:lnTo>
                    <a:pt x="0" y="7805"/>
                  </a:lnTo>
                  <a:lnTo>
                    <a:pt x="11" y="7471"/>
                  </a:lnTo>
                  <a:lnTo>
                    <a:pt x="23" y="7159"/>
                  </a:lnTo>
                  <a:lnTo>
                    <a:pt x="45" y="6859"/>
                  </a:lnTo>
                  <a:lnTo>
                    <a:pt x="67" y="6580"/>
                  </a:lnTo>
                  <a:lnTo>
                    <a:pt x="101" y="6313"/>
                  </a:lnTo>
                  <a:lnTo>
                    <a:pt x="134" y="6068"/>
                  </a:lnTo>
                  <a:lnTo>
                    <a:pt x="167" y="5823"/>
                  </a:lnTo>
                  <a:lnTo>
                    <a:pt x="212" y="5601"/>
                  </a:lnTo>
                  <a:lnTo>
                    <a:pt x="268" y="5400"/>
                  </a:lnTo>
                  <a:lnTo>
                    <a:pt x="368" y="5022"/>
                  </a:lnTo>
                  <a:lnTo>
                    <a:pt x="490" y="4699"/>
                  </a:lnTo>
                  <a:lnTo>
                    <a:pt x="613" y="4420"/>
                  </a:lnTo>
                  <a:lnTo>
                    <a:pt x="735" y="4187"/>
                  </a:lnTo>
                  <a:lnTo>
                    <a:pt x="846" y="3986"/>
                  </a:lnTo>
                  <a:lnTo>
                    <a:pt x="958" y="3819"/>
                  </a:lnTo>
                  <a:lnTo>
                    <a:pt x="1058" y="3686"/>
                  </a:lnTo>
                  <a:lnTo>
                    <a:pt x="1214" y="3508"/>
                  </a:lnTo>
                  <a:lnTo>
                    <a:pt x="1214" y="3508"/>
                  </a:lnTo>
                  <a:lnTo>
                    <a:pt x="1359" y="3329"/>
                  </a:lnTo>
                  <a:lnTo>
                    <a:pt x="1503" y="3174"/>
                  </a:lnTo>
                  <a:lnTo>
                    <a:pt x="1659" y="3018"/>
                  </a:lnTo>
                  <a:lnTo>
                    <a:pt x="1815" y="2873"/>
                  </a:lnTo>
                  <a:lnTo>
                    <a:pt x="1982" y="2739"/>
                  </a:lnTo>
                  <a:lnTo>
                    <a:pt x="2149" y="2617"/>
                  </a:lnTo>
                  <a:lnTo>
                    <a:pt x="2483" y="2383"/>
                  </a:lnTo>
                  <a:lnTo>
                    <a:pt x="2817" y="2172"/>
                  </a:lnTo>
                  <a:lnTo>
                    <a:pt x="3140" y="1993"/>
                  </a:lnTo>
                  <a:lnTo>
                    <a:pt x="3697" y="1704"/>
                  </a:lnTo>
                  <a:lnTo>
                    <a:pt x="3697" y="1704"/>
                  </a:lnTo>
                  <a:lnTo>
                    <a:pt x="4097" y="1515"/>
                  </a:lnTo>
                  <a:lnTo>
                    <a:pt x="4520" y="1337"/>
                  </a:lnTo>
                  <a:lnTo>
                    <a:pt x="4977" y="1170"/>
                  </a:lnTo>
                  <a:lnTo>
                    <a:pt x="5433" y="1003"/>
                  </a:lnTo>
                  <a:lnTo>
                    <a:pt x="5912" y="858"/>
                  </a:lnTo>
                  <a:lnTo>
                    <a:pt x="6380" y="713"/>
                  </a:lnTo>
                  <a:lnTo>
                    <a:pt x="6847" y="591"/>
                  </a:lnTo>
                  <a:lnTo>
                    <a:pt x="7293" y="468"/>
                  </a:lnTo>
                  <a:lnTo>
                    <a:pt x="8105" y="268"/>
                  </a:lnTo>
                  <a:lnTo>
                    <a:pt x="8762" y="123"/>
                  </a:lnTo>
                  <a:lnTo>
                    <a:pt x="9364" y="1"/>
                  </a:lnTo>
                  <a:lnTo>
                    <a:pt x="9364" y="1"/>
                  </a:lnTo>
                  <a:lnTo>
                    <a:pt x="9453" y="245"/>
                  </a:lnTo>
                  <a:lnTo>
                    <a:pt x="9564" y="524"/>
                  </a:lnTo>
                  <a:lnTo>
                    <a:pt x="9731" y="880"/>
                  </a:lnTo>
                  <a:lnTo>
                    <a:pt x="9942" y="1314"/>
                  </a:lnTo>
                  <a:lnTo>
                    <a:pt x="10210" y="1793"/>
                  </a:lnTo>
                  <a:lnTo>
                    <a:pt x="10366" y="2049"/>
                  </a:lnTo>
                  <a:lnTo>
                    <a:pt x="10533" y="2316"/>
                  </a:lnTo>
                  <a:lnTo>
                    <a:pt x="10711" y="2595"/>
                  </a:lnTo>
                  <a:lnTo>
                    <a:pt x="10911" y="2862"/>
                  </a:lnTo>
                  <a:lnTo>
                    <a:pt x="11123" y="3140"/>
                  </a:lnTo>
                  <a:lnTo>
                    <a:pt x="11345" y="3418"/>
                  </a:lnTo>
                  <a:lnTo>
                    <a:pt x="11579" y="3697"/>
                  </a:lnTo>
                  <a:lnTo>
                    <a:pt x="11835" y="3964"/>
                  </a:lnTo>
                  <a:lnTo>
                    <a:pt x="12102" y="4231"/>
                  </a:lnTo>
                  <a:lnTo>
                    <a:pt x="12392" y="4487"/>
                  </a:lnTo>
                  <a:lnTo>
                    <a:pt x="12692" y="4743"/>
                  </a:lnTo>
                  <a:lnTo>
                    <a:pt x="13004" y="4977"/>
                  </a:lnTo>
                  <a:lnTo>
                    <a:pt x="13338" y="5200"/>
                  </a:lnTo>
                  <a:lnTo>
                    <a:pt x="13683" y="5411"/>
                  </a:lnTo>
                  <a:lnTo>
                    <a:pt x="14051" y="5601"/>
                  </a:lnTo>
                  <a:lnTo>
                    <a:pt x="14429" y="5779"/>
                  </a:lnTo>
                  <a:lnTo>
                    <a:pt x="14630" y="5857"/>
                  </a:lnTo>
                  <a:lnTo>
                    <a:pt x="14830" y="5923"/>
                  </a:lnTo>
                  <a:lnTo>
                    <a:pt x="15042" y="5990"/>
                  </a:lnTo>
                  <a:lnTo>
                    <a:pt x="15242" y="6057"/>
                  </a:lnTo>
                  <a:lnTo>
                    <a:pt x="15465" y="6113"/>
                  </a:lnTo>
                  <a:lnTo>
                    <a:pt x="15676" y="6157"/>
                  </a:lnTo>
                  <a:lnTo>
                    <a:pt x="15899" y="6202"/>
                  </a:lnTo>
                  <a:lnTo>
                    <a:pt x="16133" y="6235"/>
                  </a:lnTo>
                  <a:lnTo>
                    <a:pt x="16133" y="6235"/>
                  </a:lnTo>
                  <a:lnTo>
                    <a:pt x="16366" y="6124"/>
                  </a:lnTo>
                  <a:lnTo>
                    <a:pt x="16600" y="6001"/>
                  </a:lnTo>
                  <a:lnTo>
                    <a:pt x="16801" y="5868"/>
                  </a:lnTo>
                  <a:lnTo>
                    <a:pt x="17001" y="5723"/>
                  </a:lnTo>
                  <a:lnTo>
                    <a:pt x="17179" y="5567"/>
                  </a:lnTo>
                  <a:lnTo>
                    <a:pt x="17346" y="5400"/>
                  </a:lnTo>
                  <a:lnTo>
                    <a:pt x="17491" y="5233"/>
                  </a:lnTo>
                  <a:lnTo>
                    <a:pt x="17636" y="5044"/>
                  </a:lnTo>
                  <a:lnTo>
                    <a:pt x="17758" y="4855"/>
                  </a:lnTo>
                  <a:lnTo>
                    <a:pt x="17869" y="4665"/>
                  </a:lnTo>
                  <a:lnTo>
                    <a:pt x="17981" y="4465"/>
                  </a:lnTo>
                  <a:lnTo>
                    <a:pt x="18070" y="4253"/>
                  </a:lnTo>
                  <a:lnTo>
                    <a:pt x="18148" y="4042"/>
                  </a:lnTo>
                  <a:lnTo>
                    <a:pt x="18226" y="3830"/>
                  </a:lnTo>
                  <a:lnTo>
                    <a:pt x="18281" y="3608"/>
                  </a:lnTo>
                  <a:lnTo>
                    <a:pt x="18337" y="3396"/>
                  </a:lnTo>
                  <a:lnTo>
                    <a:pt x="18393" y="3174"/>
                  </a:lnTo>
                  <a:lnTo>
                    <a:pt x="18426" y="2951"/>
                  </a:lnTo>
                  <a:lnTo>
                    <a:pt x="18482" y="2506"/>
                  </a:lnTo>
                  <a:lnTo>
                    <a:pt x="18526" y="2071"/>
                  </a:lnTo>
                  <a:lnTo>
                    <a:pt x="18537" y="1659"/>
                  </a:lnTo>
                  <a:lnTo>
                    <a:pt x="18549" y="1247"/>
                  </a:lnTo>
                  <a:lnTo>
                    <a:pt x="18537" y="869"/>
                  </a:lnTo>
                  <a:lnTo>
                    <a:pt x="18526" y="212"/>
                  </a:lnTo>
                  <a:lnTo>
                    <a:pt x="18526" y="212"/>
                  </a:lnTo>
                  <a:lnTo>
                    <a:pt x="18838" y="301"/>
                  </a:lnTo>
                  <a:lnTo>
                    <a:pt x="19128" y="401"/>
                  </a:lnTo>
                  <a:lnTo>
                    <a:pt x="19818" y="646"/>
                  </a:lnTo>
                  <a:lnTo>
                    <a:pt x="20274" y="802"/>
                  </a:lnTo>
                  <a:lnTo>
                    <a:pt x="20853" y="991"/>
                  </a:lnTo>
                  <a:lnTo>
                    <a:pt x="21577" y="1225"/>
                  </a:lnTo>
                  <a:lnTo>
                    <a:pt x="22490" y="1492"/>
                  </a:lnTo>
                  <a:lnTo>
                    <a:pt x="22490" y="1492"/>
                  </a:lnTo>
                  <a:lnTo>
                    <a:pt x="22557" y="1604"/>
                  </a:lnTo>
                  <a:lnTo>
                    <a:pt x="22612" y="1715"/>
                  </a:lnTo>
                  <a:lnTo>
                    <a:pt x="22668" y="1838"/>
                  </a:lnTo>
                  <a:lnTo>
                    <a:pt x="22712" y="1960"/>
                  </a:lnTo>
                  <a:lnTo>
                    <a:pt x="22757" y="2094"/>
                  </a:lnTo>
                  <a:lnTo>
                    <a:pt x="22790" y="2238"/>
                  </a:lnTo>
                  <a:lnTo>
                    <a:pt x="22846" y="2539"/>
                  </a:lnTo>
                  <a:lnTo>
                    <a:pt x="22891" y="2862"/>
                  </a:lnTo>
                  <a:lnTo>
                    <a:pt x="22913" y="3218"/>
                  </a:lnTo>
                  <a:lnTo>
                    <a:pt x="22980" y="4020"/>
                  </a:lnTo>
                  <a:lnTo>
                    <a:pt x="23013" y="4454"/>
                  </a:lnTo>
                  <a:lnTo>
                    <a:pt x="23058" y="4921"/>
                  </a:lnTo>
                  <a:lnTo>
                    <a:pt x="23113" y="5411"/>
                  </a:lnTo>
                  <a:lnTo>
                    <a:pt x="23202" y="5923"/>
                  </a:lnTo>
                  <a:lnTo>
                    <a:pt x="23303" y="6469"/>
                  </a:lnTo>
                  <a:lnTo>
                    <a:pt x="23436" y="7048"/>
                  </a:lnTo>
                  <a:lnTo>
                    <a:pt x="23514" y="7337"/>
                  </a:lnTo>
                  <a:lnTo>
                    <a:pt x="23603" y="7638"/>
                  </a:lnTo>
                  <a:lnTo>
                    <a:pt x="23703" y="7950"/>
                  </a:lnTo>
                  <a:lnTo>
                    <a:pt x="23815" y="8261"/>
                  </a:lnTo>
                  <a:lnTo>
                    <a:pt x="23815" y="8261"/>
                  </a:lnTo>
                  <a:lnTo>
                    <a:pt x="23959" y="8673"/>
                  </a:lnTo>
                  <a:lnTo>
                    <a:pt x="24138" y="9263"/>
                  </a:lnTo>
                  <a:lnTo>
                    <a:pt x="24338" y="9998"/>
                  </a:lnTo>
                  <a:lnTo>
                    <a:pt x="24438" y="10410"/>
                  </a:lnTo>
                  <a:lnTo>
                    <a:pt x="24538" y="10844"/>
                  </a:lnTo>
                  <a:lnTo>
                    <a:pt x="24639" y="11312"/>
                  </a:lnTo>
                  <a:lnTo>
                    <a:pt x="24728" y="11791"/>
                  </a:lnTo>
                  <a:lnTo>
                    <a:pt x="24806" y="12281"/>
                  </a:lnTo>
                  <a:lnTo>
                    <a:pt x="24872" y="12793"/>
                  </a:lnTo>
                  <a:lnTo>
                    <a:pt x="24928" y="13305"/>
                  </a:lnTo>
                  <a:lnTo>
                    <a:pt x="24961" y="13828"/>
                  </a:lnTo>
                  <a:lnTo>
                    <a:pt x="24984" y="14351"/>
                  </a:lnTo>
                  <a:lnTo>
                    <a:pt x="24984" y="14875"/>
                  </a:lnTo>
                  <a:lnTo>
                    <a:pt x="24984" y="14875"/>
                  </a:lnTo>
                  <a:lnTo>
                    <a:pt x="24961" y="15877"/>
                  </a:lnTo>
                  <a:lnTo>
                    <a:pt x="24950" y="16300"/>
                  </a:lnTo>
                  <a:lnTo>
                    <a:pt x="24939" y="16689"/>
                  </a:lnTo>
                  <a:lnTo>
                    <a:pt x="24906" y="17068"/>
                  </a:lnTo>
                  <a:lnTo>
                    <a:pt x="24850" y="17447"/>
                  </a:lnTo>
                  <a:lnTo>
                    <a:pt x="24772" y="17858"/>
                  </a:lnTo>
                  <a:lnTo>
                    <a:pt x="24672" y="18304"/>
                  </a:lnTo>
                  <a:lnTo>
                    <a:pt x="24672" y="18304"/>
                  </a:lnTo>
                  <a:lnTo>
                    <a:pt x="24293" y="19707"/>
                  </a:lnTo>
                  <a:lnTo>
                    <a:pt x="23915" y="21121"/>
                  </a:lnTo>
                  <a:lnTo>
                    <a:pt x="23726" y="21844"/>
                  </a:lnTo>
                  <a:lnTo>
                    <a:pt x="23547" y="22568"/>
                  </a:lnTo>
                  <a:lnTo>
                    <a:pt x="23392" y="23292"/>
                  </a:lnTo>
                  <a:lnTo>
                    <a:pt x="23236" y="240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1316776" y="1400990"/>
              <a:ext cx="364239" cy="327653"/>
            </a:xfrm>
            <a:custGeom>
              <a:rect b="b" l="l" r="r" t="t"/>
              <a:pathLst>
                <a:path extrusionOk="0" h="13962" w="15521">
                  <a:moveTo>
                    <a:pt x="10889" y="0"/>
                  </a:moveTo>
                  <a:lnTo>
                    <a:pt x="9242" y="657"/>
                  </a:lnTo>
                  <a:lnTo>
                    <a:pt x="7538" y="1325"/>
                  </a:lnTo>
                  <a:lnTo>
                    <a:pt x="5590" y="2115"/>
                  </a:lnTo>
                  <a:lnTo>
                    <a:pt x="4599" y="2527"/>
                  </a:lnTo>
                  <a:lnTo>
                    <a:pt x="3630" y="2928"/>
                  </a:lnTo>
                  <a:lnTo>
                    <a:pt x="2740" y="3318"/>
                  </a:lnTo>
                  <a:lnTo>
                    <a:pt x="1927" y="3674"/>
                  </a:lnTo>
                  <a:lnTo>
                    <a:pt x="1248" y="3997"/>
                  </a:lnTo>
                  <a:lnTo>
                    <a:pt x="725" y="4253"/>
                  </a:lnTo>
                  <a:lnTo>
                    <a:pt x="524" y="4364"/>
                  </a:lnTo>
                  <a:lnTo>
                    <a:pt x="379" y="4464"/>
                  </a:lnTo>
                  <a:lnTo>
                    <a:pt x="290" y="4531"/>
                  </a:lnTo>
                  <a:lnTo>
                    <a:pt x="257" y="4565"/>
                  </a:lnTo>
                  <a:lnTo>
                    <a:pt x="257" y="4587"/>
                  </a:lnTo>
                  <a:lnTo>
                    <a:pt x="224" y="4754"/>
                  </a:lnTo>
                  <a:lnTo>
                    <a:pt x="168" y="5043"/>
                  </a:lnTo>
                  <a:lnTo>
                    <a:pt x="112" y="5455"/>
                  </a:lnTo>
                  <a:lnTo>
                    <a:pt x="45" y="5956"/>
                  </a:lnTo>
                  <a:lnTo>
                    <a:pt x="23" y="6235"/>
                  </a:lnTo>
                  <a:lnTo>
                    <a:pt x="12" y="6524"/>
                  </a:lnTo>
                  <a:lnTo>
                    <a:pt x="1" y="6836"/>
                  </a:lnTo>
                  <a:lnTo>
                    <a:pt x="12" y="7148"/>
                  </a:lnTo>
                  <a:lnTo>
                    <a:pt x="23" y="7482"/>
                  </a:lnTo>
                  <a:lnTo>
                    <a:pt x="57" y="7816"/>
                  </a:lnTo>
                  <a:lnTo>
                    <a:pt x="112" y="8150"/>
                  </a:lnTo>
                  <a:lnTo>
                    <a:pt x="179" y="8484"/>
                  </a:lnTo>
                  <a:lnTo>
                    <a:pt x="268" y="8818"/>
                  </a:lnTo>
                  <a:lnTo>
                    <a:pt x="379" y="9152"/>
                  </a:lnTo>
                  <a:lnTo>
                    <a:pt x="446" y="9319"/>
                  </a:lnTo>
                  <a:lnTo>
                    <a:pt x="524" y="9475"/>
                  </a:lnTo>
                  <a:lnTo>
                    <a:pt x="602" y="9642"/>
                  </a:lnTo>
                  <a:lnTo>
                    <a:pt x="691" y="9797"/>
                  </a:lnTo>
                  <a:lnTo>
                    <a:pt x="780" y="9953"/>
                  </a:lnTo>
                  <a:lnTo>
                    <a:pt x="880" y="10098"/>
                  </a:lnTo>
                  <a:lnTo>
                    <a:pt x="992" y="10254"/>
                  </a:lnTo>
                  <a:lnTo>
                    <a:pt x="1114" y="10399"/>
                  </a:lnTo>
                  <a:lnTo>
                    <a:pt x="1237" y="10532"/>
                  </a:lnTo>
                  <a:lnTo>
                    <a:pt x="1370" y="10677"/>
                  </a:lnTo>
                  <a:lnTo>
                    <a:pt x="1515" y="10799"/>
                  </a:lnTo>
                  <a:lnTo>
                    <a:pt x="1671" y="10933"/>
                  </a:lnTo>
                  <a:lnTo>
                    <a:pt x="1827" y="11055"/>
                  </a:lnTo>
                  <a:lnTo>
                    <a:pt x="2005" y="11167"/>
                  </a:lnTo>
                  <a:lnTo>
                    <a:pt x="2183" y="11278"/>
                  </a:lnTo>
                  <a:lnTo>
                    <a:pt x="2372" y="11378"/>
                  </a:lnTo>
                  <a:lnTo>
                    <a:pt x="2573" y="11479"/>
                  </a:lnTo>
                  <a:lnTo>
                    <a:pt x="2784" y="11568"/>
                  </a:lnTo>
                  <a:lnTo>
                    <a:pt x="3007" y="11646"/>
                  </a:lnTo>
                  <a:lnTo>
                    <a:pt x="3241" y="11723"/>
                  </a:lnTo>
                  <a:lnTo>
                    <a:pt x="3486" y="11790"/>
                  </a:lnTo>
                  <a:lnTo>
                    <a:pt x="3742" y="11857"/>
                  </a:lnTo>
                  <a:lnTo>
                    <a:pt x="4020" y="11902"/>
                  </a:lnTo>
                  <a:lnTo>
                    <a:pt x="4298" y="11946"/>
                  </a:lnTo>
                  <a:lnTo>
                    <a:pt x="4588" y="11980"/>
                  </a:lnTo>
                  <a:lnTo>
                    <a:pt x="4900" y="12002"/>
                  </a:lnTo>
                  <a:lnTo>
                    <a:pt x="5211" y="12024"/>
                  </a:lnTo>
                  <a:lnTo>
                    <a:pt x="5545" y="12024"/>
                  </a:lnTo>
                  <a:lnTo>
                    <a:pt x="5824" y="12280"/>
                  </a:lnTo>
                  <a:lnTo>
                    <a:pt x="6113" y="12514"/>
                  </a:lnTo>
                  <a:lnTo>
                    <a:pt x="6414" y="12748"/>
                  </a:lnTo>
                  <a:lnTo>
                    <a:pt x="6737" y="12959"/>
                  </a:lnTo>
                  <a:lnTo>
                    <a:pt x="7071" y="13149"/>
                  </a:lnTo>
                  <a:lnTo>
                    <a:pt x="7416" y="13327"/>
                  </a:lnTo>
                  <a:lnTo>
                    <a:pt x="7772" y="13483"/>
                  </a:lnTo>
                  <a:lnTo>
                    <a:pt x="8139" y="13627"/>
                  </a:lnTo>
                  <a:lnTo>
                    <a:pt x="8507" y="13739"/>
                  </a:lnTo>
                  <a:lnTo>
                    <a:pt x="8874" y="13839"/>
                  </a:lnTo>
                  <a:lnTo>
                    <a:pt x="9253" y="13906"/>
                  </a:lnTo>
                  <a:lnTo>
                    <a:pt x="9631" y="13950"/>
                  </a:lnTo>
                  <a:lnTo>
                    <a:pt x="9832" y="13961"/>
                  </a:lnTo>
                  <a:lnTo>
                    <a:pt x="10210" y="13961"/>
                  </a:lnTo>
                  <a:lnTo>
                    <a:pt x="10400" y="13950"/>
                  </a:lnTo>
                  <a:lnTo>
                    <a:pt x="10589" y="13939"/>
                  </a:lnTo>
                  <a:lnTo>
                    <a:pt x="10778" y="13906"/>
                  </a:lnTo>
                  <a:lnTo>
                    <a:pt x="10967" y="13883"/>
                  </a:lnTo>
                  <a:lnTo>
                    <a:pt x="11145" y="13839"/>
                  </a:lnTo>
                  <a:lnTo>
                    <a:pt x="11312" y="13794"/>
                  </a:lnTo>
                  <a:lnTo>
                    <a:pt x="11468" y="13750"/>
                  </a:lnTo>
                  <a:lnTo>
                    <a:pt x="11624" y="13683"/>
                  </a:lnTo>
                  <a:lnTo>
                    <a:pt x="11780" y="13627"/>
                  </a:lnTo>
                  <a:lnTo>
                    <a:pt x="11925" y="13549"/>
                  </a:lnTo>
                  <a:lnTo>
                    <a:pt x="12070" y="13483"/>
                  </a:lnTo>
                  <a:lnTo>
                    <a:pt x="12214" y="13393"/>
                  </a:lnTo>
                  <a:lnTo>
                    <a:pt x="12348" y="13304"/>
                  </a:lnTo>
                  <a:lnTo>
                    <a:pt x="12615" y="13115"/>
                  </a:lnTo>
                  <a:lnTo>
                    <a:pt x="12871" y="12904"/>
                  </a:lnTo>
                  <a:lnTo>
                    <a:pt x="13105" y="12681"/>
                  </a:lnTo>
                  <a:lnTo>
                    <a:pt x="13328" y="12436"/>
                  </a:lnTo>
                  <a:lnTo>
                    <a:pt x="13539" y="12180"/>
                  </a:lnTo>
                  <a:lnTo>
                    <a:pt x="13728" y="11913"/>
                  </a:lnTo>
                  <a:lnTo>
                    <a:pt x="13918" y="11634"/>
                  </a:lnTo>
                  <a:lnTo>
                    <a:pt x="14085" y="11345"/>
                  </a:lnTo>
                  <a:lnTo>
                    <a:pt x="14229" y="11055"/>
                  </a:lnTo>
                  <a:lnTo>
                    <a:pt x="14374" y="10755"/>
                  </a:lnTo>
                  <a:lnTo>
                    <a:pt x="14497" y="10454"/>
                  </a:lnTo>
                  <a:lnTo>
                    <a:pt x="14608" y="10154"/>
                  </a:lnTo>
                  <a:lnTo>
                    <a:pt x="14719" y="9842"/>
                  </a:lnTo>
                  <a:lnTo>
                    <a:pt x="14819" y="9508"/>
                  </a:lnTo>
                  <a:lnTo>
                    <a:pt x="14920" y="9185"/>
                  </a:lnTo>
                  <a:lnTo>
                    <a:pt x="15009" y="8862"/>
                  </a:lnTo>
                  <a:lnTo>
                    <a:pt x="15120" y="8417"/>
                  </a:lnTo>
                  <a:lnTo>
                    <a:pt x="15209" y="7983"/>
                  </a:lnTo>
                  <a:lnTo>
                    <a:pt x="15298" y="7560"/>
                  </a:lnTo>
                  <a:lnTo>
                    <a:pt x="15365" y="7137"/>
                  </a:lnTo>
                  <a:lnTo>
                    <a:pt x="15421" y="6736"/>
                  </a:lnTo>
                  <a:lnTo>
                    <a:pt x="15454" y="6346"/>
                  </a:lnTo>
                  <a:lnTo>
                    <a:pt x="15487" y="5979"/>
                  </a:lnTo>
                  <a:lnTo>
                    <a:pt x="15510" y="5611"/>
                  </a:lnTo>
                  <a:lnTo>
                    <a:pt x="15521" y="5255"/>
                  </a:lnTo>
                  <a:lnTo>
                    <a:pt x="15521" y="4910"/>
                  </a:lnTo>
                  <a:lnTo>
                    <a:pt x="15510" y="4587"/>
                  </a:lnTo>
                  <a:lnTo>
                    <a:pt x="15499" y="4275"/>
                  </a:lnTo>
                  <a:lnTo>
                    <a:pt x="15476" y="3975"/>
                  </a:lnTo>
                  <a:lnTo>
                    <a:pt x="15454" y="3685"/>
                  </a:lnTo>
                  <a:lnTo>
                    <a:pt x="15376" y="3151"/>
                  </a:lnTo>
                  <a:lnTo>
                    <a:pt x="15298" y="2672"/>
                  </a:lnTo>
                  <a:lnTo>
                    <a:pt x="15209" y="2249"/>
                  </a:lnTo>
                  <a:lnTo>
                    <a:pt x="15109" y="1893"/>
                  </a:lnTo>
                  <a:lnTo>
                    <a:pt x="15020" y="1592"/>
                  </a:lnTo>
                  <a:lnTo>
                    <a:pt x="14942" y="1358"/>
                  </a:lnTo>
                  <a:lnTo>
                    <a:pt x="14875" y="1191"/>
                  </a:lnTo>
                  <a:lnTo>
                    <a:pt x="14808" y="1047"/>
                  </a:lnTo>
                  <a:lnTo>
                    <a:pt x="10889" y="0"/>
                  </a:lnTo>
                  <a:close/>
                </a:path>
              </a:pathLst>
            </a:custGeom>
            <a:solidFill>
              <a:srgbClr val="FFC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1607069" y="1552262"/>
              <a:ext cx="20135" cy="77349"/>
            </a:xfrm>
            <a:custGeom>
              <a:rect b="b" l="l" r="r" t="t"/>
              <a:pathLst>
                <a:path extrusionOk="0" fill="none" h="3296" w="858">
                  <a:moveTo>
                    <a:pt x="145" y="0"/>
                  </a:moveTo>
                  <a:lnTo>
                    <a:pt x="145" y="0"/>
                  </a:lnTo>
                  <a:lnTo>
                    <a:pt x="145" y="78"/>
                  </a:lnTo>
                  <a:lnTo>
                    <a:pt x="145" y="301"/>
                  </a:lnTo>
                  <a:lnTo>
                    <a:pt x="167" y="635"/>
                  </a:lnTo>
                  <a:lnTo>
                    <a:pt x="223" y="1047"/>
                  </a:lnTo>
                  <a:lnTo>
                    <a:pt x="256" y="1258"/>
                  </a:lnTo>
                  <a:lnTo>
                    <a:pt x="301" y="1492"/>
                  </a:lnTo>
                  <a:lnTo>
                    <a:pt x="356" y="1715"/>
                  </a:lnTo>
                  <a:lnTo>
                    <a:pt x="434" y="1949"/>
                  </a:lnTo>
                  <a:lnTo>
                    <a:pt x="512" y="2171"/>
                  </a:lnTo>
                  <a:lnTo>
                    <a:pt x="612" y="2372"/>
                  </a:lnTo>
                  <a:lnTo>
                    <a:pt x="724" y="2572"/>
                  </a:lnTo>
                  <a:lnTo>
                    <a:pt x="791" y="2661"/>
                  </a:lnTo>
                  <a:lnTo>
                    <a:pt x="857" y="2750"/>
                  </a:lnTo>
                  <a:lnTo>
                    <a:pt x="857" y="2750"/>
                  </a:lnTo>
                  <a:lnTo>
                    <a:pt x="635" y="2906"/>
                  </a:lnTo>
                  <a:lnTo>
                    <a:pt x="356" y="3084"/>
                  </a:lnTo>
                  <a:lnTo>
                    <a:pt x="0" y="3296"/>
                  </a:lnTo>
                </a:path>
              </a:pathLst>
            </a:custGeom>
            <a:noFill/>
            <a:ln cap="rnd" cmpd="sng" w="4175">
              <a:solidFill>
                <a:srgbClr val="C96B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1526059" y="1547803"/>
              <a:ext cx="23022" cy="32432"/>
            </a:xfrm>
            <a:custGeom>
              <a:rect b="b" l="l" r="r" t="t"/>
              <a:pathLst>
                <a:path extrusionOk="0" h="1382" w="981">
                  <a:moveTo>
                    <a:pt x="446" y="1"/>
                  </a:moveTo>
                  <a:lnTo>
                    <a:pt x="402" y="12"/>
                  </a:lnTo>
                  <a:lnTo>
                    <a:pt x="346" y="23"/>
                  </a:lnTo>
                  <a:lnTo>
                    <a:pt x="257" y="68"/>
                  </a:lnTo>
                  <a:lnTo>
                    <a:pt x="179" y="135"/>
                  </a:lnTo>
                  <a:lnTo>
                    <a:pt x="112" y="224"/>
                  </a:lnTo>
                  <a:lnTo>
                    <a:pt x="56" y="324"/>
                  </a:lnTo>
                  <a:lnTo>
                    <a:pt x="23" y="446"/>
                  </a:lnTo>
                  <a:lnTo>
                    <a:pt x="1" y="580"/>
                  </a:lnTo>
                  <a:lnTo>
                    <a:pt x="1" y="714"/>
                  </a:lnTo>
                  <a:lnTo>
                    <a:pt x="12" y="858"/>
                  </a:lnTo>
                  <a:lnTo>
                    <a:pt x="56" y="981"/>
                  </a:lnTo>
                  <a:lnTo>
                    <a:pt x="101" y="1092"/>
                  </a:lnTo>
                  <a:lnTo>
                    <a:pt x="168" y="1192"/>
                  </a:lnTo>
                  <a:lnTo>
                    <a:pt x="246" y="1270"/>
                  </a:lnTo>
                  <a:lnTo>
                    <a:pt x="335" y="1337"/>
                  </a:lnTo>
                  <a:lnTo>
                    <a:pt x="424" y="1370"/>
                  </a:lnTo>
                  <a:lnTo>
                    <a:pt x="480" y="1382"/>
                  </a:lnTo>
                  <a:lnTo>
                    <a:pt x="524" y="1382"/>
                  </a:lnTo>
                  <a:lnTo>
                    <a:pt x="580" y="1370"/>
                  </a:lnTo>
                  <a:lnTo>
                    <a:pt x="624" y="1359"/>
                  </a:lnTo>
                  <a:lnTo>
                    <a:pt x="713" y="1315"/>
                  </a:lnTo>
                  <a:lnTo>
                    <a:pt x="791" y="1248"/>
                  </a:lnTo>
                  <a:lnTo>
                    <a:pt x="858" y="1159"/>
                  </a:lnTo>
                  <a:lnTo>
                    <a:pt x="914" y="1048"/>
                  </a:lnTo>
                  <a:lnTo>
                    <a:pt x="947" y="936"/>
                  </a:lnTo>
                  <a:lnTo>
                    <a:pt x="969" y="803"/>
                  </a:lnTo>
                  <a:lnTo>
                    <a:pt x="981" y="658"/>
                  </a:lnTo>
                  <a:lnTo>
                    <a:pt x="958" y="524"/>
                  </a:lnTo>
                  <a:lnTo>
                    <a:pt x="925" y="402"/>
                  </a:lnTo>
                  <a:lnTo>
                    <a:pt x="869" y="279"/>
                  </a:lnTo>
                  <a:lnTo>
                    <a:pt x="802" y="179"/>
                  </a:lnTo>
                  <a:lnTo>
                    <a:pt x="724" y="101"/>
                  </a:lnTo>
                  <a:lnTo>
                    <a:pt x="647" y="46"/>
                  </a:lnTo>
                  <a:lnTo>
                    <a:pt x="546" y="12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382F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1507778" y="1491387"/>
              <a:ext cx="56979" cy="9152"/>
            </a:xfrm>
            <a:custGeom>
              <a:rect b="b" l="l" r="r" t="t"/>
              <a:pathLst>
                <a:path extrusionOk="0" fill="none" h="390" w="2428">
                  <a:moveTo>
                    <a:pt x="2428" y="368"/>
                  </a:moveTo>
                  <a:lnTo>
                    <a:pt x="2428" y="368"/>
                  </a:lnTo>
                  <a:lnTo>
                    <a:pt x="2361" y="345"/>
                  </a:lnTo>
                  <a:lnTo>
                    <a:pt x="2183" y="290"/>
                  </a:lnTo>
                  <a:lnTo>
                    <a:pt x="1904" y="223"/>
                  </a:lnTo>
                  <a:lnTo>
                    <a:pt x="1748" y="201"/>
                  </a:lnTo>
                  <a:lnTo>
                    <a:pt x="1570" y="167"/>
                  </a:lnTo>
                  <a:lnTo>
                    <a:pt x="1381" y="145"/>
                  </a:lnTo>
                  <a:lnTo>
                    <a:pt x="1181" y="134"/>
                  </a:lnTo>
                  <a:lnTo>
                    <a:pt x="980" y="134"/>
                  </a:lnTo>
                  <a:lnTo>
                    <a:pt x="780" y="145"/>
                  </a:lnTo>
                  <a:lnTo>
                    <a:pt x="579" y="178"/>
                  </a:lnTo>
                  <a:lnTo>
                    <a:pt x="379" y="223"/>
                  </a:lnTo>
                  <a:lnTo>
                    <a:pt x="190" y="301"/>
                  </a:lnTo>
                  <a:lnTo>
                    <a:pt x="89" y="345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56" y="356"/>
                  </a:lnTo>
                  <a:lnTo>
                    <a:pt x="190" y="267"/>
                  </a:lnTo>
                  <a:lnTo>
                    <a:pt x="290" y="212"/>
                  </a:lnTo>
                  <a:lnTo>
                    <a:pt x="412" y="167"/>
                  </a:lnTo>
                  <a:lnTo>
                    <a:pt x="546" y="111"/>
                  </a:lnTo>
                  <a:lnTo>
                    <a:pt x="702" y="67"/>
                  </a:lnTo>
                  <a:lnTo>
                    <a:pt x="869" y="22"/>
                  </a:lnTo>
                  <a:lnTo>
                    <a:pt x="1058" y="0"/>
                  </a:lnTo>
                  <a:lnTo>
                    <a:pt x="1259" y="0"/>
                  </a:lnTo>
                  <a:lnTo>
                    <a:pt x="1470" y="11"/>
                  </a:lnTo>
                  <a:lnTo>
                    <a:pt x="1693" y="56"/>
                  </a:lnTo>
                  <a:lnTo>
                    <a:pt x="1815" y="89"/>
                  </a:lnTo>
                  <a:lnTo>
                    <a:pt x="1927" y="123"/>
                  </a:lnTo>
                  <a:lnTo>
                    <a:pt x="2049" y="178"/>
                  </a:lnTo>
                  <a:lnTo>
                    <a:pt x="2171" y="234"/>
                  </a:lnTo>
                  <a:lnTo>
                    <a:pt x="2294" y="301"/>
                  </a:lnTo>
                  <a:lnTo>
                    <a:pt x="2428" y="368"/>
                  </a:lnTo>
                  <a:lnTo>
                    <a:pt x="2428" y="368"/>
                  </a:lnTo>
                  <a:close/>
                </a:path>
              </a:pathLst>
            </a:custGeom>
            <a:noFill/>
            <a:ln cap="rnd" cmpd="sng" w="5850">
              <a:solidFill>
                <a:srgbClr val="4310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1559500" y="1650239"/>
              <a:ext cx="60640" cy="35811"/>
            </a:xfrm>
            <a:custGeom>
              <a:rect b="b" l="l" r="r" t="t"/>
              <a:pathLst>
                <a:path extrusionOk="0" h="1526" w="2584">
                  <a:moveTo>
                    <a:pt x="224" y="0"/>
                  </a:moveTo>
                  <a:lnTo>
                    <a:pt x="157" y="23"/>
                  </a:lnTo>
                  <a:lnTo>
                    <a:pt x="101" y="56"/>
                  </a:lnTo>
                  <a:lnTo>
                    <a:pt x="45" y="112"/>
                  </a:lnTo>
                  <a:lnTo>
                    <a:pt x="12" y="178"/>
                  </a:lnTo>
                  <a:lnTo>
                    <a:pt x="1" y="267"/>
                  </a:lnTo>
                  <a:lnTo>
                    <a:pt x="1" y="357"/>
                  </a:lnTo>
                  <a:lnTo>
                    <a:pt x="1" y="446"/>
                  </a:lnTo>
                  <a:lnTo>
                    <a:pt x="23" y="535"/>
                  </a:lnTo>
                  <a:lnTo>
                    <a:pt x="57" y="624"/>
                  </a:lnTo>
                  <a:lnTo>
                    <a:pt x="112" y="780"/>
                  </a:lnTo>
                  <a:lnTo>
                    <a:pt x="201" y="935"/>
                  </a:lnTo>
                  <a:lnTo>
                    <a:pt x="301" y="1069"/>
                  </a:lnTo>
                  <a:lnTo>
                    <a:pt x="424" y="1192"/>
                  </a:lnTo>
                  <a:lnTo>
                    <a:pt x="558" y="1303"/>
                  </a:lnTo>
                  <a:lnTo>
                    <a:pt x="713" y="1392"/>
                  </a:lnTo>
                  <a:lnTo>
                    <a:pt x="869" y="1459"/>
                  </a:lnTo>
                  <a:lnTo>
                    <a:pt x="1036" y="1503"/>
                  </a:lnTo>
                  <a:lnTo>
                    <a:pt x="1214" y="1526"/>
                  </a:lnTo>
                  <a:lnTo>
                    <a:pt x="1359" y="1526"/>
                  </a:lnTo>
                  <a:lnTo>
                    <a:pt x="1515" y="1514"/>
                  </a:lnTo>
                  <a:lnTo>
                    <a:pt x="1649" y="1481"/>
                  </a:lnTo>
                  <a:lnTo>
                    <a:pt x="1793" y="1436"/>
                  </a:lnTo>
                  <a:lnTo>
                    <a:pt x="1927" y="1370"/>
                  </a:lnTo>
                  <a:lnTo>
                    <a:pt x="2049" y="1303"/>
                  </a:lnTo>
                  <a:lnTo>
                    <a:pt x="2161" y="1214"/>
                  </a:lnTo>
                  <a:lnTo>
                    <a:pt x="2272" y="1102"/>
                  </a:lnTo>
                  <a:lnTo>
                    <a:pt x="2361" y="991"/>
                  </a:lnTo>
                  <a:lnTo>
                    <a:pt x="2450" y="858"/>
                  </a:lnTo>
                  <a:lnTo>
                    <a:pt x="2506" y="724"/>
                  </a:lnTo>
                  <a:lnTo>
                    <a:pt x="2562" y="579"/>
                  </a:lnTo>
                  <a:lnTo>
                    <a:pt x="2573" y="468"/>
                  </a:lnTo>
                  <a:lnTo>
                    <a:pt x="2584" y="401"/>
                  </a:lnTo>
                  <a:lnTo>
                    <a:pt x="2573" y="323"/>
                  </a:lnTo>
                  <a:lnTo>
                    <a:pt x="2562" y="256"/>
                  </a:lnTo>
                  <a:lnTo>
                    <a:pt x="2539" y="201"/>
                  </a:lnTo>
                  <a:lnTo>
                    <a:pt x="2506" y="156"/>
                  </a:lnTo>
                  <a:lnTo>
                    <a:pt x="2461" y="123"/>
                  </a:lnTo>
                  <a:lnTo>
                    <a:pt x="2417" y="112"/>
                  </a:lnTo>
                  <a:lnTo>
                    <a:pt x="2361" y="112"/>
                  </a:lnTo>
                  <a:lnTo>
                    <a:pt x="2228" y="123"/>
                  </a:lnTo>
                  <a:lnTo>
                    <a:pt x="2094" y="145"/>
                  </a:lnTo>
                  <a:lnTo>
                    <a:pt x="1994" y="167"/>
                  </a:lnTo>
                  <a:lnTo>
                    <a:pt x="1671" y="167"/>
                  </a:lnTo>
                  <a:lnTo>
                    <a:pt x="1359" y="156"/>
                  </a:lnTo>
                  <a:lnTo>
                    <a:pt x="958" y="112"/>
                  </a:lnTo>
                  <a:lnTo>
                    <a:pt x="758" y="89"/>
                  </a:lnTo>
                  <a:lnTo>
                    <a:pt x="569" y="45"/>
                  </a:lnTo>
                  <a:lnTo>
                    <a:pt x="424" y="23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1645978" y="1555383"/>
              <a:ext cx="23022" cy="32174"/>
            </a:xfrm>
            <a:custGeom>
              <a:rect b="b" l="l" r="r" t="t"/>
              <a:pathLst>
                <a:path extrusionOk="0" h="1371" w="981">
                  <a:moveTo>
                    <a:pt x="524" y="1"/>
                  </a:moveTo>
                  <a:lnTo>
                    <a:pt x="469" y="12"/>
                  </a:lnTo>
                  <a:lnTo>
                    <a:pt x="380" y="34"/>
                  </a:lnTo>
                  <a:lnTo>
                    <a:pt x="290" y="90"/>
                  </a:lnTo>
                  <a:lnTo>
                    <a:pt x="201" y="168"/>
                  </a:lnTo>
                  <a:lnTo>
                    <a:pt x="135" y="257"/>
                  </a:lnTo>
                  <a:lnTo>
                    <a:pt x="79" y="368"/>
                  </a:lnTo>
                  <a:lnTo>
                    <a:pt x="34" y="491"/>
                  </a:lnTo>
                  <a:lnTo>
                    <a:pt x="12" y="635"/>
                  </a:lnTo>
                  <a:lnTo>
                    <a:pt x="1" y="769"/>
                  </a:lnTo>
                  <a:lnTo>
                    <a:pt x="12" y="903"/>
                  </a:lnTo>
                  <a:lnTo>
                    <a:pt x="46" y="1025"/>
                  </a:lnTo>
                  <a:lnTo>
                    <a:pt x="90" y="1136"/>
                  </a:lnTo>
                  <a:lnTo>
                    <a:pt x="157" y="1226"/>
                  </a:lnTo>
                  <a:lnTo>
                    <a:pt x="235" y="1292"/>
                  </a:lnTo>
                  <a:lnTo>
                    <a:pt x="313" y="1348"/>
                  </a:lnTo>
                  <a:lnTo>
                    <a:pt x="368" y="1359"/>
                  </a:lnTo>
                  <a:lnTo>
                    <a:pt x="413" y="1370"/>
                  </a:lnTo>
                  <a:lnTo>
                    <a:pt x="513" y="1370"/>
                  </a:lnTo>
                  <a:lnTo>
                    <a:pt x="613" y="1337"/>
                  </a:lnTo>
                  <a:lnTo>
                    <a:pt x="702" y="1281"/>
                  </a:lnTo>
                  <a:lnTo>
                    <a:pt x="780" y="1214"/>
                  </a:lnTo>
                  <a:lnTo>
                    <a:pt x="847" y="1114"/>
                  </a:lnTo>
                  <a:lnTo>
                    <a:pt x="914" y="1003"/>
                  </a:lnTo>
                  <a:lnTo>
                    <a:pt x="947" y="880"/>
                  </a:lnTo>
                  <a:lnTo>
                    <a:pt x="981" y="747"/>
                  </a:lnTo>
                  <a:lnTo>
                    <a:pt x="981" y="602"/>
                  </a:lnTo>
                  <a:lnTo>
                    <a:pt x="970" y="468"/>
                  </a:lnTo>
                  <a:lnTo>
                    <a:pt x="936" y="357"/>
                  </a:lnTo>
                  <a:lnTo>
                    <a:pt x="892" y="246"/>
                  </a:lnTo>
                  <a:lnTo>
                    <a:pt x="825" y="157"/>
                  </a:lnTo>
                  <a:lnTo>
                    <a:pt x="758" y="79"/>
                  </a:lnTo>
                  <a:lnTo>
                    <a:pt x="669" y="34"/>
                  </a:lnTo>
                  <a:lnTo>
                    <a:pt x="624" y="12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82F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1636849" y="1499741"/>
              <a:ext cx="49399" cy="11523"/>
            </a:xfrm>
            <a:custGeom>
              <a:rect b="b" l="l" r="r" t="t"/>
              <a:pathLst>
                <a:path extrusionOk="0" fill="none" h="491" w="2105">
                  <a:moveTo>
                    <a:pt x="0" y="167"/>
                  </a:moveTo>
                  <a:lnTo>
                    <a:pt x="0" y="167"/>
                  </a:lnTo>
                  <a:lnTo>
                    <a:pt x="234" y="134"/>
                  </a:lnTo>
                  <a:lnTo>
                    <a:pt x="479" y="123"/>
                  </a:lnTo>
                  <a:lnTo>
                    <a:pt x="780" y="112"/>
                  </a:lnTo>
                  <a:lnTo>
                    <a:pt x="947" y="112"/>
                  </a:lnTo>
                  <a:lnTo>
                    <a:pt x="1125" y="134"/>
                  </a:lnTo>
                  <a:lnTo>
                    <a:pt x="1292" y="156"/>
                  </a:lnTo>
                  <a:lnTo>
                    <a:pt x="1470" y="190"/>
                  </a:lnTo>
                  <a:lnTo>
                    <a:pt x="1648" y="245"/>
                  </a:lnTo>
                  <a:lnTo>
                    <a:pt x="1804" y="312"/>
                  </a:lnTo>
                  <a:lnTo>
                    <a:pt x="1960" y="390"/>
                  </a:lnTo>
                  <a:lnTo>
                    <a:pt x="2105" y="490"/>
                  </a:lnTo>
                  <a:lnTo>
                    <a:pt x="2105" y="490"/>
                  </a:lnTo>
                  <a:lnTo>
                    <a:pt x="2071" y="457"/>
                  </a:lnTo>
                  <a:lnTo>
                    <a:pt x="1971" y="368"/>
                  </a:lnTo>
                  <a:lnTo>
                    <a:pt x="1882" y="312"/>
                  </a:lnTo>
                  <a:lnTo>
                    <a:pt x="1793" y="245"/>
                  </a:lnTo>
                  <a:lnTo>
                    <a:pt x="1681" y="190"/>
                  </a:lnTo>
                  <a:lnTo>
                    <a:pt x="1548" y="134"/>
                  </a:lnTo>
                  <a:lnTo>
                    <a:pt x="1414" y="78"/>
                  </a:lnTo>
                  <a:lnTo>
                    <a:pt x="1247" y="34"/>
                  </a:lnTo>
                  <a:lnTo>
                    <a:pt x="1080" y="12"/>
                  </a:lnTo>
                  <a:lnTo>
                    <a:pt x="891" y="0"/>
                  </a:lnTo>
                  <a:lnTo>
                    <a:pt x="691" y="0"/>
                  </a:lnTo>
                  <a:lnTo>
                    <a:pt x="468" y="34"/>
                  </a:lnTo>
                  <a:lnTo>
                    <a:pt x="245" y="89"/>
                  </a:lnTo>
                  <a:lnTo>
                    <a:pt x="0" y="167"/>
                  </a:lnTo>
                  <a:lnTo>
                    <a:pt x="0" y="167"/>
                  </a:lnTo>
                  <a:close/>
                </a:path>
              </a:pathLst>
            </a:custGeom>
            <a:noFill/>
            <a:ln cap="rnd" cmpd="sng" w="5850">
              <a:solidFill>
                <a:srgbClr val="4310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1166302" y="1236389"/>
              <a:ext cx="567491" cy="621584"/>
            </a:xfrm>
            <a:custGeom>
              <a:rect b="b" l="l" r="r" t="t"/>
              <a:pathLst>
                <a:path extrusionOk="0" h="26487" w="24182">
                  <a:moveTo>
                    <a:pt x="14496" y="0"/>
                  </a:moveTo>
                  <a:lnTo>
                    <a:pt x="14162" y="11"/>
                  </a:lnTo>
                  <a:lnTo>
                    <a:pt x="13828" y="33"/>
                  </a:lnTo>
                  <a:lnTo>
                    <a:pt x="13505" y="67"/>
                  </a:lnTo>
                  <a:lnTo>
                    <a:pt x="13171" y="100"/>
                  </a:lnTo>
                  <a:lnTo>
                    <a:pt x="12848" y="156"/>
                  </a:lnTo>
                  <a:lnTo>
                    <a:pt x="12525" y="212"/>
                  </a:lnTo>
                  <a:lnTo>
                    <a:pt x="12202" y="278"/>
                  </a:lnTo>
                  <a:lnTo>
                    <a:pt x="11879" y="356"/>
                  </a:lnTo>
                  <a:lnTo>
                    <a:pt x="11568" y="445"/>
                  </a:lnTo>
                  <a:lnTo>
                    <a:pt x="11256" y="534"/>
                  </a:lnTo>
                  <a:lnTo>
                    <a:pt x="10944" y="646"/>
                  </a:lnTo>
                  <a:lnTo>
                    <a:pt x="10632" y="757"/>
                  </a:lnTo>
                  <a:lnTo>
                    <a:pt x="10332" y="880"/>
                  </a:lnTo>
                  <a:lnTo>
                    <a:pt x="10031" y="1013"/>
                  </a:lnTo>
                  <a:lnTo>
                    <a:pt x="9742" y="1147"/>
                  </a:lnTo>
                  <a:lnTo>
                    <a:pt x="9441" y="1303"/>
                  </a:lnTo>
                  <a:lnTo>
                    <a:pt x="9163" y="1458"/>
                  </a:lnTo>
                  <a:lnTo>
                    <a:pt x="8873" y="1625"/>
                  </a:lnTo>
                  <a:lnTo>
                    <a:pt x="8606" y="1792"/>
                  </a:lnTo>
                  <a:lnTo>
                    <a:pt x="8328" y="1982"/>
                  </a:lnTo>
                  <a:lnTo>
                    <a:pt x="8061" y="2171"/>
                  </a:lnTo>
                  <a:lnTo>
                    <a:pt x="7805" y="2371"/>
                  </a:lnTo>
                  <a:lnTo>
                    <a:pt x="7549" y="2583"/>
                  </a:lnTo>
                  <a:lnTo>
                    <a:pt x="7292" y="2794"/>
                  </a:lnTo>
                  <a:lnTo>
                    <a:pt x="7059" y="3017"/>
                  </a:lnTo>
                  <a:lnTo>
                    <a:pt x="6814" y="3251"/>
                  </a:lnTo>
                  <a:lnTo>
                    <a:pt x="6591" y="3496"/>
                  </a:lnTo>
                  <a:lnTo>
                    <a:pt x="6368" y="3741"/>
                  </a:lnTo>
                  <a:lnTo>
                    <a:pt x="6146" y="3997"/>
                  </a:lnTo>
                  <a:lnTo>
                    <a:pt x="5934" y="4264"/>
                  </a:lnTo>
                  <a:lnTo>
                    <a:pt x="5734" y="4531"/>
                  </a:lnTo>
                  <a:lnTo>
                    <a:pt x="5545" y="4810"/>
                  </a:lnTo>
                  <a:lnTo>
                    <a:pt x="5355" y="5099"/>
                  </a:lnTo>
                  <a:lnTo>
                    <a:pt x="5177" y="5400"/>
                  </a:lnTo>
                  <a:lnTo>
                    <a:pt x="5010" y="5700"/>
                  </a:lnTo>
                  <a:lnTo>
                    <a:pt x="4854" y="6012"/>
                  </a:lnTo>
                  <a:lnTo>
                    <a:pt x="4698" y="6324"/>
                  </a:lnTo>
                  <a:lnTo>
                    <a:pt x="4554" y="6658"/>
                  </a:lnTo>
                  <a:lnTo>
                    <a:pt x="4420" y="6981"/>
                  </a:lnTo>
                  <a:lnTo>
                    <a:pt x="4298" y="7326"/>
                  </a:lnTo>
                  <a:lnTo>
                    <a:pt x="4175" y="7671"/>
                  </a:lnTo>
                  <a:lnTo>
                    <a:pt x="4075" y="8027"/>
                  </a:lnTo>
                  <a:lnTo>
                    <a:pt x="3975" y="8383"/>
                  </a:lnTo>
                  <a:lnTo>
                    <a:pt x="3897" y="8751"/>
                  </a:lnTo>
                  <a:lnTo>
                    <a:pt x="3841" y="9007"/>
                  </a:lnTo>
                  <a:lnTo>
                    <a:pt x="3797" y="9263"/>
                  </a:lnTo>
                  <a:lnTo>
                    <a:pt x="3763" y="9519"/>
                  </a:lnTo>
                  <a:lnTo>
                    <a:pt x="3730" y="9786"/>
                  </a:lnTo>
                  <a:lnTo>
                    <a:pt x="3696" y="10298"/>
                  </a:lnTo>
                  <a:lnTo>
                    <a:pt x="3663" y="10822"/>
                  </a:lnTo>
                  <a:lnTo>
                    <a:pt x="3641" y="11868"/>
                  </a:lnTo>
                  <a:lnTo>
                    <a:pt x="3630" y="12391"/>
                  </a:lnTo>
                  <a:lnTo>
                    <a:pt x="3607" y="12915"/>
                  </a:lnTo>
                  <a:lnTo>
                    <a:pt x="3574" y="13360"/>
                  </a:lnTo>
                  <a:lnTo>
                    <a:pt x="3518" y="13783"/>
                  </a:lnTo>
                  <a:lnTo>
                    <a:pt x="3429" y="14173"/>
                  </a:lnTo>
                  <a:lnTo>
                    <a:pt x="3329" y="14562"/>
                  </a:lnTo>
                  <a:lnTo>
                    <a:pt x="3206" y="14930"/>
                  </a:lnTo>
                  <a:lnTo>
                    <a:pt x="3062" y="15286"/>
                  </a:lnTo>
                  <a:lnTo>
                    <a:pt x="2906" y="15620"/>
                  </a:lnTo>
                  <a:lnTo>
                    <a:pt x="2728" y="15954"/>
                  </a:lnTo>
                  <a:lnTo>
                    <a:pt x="2538" y="16288"/>
                  </a:lnTo>
                  <a:lnTo>
                    <a:pt x="2338" y="16611"/>
                  </a:lnTo>
                  <a:lnTo>
                    <a:pt x="2127" y="16923"/>
                  </a:lnTo>
                  <a:lnTo>
                    <a:pt x="1904" y="17246"/>
                  </a:lnTo>
                  <a:lnTo>
                    <a:pt x="1425" y="17902"/>
                  </a:lnTo>
                  <a:lnTo>
                    <a:pt x="924" y="18570"/>
                  </a:lnTo>
                  <a:lnTo>
                    <a:pt x="802" y="18749"/>
                  </a:lnTo>
                  <a:lnTo>
                    <a:pt x="679" y="18927"/>
                  </a:lnTo>
                  <a:lnTo>
                    <a:pt x="579" y="19116"/>
                  </a:lnTo>
                  <a:lnTo>
                    <a:pt x="479" y="19305"/>
                  </a:lnTo>
                  <a:lnTo>
                    <a:pt x="390" y="19506"/>
                  </a:lnTo>
                  <a:lnTo>
                    <a:pt x="312" y="19706"/>
                  </a:lnTo>
                  <a:lnTo>
                    <a:pt x="234" y="19906"/>
                  </a:lnTo>
                  <a:lnTo>
                    <a:pt x="167" y="20118"/>
                  </a:lnTo>
                  <a:lnTo>
                    <a:pt x="123" y="20318"/>
                  </a:lnTo>
                  <a:lnTo>
                    <a:pt x="78" y="20530"/>
                  </a:lnTo>
                  <a:lnTo>
                    <a:pt x="45" y="20753"/>
                  </a:lnTo>
                  <a:lnTo>
                    <a:pt x="22" y="20964"/>
                  </a:lnTo>
                  <a:lnTo>
                    <a:pt x="0" y="21176"/>
                  </a:lnTo>
                  <a:lnTo>
                    <a:pt x="0" y="21398"/>
                  </a:lnTo>
                  <a:lnTo>
                    <a:pt x="11" y="21610"/>
                  </a:lnTo>
                  <a:lnTo>
                    <a:pt x="22" y="21821"/>
                  </a:lnTo>
                  <a:lnTo>
                    <a:pt x="67" y="22122"/>
                  </a:lnTo>
                  <a:lnTo>
                    <a:pt x="123" y="22423"/>
                  </a:lnTo>
                  <a:lnTo>
                    <a:pt x="189" y="22712"/>
                  </a:lnTo>
                  <a:lnTo>
                    <a:pt x="278" y="23002"/>
                  </a:lnTo>
                  <a:lnTo>
                    <a:pt x="379" y="23280"/>
                  </a:lnTo>
                  <a:lnTo>
                    <a:pt x="501" y="23569"/>
                  </a:lnTo>
                  <a:lnTo>
                    <a:pt x="635" y="23837"/>
                  </a:lnTo>
                  <a:lnTo>
                    <a:pt x="779" y="24104"/>
                  </a:lnTo>
                  <a:lnTo>
                    <a:pt x="935" y="24360"/>
                  </a:lnTo>
                  <a:lnTo>
                    <a:pt x="1113" y="24605"/>
                  </a:lnTo>
                  <a:lnTo>
                    <a:pt x="1303" y="24839"/>
                  </a:lnTo>
                  <a:lnTo>
                    <a:pt x="1503" y="25061"/>
                  </a:lnTo>
                  <a:lnTo>
                    <a:pt x="1715" y="25273"/>
                  </a:lnTo>
                  <a:lnTo>
                    <a:pt x="1948" y="25473"/>
                  </a:lnTo>
                  <a:lnTo>
                    <a:pt x="2182" y="25651"/>
                  </a:lnTo>
                  <a:lnTo>
                    <a:pt x="2438" y="25818"/>
                  </a:lnTo>
                  <a:lnTo>
                    <a:pt x="2672" y="25963"/>
                  </a:lnTo>
                  <a:lnTo>
                    <a:pt x="2906" y="26097"/>
                  </a:lnTo>
                  <a:lnTo>
                    <a:pt x="3095" y="26186"/>
                  </a:lnTo>
                  <a:lnTo>
                    <a:pt x="3284" y="26275"/>
                  </a:lnTo>
                  <a:lnTo>
                    <a:pt x="3485" y="26353"/>
                  </a:lnTo>
                  <a:lnTo>
                    <a:pt x="3674" y="26419"/>
                  </a:lnTo>
                  <a:lnTo>
                    <a:pt x="3874" y="26464"/>
                  </a:lnTo>
                  <a:lnTo>
                    <a:pt x="4075" y="26486"/>
                  </a:lnTo>
                  <a:lnTo>
                    <a:pt x="4275" y="26486"/>
                  </a:lnTo>
                  <a:lnTo>
                    <a:pt x="4476" y="26464"/>
                  </a:lnTo>
                  <a:lnTo>
                    <a:pt x="4587" y="26442"/>
                  </a:lnTo>
                  <a:lnTo>
                    <a:pt x="4687" y="26419"/>
                  </a:lnTo>
                  <a:lnTo>
                    <a:pt x="4899" y="26342"/>
                  </a:lnTo>
                  <a:lnTo>
                    <a:pt x="5099" y="26252"/>
                  </a:lnTo>
                  <a:lnTo>
                    <a:pt x="5288" y="26152"/>
                  </a:lnTo>
                  <a:lnTo>
                    <a:pt x="5678" y="25930"/>
                  </a:lnTo>
                  <a:lnTo>
                    <a:pt x="5879" y="25829"/>
                  </a:lnTo>
                  <a:lnTo>
                    <a:pt x="6079" y="25751"/>
                  </a:lnTo>
                  <a:lnTo>
                    <a:pt x="6257" y="25685"/>
                  </a:lnTo>
                  <a:lnTo>
                    <a:pt x="6424" y="25640"/>
                  </a:lnTo>
                  <a:lnTo>
                    <a:pt x="6602" y="25607"/>
                  </a:lnTo>
                  <a:lnTo>
                    <a:pt x="6780" y="25584"/>
                  </a:lnTo>
                  <a:lnTo>
                    <a:pt x="6958" y="25562"/>
                  </a:lnTo>
                  <a:lnTo>
                    <a:pt x="7137" y="25562"/>
                  </a:lnTo>
                  <a:lnTo>
                    <a:pt x="7315" y="25573"/>
                  </a:lnTo>
                  <a:lnTo>
                    <a:pt x="7504" y="25584"/>
                  </a:lnTo>
                  <a:lnTo>
                    <a:pt x="7682" y="25607"/>
                  </a:lnTo>
                  <a:lnTo>
                    <a:pt x="7860" y="25629"/>
                  </a:lnTo>
                  <a:lnTo>
                    <a:pt x="8228" y="25696"/>
                  </a:lnTo>
                  <a:lnTo>
                    <a:pt x="8584" y="25785"/>
                  </a:lnTo>
                  <a:lnTo>
                    <a:pt x="8940" y="25885"/>
                  </a:lnTo>
                  <a:lnTo>
                    <a:pt x="9052" y="25918"/>
                  </a:lnTo>
                  <a:lnTo>
                    <a:pt x="9163" y="25930"/>
                  </a:lnTo>
                  <a:lnTo>
                    <a:pt x="9386" y="25930"/>
                  </a:lnTo>
                  <a:lnTo>
                    <a:pt x="9497" y="25907"/>
                  </a:lnTo>
                  <a:lnTo>
                    <a:pt x="9597" y="25885"/>
                  </a:lnTo>
                  <a:lnTo>
                    <a:pt x="9697" y="25841"/>
                  </a:lnTo>
                  <a:lnTo>
                    <a:pt x="9797" y="25796"/>
                  </a:lnTo>
                  <a:lnTo>
                    <a:pt x="9887" y="25740"/>
                  </a:lnTo>
                  <a:lnTo>
                    <a:pt x="9976" y="25674"/>
                  </a:lnTo>
                  <a:lnTo>
                    <a:pt x="10054" y="25596"/>
                  </a:lnTo>
                  <a:lnTo>
                    <a:pt x="10120" y="25518"/>
                  </a:lnTo>
                  <a:lnTo>
                    <a:pt x="10176" y="25429"/>
                  </a:lnTo>
                  <a:lnTo>
                    <a:pt x="10232" y="25328"/>
                  </a:lnTo>
                  <a:lnTo>
                    <a:pt x="10276" y="25228"/>
                  </a:lnTo>
                  <a:lnTo>
                    <a:pt x="10310" y="25117"/>
                  </a:lnTo>
                  <a:lnTo>
                    <a:pt x="10365" y="24839"/>
                  </a:lnTo>
                  <a:lnTo>
                    <a:pt x="10421" y="24560"/>
                  </a:lnTo>
                  <a:lnTo>
                    <a:pt x="10510" y="23970"/>
                  </a:lnTo>
                  <a:lnTo>
                    <a:pt x="10577" y="23380"/>
                  </a:lnTo>
                  <a:lnTo>
                    <a:pt x="10632" y="22768"/>
                  </a:lnTo>
                  <a:lnTo>
                    <a:pt x="10666" y="22167"/>
                  </a:lnTo>
                  <a:lnTo>
                    <a:pt x="10688" y="21576"/>
                  </a:lnTo>
                  <a:lnTo>
                    <a:pt x="10699" y="20998"/>
                  </a:lnTo>
                  <a:lnTo>
                    <a:pt x="10699" y="20452"/>
                  </a:lnTo>
                  <a:lnTo>
                    <a:pt x="10688" y="19940"/>
                  </a:lnTo>
                  <a:lnTo>
                    <a:pt x="10677" y="19461"/>
                  </a:lnTo>
                  <a:lnTo>
                    <a:pt x="10644" y="18682"/>
                  </a:lnTo>
                  <a:lnTo>
                    <a:pt x="10610" y="18159"/>
                  </a:lnTo>
                  <a:lnTo>
                    <a:pt x="10599" y="17969"/>
                  </a:lnTo>
                  <a:lnTo>
                    <a:pt x="10376" y="17713"/>
                  </a:lnTo>
                  <a:lnTo>
                    <a:pt x="10087" y="17379"/>
                  </a:lnTo>
                  <a:lnTo>
                    <a:pt x="9953" y="17201"/>
                  </a:lnTo>
                  <a:lnTo>
                    <a:pt x="9820" y="17034"/>
                  </a:lnTo>
                  <a:lnTo>
                    <a:pt x="9720" y="16878"/>
                  </a:lnTo>
                  <a:lnTo>
                    <a:pt x="9686" y="16800"/>
                  </a:lnTo>
                  <a:lnTo>
                    <a:pt x="9664" y="16733"/>
                  </a:lnTo>
                  <a:lnTo>
                    <a:pt x="9530" y="16288"/>
                  </a:lnTo>
                  <a:lnTo>
                    <a:pt x="9463" y="16054"/>
                  </a:lnTo>
                  <a:lnTo>
                    <a:pt x="9419" y="15832"/>
                  </a:lnTo>
                  <a:lnTo>
                    <a:pt x="9374" y="15598"/>
                  </a:lnTo>
                  <a:lnTo>
                    <a:pt x="9363" y="15375"/>
                  </a:lnTo>
                  <a:lnTo>
                    <a:pt x="9363" y="15153"/>
                  </a:lnTo>
                  <a:lnTo>
                    <a:pt x="9374" y="15041"/>
                  </a:lnTo>
                  <a:lnTo>
                    <a:pt x="9397" y="14930"/>
                  </a:lnTo>
                  <a:lnTo>
                    <a:pt x="9441" y="14741"/>
                  </a:lnTo>
                  <a:lnTo>
                    <a:pt x="9486" y="14562"/>
                  </a:lnTo>
                  <a:lnTo>
                    <a:pt x="9553" y="14384"/>
                  </a:lnTo>
                  <a:lnTo>
                    <a:pt x="9619" y="14206"/>
                  </a:lnTo>
                  <a:lnTo>
                    <a:pt x="9708" y="14039"/>
                  </a:lnTo>
                  <a:lnTo>
                    <a:pt x="9809" y="13883"/>
                  </a:lnTo>
                  <a:lnTo>
                    <a:pt x="9920" y="13739"/>
                  </a:lnTo>
                  <a:lnTo>
                    <a:pt x="10054" y="13616"/>
                  </a:lnTo>
                  <a:lnTo>
                    <a:pt x="10131" y="13560"/>
                  </a:lnTo>
                  <a:lnTo>
                    <a:pt x="10209" y="13505"/>
                  </a:lnTo>
                  <a:lnTo>
                    <a:pt x="10287" y="13460"/>
                  </a:lnTo>
                  <a:lnTo>
                    <a:pt x="10376" y="13416"/>
                  </a:lnTo>
                  <a:lnTo>
                    <a:pt x="10465" y="13382"/>
                  </a:lnTo>
                  <a:lnTo>
                    <a:pt x="10555" y="13360"/>
                  </a:lnTo>
                  <a:lnTo>
                    <a:pt x="10655" y="13338"/>
                  </a:lnTo>
                  <a:lnTo>
                    <a:pt x="10744" y="13327"/>
                  </a:lnTo>
                  <a:lnTo>
                    <a:pt x="10844" y="13316"/>
                  </a:lnTo>
                  <a:lnTo>
                    <a:pt x="10933" y="13327"/>
                  </a:lnTo>
                  <a:lnTo>
                    <a:pt x="11022" y="13338"/>
                  </a:lnTo>
                  <a:lnTo>
                    <a:pt x="11111" y="13349"/>
                  </a:lnTo>
                  <a:lnTo>
                    <a:pt x="11200" y="13382"/>
                  </a:lnTo>
                  <a:lnTo>
                    <a:pt x="11278" y="13416"/>
                  </a:lnTo>
                  <a:lnTo>
                    <a:pt x="11356" y="13460"/>
                  </a:lnTo>
                  <a:lnTo>
                    <a:pt x="11434" y="13516"/>
                  </a:lnTo>
                  <a:lnTo>
                    <a:pt x="11501" y="13594"/>
                  </a:lnTo>
                  <a:lnTo>
                    <a:pt x="11568" y="13661"/>
                  </a:lnTo>
                  <a:lnTo>
                    <a:pt x="11623" y="13739"/>
                  </a:lnTo>
                  <a:lnTo>
                    <a:pt x="11668" y="13828"/>
                  </a:lnTo>
                  <a:lnTo>
                    <a:pt x="11768" y="14006"/>
                  </a:lnTo>
                  <a:lnTo>
                    <a:pt x="11857" y="14184"/>
                  </a:lnTo>
                  <a:lnTo>
                    <a:pt x="11957" y="14362"/>
                  </a:lnTo>
                  <a:lnTo>
                    <a:pt x="12002" y="14440"/>
                  </a:lnTo>
                  <a:lnTo>
                    <a:pt x="12058" y="14518"/>
                  </a:lnTo>
                  <a:lnTo>
                    <a:pt x="12124" y="14585"/>
                  </a:lnTo>
                  <a:lnTo>
                    <a:pt x="12191" y="14652"/>
                  </a:lnTo>
                  <a:lnTo>
                    <a:pt x="12269" y="14707"/>
                  </a:lnTo>
                  <a:lnTo>
                    <a:pt x="12347" y="14752"/>
                  </a:lnTo>
                  <a:lnTo>
                    <a:pt x="12403" y="13238"/>
                  </a:lnTo>
                  <a:lnTo>
                    <a:pt x="12414" y="13104"/>
                  </a:lnTo>
                  <a:lnTo>
                    <a:pt x="12425" y="12970"/>
                  </a:lnTo>
                  <a:lnTo>
                    <a:pt x="12458" y="12837"/>
                  </a:lnTo>
                  <a:lnTo>
                    <a:pt x="12481" y="12781"/>
                  </a:lnTo>
                  <a:lnTo>
                    <a:pt x="12514" y="12725"/>
                  </a:lnTo>
                  <a:lnTo>
                    <a:pt x="12547" y="12670"/>
                  </a:lnTo>
                  <a:lnTo>
                    <a:pt x="12592" y="12614"/>
                  </a:lnTo>
                  <a:lnTo>
                    <a:pt x="12692" y="12525"/>
                  </a:lnTo>
                  <a:lnTo>
                    <a:pt x="12803" y="12447"/>
                  </a:lnTo>
                  <a:lnTo>
                    <a:pt x="12926" y="12380"/>
                  </a:lnTo>
                  <a:lnTo>
                    <a:pt x="13104" y="12291"/>
                  </a:lnTo>
                  <a:lnTo>
                    <a:pt x="13293" y="12213"/>
                  </a:lnTo>
                  <a:lnTo>
                    <a:pt x="13483" y="12146"/>
                  </a:lnTo>
                  <a:lnTo>
                    <a:pt x="13683" y="12080"/>
                  </a:lnTo>
                  <a:lnTo>
                    <a:pt x="14084" y="11968"/>
                  </a:lnTo>
                  <a:lnTo>
                    <a:pt x="14485" y="11857"/>
                  </a:lnTo>
                  <a:lnTo>
                    <a:pt x="14685" y="11801"/>
                  </a:lnTo>
                  <a:lnTo>
                    <a:pt x="14885" y="11746"/>
                  </a:lnTo>
                  <a:lnTo>
                    <a:pt x="15075" y="11668"/>
                  </a:lnTo>
                  <a:lnTo>
                    <a:pt x="15264" y="11590"/>
                  </a:lnTo>
                  <a:lnTo>
                    <a:pt x="15442" y="11501"/>
                  </a:lnTo>
                  <a:lnTo>
                    <a:pt x="15620" y="11389"/>
                  </a:lnTo>
                  <a:lnTo>
                    <a:pt x="15787" y="11267"/>
                  </a:lnTo>
                  <a:lnTo>
                    <a:pt x="15943" y="11133"/>
                  </a:lnTo>
                  <a:lnTo>
                    <a:pt x="16032" y="11033"/>
                  </a:lnTo>
                  <a:lnTo>
                    <a:pt x="16110" y="10933"/>
                  </a:lnTo>
                  <a:lnTo>
                    <a:pt x="16177" y="10822"/>
                  </a:lnTo>
                  <a:lnTo>
                    <a:pt x="16233" y="10721"/>
                  </a:lnTo>
                  <a:lnTo>
                    <a:pt x="16333" y="10488"/>
                  </a:lnTo>
                  <a:lnTo>
                    <a:pt x="16411" y="10254"/>
                  </a:lnTo>
                  <a:lnTo>
                    <a:pt x="16489" y="10020"/>
                  </a:lnTo>
                  <a:lnTo>
                    <a:pt x="16567" y="9786"/>
                  </a:lnTo>
                  <a:lnTo>
                    <a:pt x="16622" y="9675"/>
                  </a:lnTo>
                  <a:lnTo>
                    <a:pt x="16678" y="9564"/>
                  </a:lnTo>
                  <a:lnTo>
                    <a:pt x="16745" y="9452"/>
                  </a:lnTo>
                  <a:lnTo>
                    <a:pt x="16823" y="9352"/>
                  </a:lnTo>
                  <a:lnTo>
                    <a:pt x="16967" y="9185"/>
                  </a:lnTo>
                  <a:lnTo>
                    <a:pt x="17123" y="9040"/>
                  </a:lnTo>
                  <a:lnTo>
                    <a:pt x="17301" y="8907"/>
                  </a:lnTo>
                  <a:lnTo>
                    <a:pt x="17491" y="8795"/>
                  </a:lnTo>
                  <a:lnTo>
                    <a:pt x="17691" y="8695"/>
                  </a:lnTo>
                  <a:lnTo>
                    <a:pt x="17891" y="8617"/>
                  </a:lnTo>
                  <a:lnTo>
                    <a:pt x="18103" y="8562"/>
                  </a:lnTo>
                  <a:lnTo>
                    <a:pt x="18326" y="8528"/>
                  </a:lnTo>
                  <a:lnTo>
                    <a:pt x="18548" y="8506"/>
                  </a:lnTo>
                  <a:lnTo>
                    <a:pt x="18771" y="8517"/>
                  </a:lnTo>
                  <a:lnTo>
                    <a:pt x="18983" y="8539"/>
                  </a:lnTo>
                  <a:lnTo>
                    <a:pt x="19194" y="8573"/>
                  </a:lnTo>
                  <a:lnTo>
                    <a:pt x="19406" y="8617"/>
                  </a:lnTo>
                  <a:lnTo>
                    <a:pt x="19617" y="8673"/>
                  </a:lnTo>
                  <a:lnTo>
                    <a:pt x="20029" y="8806"/>
                  </a:lnTo>
                  <a:lnTo>
                    <a:pt x="20452" y="8940"/>
                  </a:lnTo>
                  <a:lnTo>
                    <a:pt x="20664" y="8996"/>
                  </a:lnTo>
                  <a:lnTo>
                    <a:pt x="20875" y="9051"/>
                  </a:lnTo>
                  <a:lnTo>
                    <a:pt x="21087" y="9107"/>
                  </a:lnTo>
                  <a:lnTo>
                    <a:pt x="21309" y="9140"/>
                  </a:lnTo>
                  <a:lnTo>
                    <a:pt x="21532" y="9163"/>
                  </a:lnTo>
                  <a:lnTo>
                    <a:pt x="21755" y="9163"/>
                  </a:lnTo>
                  <a:lnTo>
                    <a:pt x="22044" y="9152"/>
                  </a:lnTo>
                  <a:lnTo>
                    <a:pt x="22189" y="9129"/>
                  </a:lnTo>
                  <a:lnTo>
                    <a:pt x="22323" y="9107"/>
                  </a:lnTo>
                  <a:lnTo>
                    <a:pt x="22467" y="9074"/>
                  </a:lnTo>
                  <a:lnTo>
                    <a:pt x="22601" y="9029"/>
                  </a:lnTo>
                  <a:lnTo>
                    <a:pt x="22734" y="8985"/>
                  </a:lnTo>
                  <a:lnTo>
                    <a:pt x="22868" y="8918"/>
                  </a:lnTo>
                  <a:lnTo>
                    <a:pt x="23013" y="8829"/>
                  </a:lnTo>
                  <a:lnTo>
                    <a:pt x="23146" y="8717"/>
                  </a:lnTo>
                  <a:lnTo>
                    <a:pt x="23269" y="8606"/>
                  </a:lnTo>
                  <a:lnTo>
                    <a:pt x="23391" y="8472"/>
                  </a:lnTo>
                  <a:lnTo>
                    <a:pt x="23503" y="8328"/>
                  </a:lnTo>
                  <a:lnTo>
                    <a:pt x="23603" y="8183"/>
                  </a:lnTo>
                  <a:lnTo>
                    <a:pt x="23692" y="8016"/>
                  </a:lnTo>
                  <a:lnTo>
                    <a:pt x="23781" y="7849"/>
                  </a:lnTo>
                  <a:lnTo>
                    <a:pt x="23859" y="7682"/>
                  </a:lnTo>
                  <a:lnTo>
                    <a:pt x="23926" y="7504"/>
                  </a:lnTo>
                  <a:lnTo>
                    <a:pt x="23981" y="7326"/>
                  </a:lnTo>
                  <a:lnTo>
                    <a:pt x="24037" y="7136"/>
                  </a:lnTo>
                  <a:lnTo>
                    <a:pt x="24082" y="6958"/>
                  </a:lnTo>
                  <a:lnTo>
                    <a:pt x="24115" y="6780"/>
                  </a:lnTo>
                  <a:lnTo>
                    <a:pt x="24148" y="6591"/>
                  </a:lnTo>
                  <a:lnTo>
                    <a:pt x="24171" y="6424"/>
                  </a:lnTo>
                  <a:lnTo>
                    <a:pt x="24182" y="6290"/>
                  </a:lnTo>
                  <a:lnTo>
                    <a:pt x="24171" y="6157"/>
                  </a:lnTo>
                  <a:lnTo>
                    <a:pt x="24148" y="6012"/>
                  </a:lnTo>
                  <a:lnTo>
                    <a:pt x="24115" y="5867"/>
                  </a:lnTo>
                  <a:lnTo>
                    <a:pt x="24082" y="5711"/>
                  </a:lnTo>
                  <a:lnTo>
                    <a:pt x="24026" y="5556"/>
                  </a:lnTo>
                  <a:lnTo>
                    <a:pt x="23959" y="5400"/>
                  </a:lnTo>
                  <a:lnTo>
                    <a:pt x="23892" y="5233"/>
                  </a:lnTo>
                  <a:lnTo>
                    <a:pt x="23725" y="4910"/>
                  </a:lnTo>
                  <a:lnTo>
                    <a:pt x="23525" y="4576"/>
                  </a:lnTo>
                  <a:lnTo>
                    <a:pt x="23302" y="4242"/>
                  </a:lnTo>
                  <a:lnTo>
                    <a:pt x="23068" y="3908"/>
                  </a:lnTo>
                  <a:lnTo>
                    <a:pt x="22812" y="3585"/>
                  </a:lnTo>
                  <a:lnTo>
                    <a:pt x="22556" y="3273"/>
                  </a:lnTo>
                  <a:lnTo>
                    <a:pt x="22289" y="2973"/>
                  </a:lnTo>
                  <a:lnTo>
                    <a:pt x="22022" y="2705"/>
                  </a:lnTo>
                  <a:lnTo>
                    <a:pt x="21777" y="2460"/>
                  </a:lnTo>
                  <a:lnTo>
                    <a:pt x="21532" y="2238"/>
                  </a:lnTo>
                  <a:lnTo>
                    <a:pt x="21309" y="2060"/>
                  </a:lnTo>
                  <a:lnTo>
                    <a:pt x="21109" y="1915"/>
                  </a:lnTo>
                  <a:lnTo>
                    <a:pt x="20797" y="1726"/>
                  </a:lnTo>
                  <a:lnTo>
                    <a:pt x="20474" y="1536"/>
                  </a:lnTo>
                  <a:lnTo>
                    <a:pt x="20152" y="1358"/>
                  </a:lnTo>
                  <a:lnTo>
                    <a:pt x="19829" y="1202"/>
                  </a:lnTo>
                  <a:lnTo>
                    <a:pt x="19506" y="1047"/>
                  </a:lnTo>
                  <a:lnTo>
                    <a:pt x="19183" y="902"/>
                  </a:lnTo>
                  <a:lnTo>
                    <a:pt x="18849" y="779"/>
                  </a:lnTo>
                  <a:lnTo>
                    <a:pt x="18515" y="657"/>
                  </a:lnTo>
                  <a:lnTo>
                    <a:pt x="18181" y="546"/>
                  </a:lnTo>
                  <a:lnTo>
                    <a:pt x="17858" y="445"/>
                  </a:lnTo>
                  <a:lnTo>
                    <a:pt x="17513" y="356"/>
                  </a:lnTo>
                  <a:lnTo>
                    <a:pt x="17179" y="278"/>
                  </a:lnTo>
                  <a:lnTo>
                    <a:pt x="16845" y="200"/>
                  </a:lnTo>
                  <a:lnTo>
                    <a:pt x="16511" y="145"/>
                  </a:lnTo>
                  <a:lnTo>
                    <a:pt x="16177" y="100"/>
                  </a:lnTo>
                  <a:lnTo>
                    <a:pt x="15843" y="56"/>
                  </a:lnTo>
                  <a:lnTo>
                    <a:pt x="15498" y="33"/>
                  </a:lnTo>
                  <a:lnTo>
                    <a:pt x="15164" y="11"/>
                  </a:lnTo>
                  <a:lnTo>
                    <a:pt x="14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1174656" y="2064604"/>
              <a:ext cx="390358" cy="535646"/>
            </a:xfrm>
            <a:custGeom>
              <a:rect b="b" l="l" r="r" t="t"/>
              <a:pathLst>
                <a:path extrusionOk="0" h="22825" w="16634">
                  <a:moveTo>
                    <a:pt x="0" y="1"/>
                  </a:moveTo>
                  <a:lnTo>
                    <a:pt x="34" y="747"/>
                  </a:lnTo>
                  <a:lnTo>
                    <a:pt x="56" y="1125"/>
                  </a:lnTo>
                  <a:lnTo>
                    <a:pt x="89" y="1526"/>
                  </a:lnTo>
                  <a:lnTo>
                    <a:pt x="134" y="1927"/>
                  </a:lnTo>
                  <a:lnTo>
                    <a:pt x="190" y="2339"/>
                  </a:lnTo>
                  <a:lnTo>
                    <a:pt x="256" y="2751"/>
                  </a:lnTo>
                  <a:lnTo>
                    <a:pt x="334" y="3174"/>
                  </a:lnTo>
                  <a:lnTo>
                    <a:pt x="423" y="3608"/>
                  </a:lnTo>
                  <a:lnTo>
                    <a:pt x="535" y="4031"/>
                  </a:lnTo>
                  <a:lnTo>
                    <a:pt x="657" y="4465"/>
                  </a:lnTo>
                  <a:lnTo>
                    <a:pt x="802" y="4911"/>
                  </a:lnTo>
                  <a:lnTo>
                    <a:pt x="958" y="5345"/>
                  </a:lnTo>
                  <a:lnTo>
                    <a:pt x="1147" y="5790"/>
                  </a:lnTo>
                  <a:lnTo>
                    <a:pt x="1347" y="6224"/>
                  </a:lnTo>
                  <a:lnTo>
                    <a:pt x="1581" y="6659"/>
                  </a:lnTo>
                  <a:lnTo>
                    <a:pt x="2082" y="7571"/>
                  </a:lnTo>
                  <a:lnTo>
                    <a:pt x="2606" y="8451"/>
                  </a:lnTo>
                  <a:lnTo>
                    <a:pt x="3140" y="9319"/>
                  </a:lnTo>
                  <a:lnTo>
                    <a:pt x="3685" y="10166"/>
                  </a:lnTo>
                  <a:lnTo>
                    <a:pt x="4231" y="10989"/>
                  </a:lnTo>
                  <a:lnTo>
                    <a:pt x="4788" y="11791"/>
                  </a:lnTo>
                  <a:lnTo>
                    <a:pt x="5344" y="12559"/>
                  </a:lnTo>
                  <a:lnTo>
                    <a:pt x="5912" y="13316"/>
                  </a:lnTo>
                  <a:lnTo>
                    <a:pt x="6480" y="14051"/>
                  </a:lnTo>
                  <a:lnTo>
                    <a:pt x="7048" y="14752"/>
                  </a:lnTo>
                  <a:lnTo>
                    <a:pt x="7604" y="15432"/>
                  </a:lnTo>
                  <a:lnTo>
                    <a:pt x="8172" y="16077"/>
                  </a:lnTo>
                  <a:lnTo>
                    <a:pt x="8718" y="16712"/>
                  </a:lnTo>
                  <a:lnTo>
                    <a:pt x="9274" y="17302"/>
                  </a:lnTo>
                  <a:lnTo>
                    <a:pt x="9809" y="17881"/>
                  </a:lnTo>
                  <a:lnTo>
                    <a:pt x="10332" y="18426"/>
                  </a:lnTo>
                  <a:lnTo>
                    <a:pt x="10855" y="18939"/>
                  </a:lnTo>
                  <a:lnTo>
                    <a:pt x="11356" y="19417"/>
                  </a:lnTo>
                  <a:lnTo>
                    <a:pt x="11846" y="19874"/>
                  </a:lnTo>
                  <a:lnTo>
                    <a:pt x="12314" y="20308"/>
                  </a:lnTo>
                  <a:lnTo>
                    <a:pt x="12759" y="20698"/>
                  </a:lnTo>
                  <a:lnTo>
                    <a:pt x="13193" y="21054"/>
                  </a:lnTo>
                  <a:lnTo>
                    <a:pt x="13605" y="21388"/>
                  </a:lnTo>
                  <a:lnTo>
                    <a:pt x="13984" y="21689"/>
                  </a:lnTo>
                  <a:lnTo>
                    <a:pt x="14340" y="21956"/>
                  </a:lnTo>
                  <a:lnTo>
                    <a:pt x="14674" y="22178"/>
                  </a:lnTo>
                  <a:lnTo>
                    <a:pt x="14975" y="22379"/>
                  </a:lnTo>
                  <a:lnTo>
                    <a:pt x="15253" y="22546"/>
                  </a:lnTo>
                  <a:lnTo>
                    <a:pt x="15487" y="22668"/>
                  </a:lnTo>
                  <a:lnTo>
                    <a:pt x="15698" y="22757"/>
                  </a:lnTo>
                  <a:lnTo>
                    <a:pt x="15865" y="22813"/>
                  </a:lnTo>
                  <a:lnTo>
                    <a:pt x="15943" y="22824"/>
                  </a:lnTo>
                  <a:lnTo>
                    <a:pt x="15999" y="22824"/>
                  </a:lnTo>
                  <a:lnTo>
                    <a:pt x="15776" y="22524"/>
                  </a:lnTo>
                  <a:lnTo>
                    <a:pt x="15587" y="22212"/>
                  </a:lnTo>
                  <a:lnTo>
                    <a:pt x="15431" y="21900"/>
                  </a:lnTo>
                  <a:lnTo>
                    <a:pt x="15298" y="21599"/>
                  </a:lnTo>
                  <a:lnTo>
                    <a:pt x="15197" y="21299"/>
                  </a:lnTo>
                  <a:lnTo>
                    <a:pt x="15120" y="20998"/>
                  </a:lnTo>
                  <a:lnTo>
                    <a:pt x="15064" y="20698"/>
                  </a:lnTo>
                  <a:lnTo>
                    <a:pt x="15030" y="20408"/>
                  </a:lnTo>
                  <a:lnTo>
                    <a:pt x="15019" y="20119"/>
                  </a:lnTo>
                  <a:lnTo>
                    <a:pt x="15019" y="19840"/>
                  </a:lnTo>
                  <a:lnTo>
                    <a:pt x="15042" y="19562"/>
                  </a:lnTo>
                  <a:lnTo>
                    <a:pt x="15086" y="19295"/>
                  </a:lnTo>
                  <a:lnTo>
                    <a:pt x="15142" y="19028"/>
                  </a:lnTo>
                  <a:lnTo>
                    <a:pt x="15197" y="18772"/>
                  </a:lnTo>
                  <a:lnTo>
                    <a:pt x="15275" y="18527"/>
                  </a:lnTo>
                  <a:lnTo>
                    <a:pt x="15364" y="18293"/>
                  </a:lnTo>
                  <a:lnTo>
                    <a:pt x="15454" y="18070"/>
                  </a:lnTo>
                  <a:lnTo>
                    <a:pt x="15554" y="17848"/>
                  </a:lnTo>
                  <a:lnTo>
                    <a:pt x="15654" y="17647"/>
                  </a:lnTo>
                  <a:lnTo>
                    <a:pt x="15765" y="17447"/>
                  </a:lnTo>
                  <a:lnTo>
                    <a:pt x="15977" y="17102"/>
                  </a:lnTo>
                  <a:lnTo>
                    <a:pt x="16177" y="16801"/>
                  </a:lnTo>
                  <a:lnTo>
                    <a:pt x="16355" y="16556"/>
                  </a:lnTo>
                  <a:lnTo>
                    <a:pt x="16500" y="16378"/>
                  </a:lnTo>
                  <a:lnTo>
                    <a:pt x="16634" y="16233"/>
                  </a:lnTo>
                  <a:lnTo>
                    <a:pt x="16333" y="15855"/>
                  </a:lnTo>
                  <a:lnTo>
                    <a:pt x="15877" y="15320"/>
                  </a:lnTo>
                  <a:lnTo>
                    <a:pt x="15275" y="14641"/>
                  </a:lnTo>
                  <a:lnTo>
                    <a:pt x="14552" y="13840"/>
                  </a:lnTo>
                  <a:lnTo>
                    <a:pt x="12826" y="11947"/>
                  </a:lnTo>
                  <a:lnTo>
                    <a:pt x="10867" y="9809"/>
                  </a:lnTo>
                  <a:lnTo>
                    <a:pt x="6881" y="5467"/>
                  </a:lnTo>
                  <a:lnTo>
                    <a:pt x="5177" y="3586"/>
                  </a:lnTo>
                  <a:lnTo>
                    <a:pt x="4465" y="2795"/>
                  </a:lnTo>
                  <a:lnTo>
                    <a:pt x="3875" y="2116"/>
                  </a:lnTo>
                  <a:lnTo>
                    <a:pt x="3708" y="1927"/>
                  </a:lnTo>
                  <a:lnTo>
                    <a:pt x="3530" y="1749"/>
                  </a:lnTo>
                  <a:lnTo>
                    <a:pt x="3363" y="1582"/>
                  </a:lnTo>
                  <a:lnTo>
                    <a:pt x="3184" y="1426"/>
                  </a:lnTo>
                  <a:lnTo>
                    <a:pt x="3017" y="1281"/>
                  </a:lnTo>
                  <a:lnTo>
                    <a:pt x="2839" y="1147"/>
                  </a:lnTo>
                  <a:lnTo>
                    <a:pt x="2672" y="1025"/>
                  </a:lnTo>
                  <a:lnTo>
                    <a:pt x="2505" y="903"/>
                  </a:lnTo>
                  <a:lnTo>
                    <a:pt x="2171" y="702"/>
                  </a:lnTo>
                  <a:lnTo>
                    <a:pt x="1848" y="535"/>
                  </a:lnTo>
                  <a:lnTo>
                    <a:pt x="1537" y="390"/>
                  </a:lnTo>
                  <a:lnTo>
                    <a:pt x="1258" y="279"/>
                  </a:lnTo>
                  <a:lnTo>
                    <a:pt x="991" y="190"/>
                  </a:lnTo>
                  <a:lnTo>
                    <a:pt x="746" y="123"/>
                  </a:lnTo>
                  <a:lnTo>
                    <a:pt x="535" y="79"/>
                  </a:lnTo>
                  <a:lnTo>
                    <a:pt x="345" y="45"/>
                  </a:lnTo>
                  <a:lnTo>
                    <a:pt x="89" y="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CF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1174656" y="2064604"/>
              <a:ext cx="390358" cy="535646"/>
            </a:xfrm>
            <a:custGeom>
              <a:rect b="b" l="l" r="r" t="t"/>
              <a:pathLst>
                <a:path extrusionOk="0" fill="none" h="22825" w="16634">
                  <a:moveTo>
                    <a:pt x="16634" y="16233"/>
                  </a:moveTo>
                  <a:lnTo>
                    <a:pt x="16634" y="16233"/>
                  </a:lnTo>
                  <a:lnTo>
                    <a:pt x="16333" y="15855"/>
                  </a:lnTo>
                  <a:lnTo>
                    <a:pt x="15877" y="15320"/>
                  </a:lnTo>
                  <a:lnTo>
                    <a:pt x="15275" y="14641"/>
                  </a:lnTo>
                  <a:lnTo>
                    <a:pt x="14552" y="13840"/>
                  </a:lnTo>
                  <a:lnTo>
                    <a:pt x="12826" y="11947"/>
                  </a:lnTo>
                  <a:lnTo>
                    <a:pt x="10867" y="9809"/>
                  </a:lnTo>
                  <a:lnTo>
                    <a:pt x="6881" y="5467"/>
                  </a:lnTo>
                  <a:lnTo>
                    <a:pt x="5177" y="3586"/>
                  </a:lnTo>
                  <a:lnTo>
                    <a:pt x="4465" y="2795"/>
                  </a:lnTo>
                  <a:lnTo>
                    <a:pt x="3875" y="2116"/>
                  </a:lnTo>
                  <a:lnTo>
                    <a:pt x="3875" y="2116"/>
                  </a:lnTo>
                  <a:lnTo>
                    <a:pt x="3708" y="1927"/>
                  </a:lnTo>
                  <a:lnTo>
                    <a:pt x="3530" y="1749"/>
                  </a:lnTo>
                  <a:lnTo>
                    <a:pt x="3363" y="1582"/>
                  </a:lnTo>
                  <a:lnTo>
                    <a:pt x="3184" y="1426"/>
                  </a:lnTo>
                  <a:lnTo>
                    <a:pt x="3017" y="1281"/>
                  </a:lnTo>
                  <a:lnTo>
                    <a:pt x="2839" y="1147"/>
                  </a:lnTo>
                  <a:lnTo>
                    <a:pt x="2672" y="1025"/>
                  </a:lnTo>
                  <a:lnTo>
                    <a:pt x="2505" y="903"/>
                  </a:lnTo>
                  <a:lnTo>
                    <a:pt x="2171" y="702"/>
                  </a:lnTo>
                  <a:lnTo>
                    <a:pt x="1848" y="535"/>
                  </a:lnTo>
                  <a:lnTo>
                    <a:pt x="1537" y="390"/>
                  </a:lnTo>
                  <a:lnTo>
                    <a:pt x="1258" y="279"/>
                  </a:lnTo>
                  <a:lnTo>
                    <a:pt x="991" y="190"/>
                  </a:lnTo>
                  <a:lnTo>
                    <a:pt x="746" y="123"/>
                  </a:lnTo>
                  <a:lnTo>
                    <a:pt x="535" y="79"/>
                  </a:lnTo>
                  <a:lnTo>
                    <a:pt x="345" y="45"/>
                  </a:lnTo>
                  <a:lnTo>
                    <a:pt x="89" y="12"/>
                  </a:lnTo>
                  <a:lnTo>
                    <a:pt x="0" y="1"/>
                  </a:lnTo>
                  <a:lnTo>
                    <a:pt x="0" y="1"/>
                  </a:lnTo>
                  <a:lnTo>
                    <a:pt x="34" y="747"/>
                  </a:lnTo>
                  <a:lnTo>
                    <a:pt x="56" y="1125"/>
                  </a:lnTo>
                  <a:lnTo>
                    <a:pt x="89" y="1526"/>
                  </a:lnTo>
                  <a:lnTo>
                    <a:pt x="134" y="1927"/>
                  </a:lnTo>
                  <a:lnTo>
                    <a:pt x="190" y="2339"/>
                  </a:lnTo>
                  <a:lnTo>
                    <a:pt x="256" y="2751"/>
                  </a:lnTo>
                  <a:lnTo>
                    <a:pt x="334" y="3174"/>
                  </a:lnTo>
                  <a:lnTo>
                    <a:pt x="423" y="3608"/>
                  </a:lnTo>
                  <a:lnTo>
                    <a:pt x="535" y="4031"/>
                  </a:lnTo>
                  <a:lnTo>
                    <a:pt x="657" y="4465"/>
                  </a:lnTo>
                  <a:lnTo>
                    <a:pt x="802" y="4911"/>
                  </a:lnTo>
                  <a:lnTo>
                    <a:pt x="958" y="5345"/>
                  </a:lnTo>
                  <a:lnTo>
                    <a:pt x="1147" y="5790"/>
                  </a:lnTo>
                  <a:lnTo>
                    <a:pt x="1347" y="6224"/>
                  </a:lnTo>
                  <a:lnTo>
                    <a:pt x="1581" y="6659"/>
                  </a:lnTo>
                  <a:lnTo>
                    <a:pt x="1581" y="6659"/>
                  </a:lnTo>
                  <a:lnTo>
                    <a:pt x="2082" y="7571"/>
                  </a:lnTo>
                  <a:lnTo>
                    <a:pt x="2606" y="8451"/>
                  </a:lnTo>
                  <a:lnTo>
                    <a:pt x="3140" y="9319"/>
                  </a:lnTo>
                  <a:lnTo>
                    <a:pt x="3685" y="10166"/>
                  </a:lnTo>
                  <a:lnTo>
                    <a:pt x="4231" y="10989"/>
                  </a:lnTo>
                  <a:lnTo>
                    <a:pt x="4788" y="11791"/>
                  </a:lnTo>
                  <a:lnTo>
                    <a:pt x="5344" y="12559"/>
                  </a:lnTo>
                  <a:lnTo>
                    <a:pt x="5912" y="13316"/>
                  </a:lnTo>
                  <a:lnTo>
                    <a:pt x="6480" y="14051"/>
                  </a:lnTo>
                  <a:lnTo>
                    <a:pt x="7048" y="14752"/>
                  </a:lnTo>
                  <a:lnTo>
                    <a:pt x="7604" y="15432"/>
                  </a:lnTo>
                  <a:lnTo>
                    <a:pt x="8172" y="16077"/>
                  </a:lnTo>
                  <a:lnTo>
                    <a:pt x="8718" y="16712"/>
                  </a:lnTo>
                  <a:lnTo>
                    <a:pt x="9274" y="17302"/>
                  </a:lnTo>
                  <a:lnTo>
                    <a:pt x="9809" y="17881"/>
                  </a:lnTo>
                  <a:lnTo>
                    <a:pt x="10332" y="18426"/>
                  </a:lnTo>
                  <a:lnTo>
                    <a:pt x="10855" y="18939"/>
                  </a:lnTo>
                  <a:lnTo>
                    <a:pt x="11356" y="19417"/>
                  </a:lnTo>
                  <a:lnTo>
                    <a:pt x="11846" y="19874"/>
                  </a:lnTo>
                  <a:lnTo>
                    <a:pt x="12314" y="20308"/>
                  </a:lnTo>
                  <a:lnTo>
                    <a:pt x="12759" y="20698"/>
                  </a:lnTo>
                  <a:lnTo>
                    <a:pt x="13193" y="21054"/>
                  </a:lnTo>
                  <a:lnTo>
                    <a:pt x="13605" y="21388"/>
                  </a:lnTo>
                  <a:lnTo>
                    <a:pt x="13984" y="21689"/>
                  </a:lnTo>
                  <a:lnTo>
                    <a:pt x="14340" y="21956"/>
                  </a:lnTo>
                  <a:lnTo>
                    <a:pt x="14674" y="22178"/>
                  </a:lnTo>
                  <a:lnTo>
                    <a:pt x="14975" y="22379"/>
                  </a:lnTo>
                  <a:lnTo>
                    <a:pt x="15253" y="22546"/>
                  </a:lnTo>
                  <a:lnTo>
                    <a:pt x="15487" y="22668"/>
                  </a:lnTo>
                  <a:lnTo>
                    <a:pt x="15698" y="22757"/>
                  </a:lnTo>
                  <a:lnTo>
                    <a:pt x="15865" y="22813"/>
                  </a:lnTo>
                  <a:lnTo>
                    <a:pt x="15943" y="22824"/>
                  </a:lnTo>
                  <a:lnTo>
                    <a:pt x="15999" y="22824"/>
                  </a:lnTo>
                  <a:lnTo>
                    <a:pt x="15999" y="22824"/>
                  </a:lnTo>
                  <a:lnTo>
                    <a:pt x="15776" y="22524"/>
                  </a:lnTo>
                  <a:lnTo>
                    <a:pt x="15587" y="22212"/>
                  </a:lnTo>
                  <a:lnTo>
                    <a:pt x="15431" y="21900"/>
                  </a:lnTo>
                  <a:lnTo>
                    <a:pt x="15298" y="21599"/>
                  </a:lnTo>
                  <a:lnTo>
                    <a:pt x="15197" y="21299"/>
                  </a:lnTo>
                  <a:lnTo>
                    <a:pt x="15120" y="20998"/>
                  </a:lnTo>
                  <a:lnTo>
                    <a:pt x="15064" y="20698"/>
                  </a:lnTo>
                  <a:lnTo>
                    <a:pt x="15030" y="20408"/>
                  </a:lnTo>
                  <a:lnTo>
                    <a:pt x="15019" y="20119"/>
                  </a:lnTo>
                  <a:lnTo>
                    <a:pt x="15019" y="19840"/>
                  </a:lnTo>
                  <a:lnTo>
                    <a:pt x="15042" y="19562"/>
                  </a:lnTo>
                  <a:lnTo>
                    <a:pt x="15086" y="19295"/>
                  </a:lnTo>
                  <a:lnTo>
                    <a:pt x="15142" y="19028"/>
                  </a:lnTo>
                  <a:lnTo>
                    <a:pt x="15197" y="18772"/>
                  </a:lnTo>
                  <a:lnTo>
                    <a:pt x="15275" y="18527"/>
                  </a:lnTo>
                  <a:lnTo>
                    <a:pt x="15364" y="18293"/>
                  </a:lnTo>
                  <a:lnTo>
                    <a:pt x="15454" y="18070"/>
                  </a:lnTo>
                  <a:lnTo>
                    <a:pt x="15554" y="17848"/>
                  </a:lnTo>
                  <a:lnTo>
                    <a:pt x="15654" y="17647"/>
                  </a:lnTo>
                  <a:lnTo>
                    <a:pt x="15765" y="17447"/>
                  </a:lnTo>
                  <a:lnTo>
                    <a:pt x="15977" y="17102"/>
                  </a:lnTo>
                  <a:lnTo>
                    <a:pt x="16177" y="16801"/>
                  </a:lnTo>
                  <a:lnTo>
                    <a:pt x="16355" y="16556"/>
                  </a:lnTo>
                  <a:lnTo>
                    <a:pt x="16500" y="16378"/>
                  </a:lnTo>
                  <a:lnTo>
                    <a:pt x="16634" y="1623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1503858" y="2436400"/>
              <a:ext cx="699449" cy="310146"/>
            </a:xfrm>
            <a:custGeom>
              <a:rect b="b" l="l" r="r" t="t"/>
              <a:pathLst>
                <a:path extrusionOk="0" h="13216" w="29805">
                  <a:moveTo>
                    <a:pt x="2294" y="1"/>
                  </a:moveTo>
                  <a:lnTo>
                    <a:pt x="2060" y="245"/>
                  </a:lnTo>
                  <a:lnTo>
                    <a:pt x="1849" y="490"/>
                  </a:lnTo>
                  <a:lnTo>
                    <a:pt x="1659" y="735"/>
                  </a:lnTo>
                  <a:lnTo>
                    <a:pt x="1470" y="969"/>
                  </a:lnTo>
                  <a:lnTo>
                    <a:pt x="1303" y="1203"/>
                  </a:lnTo>
                  <a:lnTo>
                    <a:pt x="1136" y="1426"/>
                  </a:lnTo>
                  <a:lnTo>
                    <a:pt x="991" y="1637"/>
                  </a:lnTo>
                  <a:lnTo>
                    <a:pt x="858" y="1849"/>
                  </a:lnTo>
                  <a:lnTo>
                    <a:pt x="724" y="2060"/>
                  </a:lnTo>
                  <a:lnTo>
                    <a:pt x="613" y="2261"/>
                  </a:lnTo>
                  <a:lnTo>
                    <a:pt x="513" y="2461"/>
                  </a:lnTo>
                  <a:lnTo>
                    <a:pt x="423" y="2650"/>
                  </a:lnTo>
                  <a:lnTo>
                    <a:pt x="334" y="2840"/>
                  </a:lnTo>
                  <a:lnTo>
                    <a:pt x="268" y="3018"/>
                  </a:lnTo>
                  <a:lnTo>
                    <a:pt x="201" y="3196"/>
                  </a:lnTo>
                  <a:lnTo>
                    <a:pt x="145" y="3374"/>
                  </a:lnTo>
                  <a:lnTo>
                    <a:pt x="101" y="3541"/>
                  </a:lnTo>
                  <a:lnTo>
                    <a:pt x="67" y="3708"/>
                  </a:lnTo>
                  <a:lnTo>
                    <a:pt x="45" y="3864"/>
                  </a:lnTo>
                  <a:lnTo>
                    <a:pt x="23" y="4020"/>
                  </a:lnTo>
                  <a:lnTo>
                    <a:pt x="12" y="4164"/>
                  </a:lnTo>
                  <a:lnTo>
                    <a:pt x="0" y="4309"/>
                  </a:lnTo>
                  <a:lnTo>
                    <a:pt x="0" y="4454"/>
                  </a:lnTo>
                  <a:lnTo>
                    <a:pt x="12" y="4587"/>
                  </a:lnTo>
                  <a:lnTo>
                    <a:pt x="45" y="4844"/>
                  </a:lnTo>
                  <a:lnTo>
                    <a:pt x="101" y="5088"/>
                  </a:lnTo>
                  <a:lnTo>
                    <a:pt x="179" y="5311"/>
                  </a:lnTo>
                  <a:lnTo>
                    <a:pt x="268" y="5523"/>
                  </a:lnTo>
                  <a:lnTo>
                    <a:pt x="379" y="5712"/>
                  </a:lnTo>
                  <a:lnTo>
                    <a:pt x="501" y="5890"/>
                  </a:lnTo>
                  <a:lnTo>
                    <a:pt x="635" y="6057"/>
                  </a:lnTo>
                  <a:lnTo>
                    <a:pt x="769" y="6202"/>
                  </a:lnTo>
                  <a:lnTo>
                    <a:pt x="902" y="6335"/>
                  </a:lnTo>
                  <a:lnTo>
                    <a:pt x="1047" y="6458"/>
                  </a:lnTo>
                  <a:lnTo>
                    <a:pt x="1192" y="6558"/>
                  </a:lnTo>
                  <a:lnTo>
                    <a:pt x="1325" y="6658"/>
                  </a:lnTo>
                  <a:lnTo>
                    <a:pt x="1581" y="6803"/>
                  </a:lnTo>
                  <a:lnTo>
                    <a:pt x="1782" y="6903"/>
                  </a:lnTo>
                  <a:lnTo>
                    <a:pt x="1927" y="6970"/>
                  </a:lnTo>
                  <a:lnTo>
                    <a:pt x="1971" y="6981"/>
                  </a:lnTo>
                  <a:lnTo>
                    <a:pt x="2171" y="7059"/>
                  </a:lnTo>
                  <a:lnTo>
                    <a:pt x="2416" y="7137"/>
                  </a:lnTo>
                  <a:lnTo>
                    <a:pt x="3029" y="7304"/>
                  </a:lnTo>
                  <a:lnTo>
                    <a:pt x="3786" y="7493"/>
                  </a:lnTo>
                  <a:lnTo>
                    <a:pt x="4665" y="7694"/>
                  </a:lnTo>
                  <a:lnTo>
                    <a:pt x="5667" y="7916"/>
                  </a:lnTo>
                  <a:lnTo>
                    <a:pt x="6781" y="8150"/>
                  </a:lnTo>
                  <a:lnTo>
                    <a:pt x="9230" y="8662"/>
                  </a:lnTo>
                  <a:lnTo>
                    <a:pt x="11913" y="9219"/>
                  </a:lnTo>
                  <a:lnTo>
                    <a:pt x="13294" y="9520"/>
                  </a:lnTo>
                  <a:lnTo>
                    <a:pt x="14697" y="9831"/>
                  </a:lnTo>
                  <a:lnTo>
                    <a:pt x="16099" y="10143"/>
                  </a:lnTo>
                  <a:lnTo>
                    <a:pt x="17480" y="10477"/>
                  </a:lnTo>
                  <a:lnTo>
                    <a:pt x="18827" y="10811"/>
                  </a:lnTo>
                  <a:lnTo>
                    <a:pt x="20118" y="11156"/>
                  </a:lnTo>
                  <a:lnTo>
                    <a:pt x="20497" y="11267"/>
                  </a:lnTo>
                  <a:lnTo>
                    <a:pt x="20842" y="11379"/>
                  </a:lnTo>
                  <a:lnTo>
                    <a:pt x="21143" y="11501"/>
                  </a:lnTo>
                  <a:lnTo>
                    <a:pt x="21421" y="11624"/>
                  </a:lnTo>
                  <a:lnTo>
                    <a:pt x="21666" y="11757"/>
                  </a:lnTo>
                  <a:lnTo>
                    <a:pt x="21900" y="11902"/>
                  </a:lnTo>
                  <a:lnTo>
                    <a:pt x="22100" y="12058"/>
                  </a:lnTo>
                  <a:lnTo>
                    <a:pt x="22290" y="12225"/>
                  </a:lnTo>
                  <a:lnTo>
                    <a:pt x="22312" y="12236"/>
                  </a:lnTo>
                  <a:lnTo>
                    <a:pt x="22624" y="12414"/>
                  </a:lnTo>
                  <a:lnTo>
                    <a:pt x="22935" y="12581"/>
                  </a:lnTo>
                  <a:lnTo>
                    <a:pt x="23269" y="12726"/>
                  </a:lnTo>
                  <a:lnTo>
                    <a:pt x="23592" y="12848"/>
                  </a:lnTo>
                  <a:lnTo>
                    <a:pt x="23926" y="12949"/>
                  </a:lnTo>
                  <a:lnTo>
                    <a:pt x="24260" y="13038"/>
                  </a:lnTo>
                  <a:lnTo>
                    <a:pt x="24594" y="13104"/>
                  </a:lnTo>
                  <a:lnTo>
                    <a:pt x="24928" y="13149"/>
                  </a:lnTo>
                  <a:lnTo>
                    <a:pt x="25262" y="13194"/>
                  </a:lnTo>
                  <a:lnTo>
                    <a:pt x="25585" y="13216"/>
                  </a:lnTo>
                  <a:lnTo>
                    <a:pt x="26242" y="13216"/>
                  </a:lnTo>
                  <a:lnTo>
                    <a:pt x="26554" y="13205"/>
                  </a:lnTo>
                  <a:lnTo>
                    <a:pt x="26865" y="13171"/>
                  </a:lnTo>
                  <a:lnTo>
                    <a:pt x="27166" y="13138"/>
                  </a:lnTo>
                  <a:lnTo>
                    <a:pt x="27455" y="13082"/>
                  </a:lnTo>
                  <a:lnTo>
                    <a:pt x="27734" y="13038"/>
                  </a:lnTo>
                  <a:lnTo>
                    <a:pt x="28001" y="12971"/>
                  </a:lnTo>
                  <a:lnTo>
                    <a:pt x="28246" y="12904"/>
                  </a:lnTo>
                  <a:lnTo>
                    <a:pt x="28491" y="12826"/>
                  </a:lnTo>
                  <a:lnTo>
                    <a:pt x="28713" y="12748"/>
                  </a:lnTo>
                  <a:lnTo>
                    <a:pt x="28914" y="12670"/>
                  </a:lnTo>
                  <a:lnTo>
                    <a:pt x="29103" y="12581"/>
                  </a:lnTo>
                  <a:lnTo>
                    <a:pt x="29270" y="12492"/>
                  </a:lnTo>
                  <a:lnTo>
                    <a:pt x="29415" y="12403"/>
                  </a:lnTo>
                  <a:lnTo>
                    <a:pt x="29548" y="12314"/>
                  </a:lnTo>
                  <a:lnTo>
                    <a:pt x="29649" y="12225"/>
                  </a:lnTo>
                  <a:lnTo>
                    <a:pt x="29727" y="12136"/>
                  </a:lnTo>
                  <a:lnTo>
                    <a:pt x="29782" y="12058"/>
                  </a:lnTo>
                  <a:lnTo>
                    <a:pt x="29805" y="11969"/>
                  </a:lnTo>
                  <a:lnTo>
                    <a:pt x="29805" y="11935"/>
                  </a:lnTo>
                  <a:lnTo>
                    <a:pt x="29805" y="11891"/>
                  </a:lnTo>
                  <a:lnTo>
                    <a:pt x="29793" y="11858"/>
                  </a:lnTo>
                  <a:lnTo>
                    <a:pt x="29771" y="11824"/>
                  </a:lnTo>
                  <a:lnTo>
                    <a:pt x="29560" y="11535"/>
                  </a:lnTo>
                  <a:lnTo>
                    <a:pt x="29292" y="11201"/>
                  </a:lnTo>
                  <a:lnTo>
                    <a:pt x="28981" y="10844"/>
                  </a:lnTo>
                  <a:lnTo>
                    <a:pt x="28613" y="10477"/>
                  </a:lnTo>
                  <a:lnTo>
                    <a:pt x="28212" y="10098"/>
                  </a:lnTo>
                  <a:lnTo>
                    <a:pt x="27778" y="9709"/>
                  </a:lnTo>
                  <a:lnTo>
                    <a:pt x="27544" y="9531"/>
                  </a:lnTo>
                  <a:lnTo>
                    <a:pt x="27300" y="9341"/>
                  </a:lnTo>
                  <a:lnTo>
                    <a:pt x="27066" y="9163"/>
                  </a:lnTo>
                  <a:lnTo>
                    <a:pt x="26810" y="8985"/>
                  </a:lnTo>
                  <a:lnTo>
                    <a:pt x="26554" y="8818"/>
                  </a:lnTo>
                  <a:lnTo>
                    <a:pt x="26298" y="8651"/>
                  </a:lnTo>
                  <a:lnTo>
                    <a:pt x="26030" y="8495"/>
                  </a:lnTo>
                  <a:lnTo>
                    <a:pt x="25774" y="8351"/>
                  </a:lnTo>
                  <a:lnTo>
                    <a:pt x="25507" y="8217"/>
                  </a:lnTo>
                  <a:lnTo>
                    <a:pt x="25229" y="8094"/>
                  </a:lnTo>
                  <a:lnTo>
                    <a:pt x="24962" y="7983"/>
                  </a:lnTo>
                  <a:lnTo>
                    <a:pt x="24694" y="7894"/>
                  </a:lnTo>
                  <a:lnTo>
                    <a:pt x="24427" y="7805"/>
                  </a:lnTo>
                  <a:lnTo>
                    <a:pt x="24149" y="7749"/>
                  </a:lnTo>
                  <a:lnTo>
                    <a:pt x="23882" y="7694"/>
                  </a:lnTo>
                  <a:lnTo>
                    <a:pt x="23626" y="7671"/>
                  </a:lnTo>
                  <a:lnTo>
                    <a:pt x="23358" y="7660"/>
                  </a:lnTo>
                  <a:lnTo>
                    <a:pt x="23102" y="7660"/>
                  </a:lnTo>
                  <a:lnTo>
                    <a:pt x="22846" y="7694"/>
                  </a:lnTo>
                  <a:lnTo>
                    <a:pt x="22601" y="7749"/>
                  </a:lnTo>
                  <a:lnTo>
                    <a:pt x="22445" y="7783"/>
                  </a:lnTo>
                  <a:lnTo>
                    <a:pt x="22290" y="7805"/>
                  </a:lnTo>
                  <a:lnTo>
                    <a:pt x="22145" y="7827"/>
                  </a:lnTo>
                  <a:lnTo>
                    <a:pt x="21989" y="7850"/>
                  </a:lnTo>
                  <a:lnTo>
                    <a:pt x="21833" y="7850"/>
                  </a:lnTo>
                  <a:lnTo>
                    <a:pt x="21677" y="7861"/>
                  </a:lnTo>
                  <a:lnTo>
                    <a:pt x="21377" y="7838"/>
                  </a:lnTo>
                  <a:lnTo>
                    <a:pt x="21065" y="7794"/>
                  </a:lnTo>
                  <a:lnTo>
                    <a:pt x="20764" y="7727"/>
                  </a:lnTo>
                  <a:lnTo>
                    <a:pt x="20475" y="7638"/>
                  </a:lnTo>
                  <a:lnTo>
                    <a:pt x="20185" y="7516"/>
                  </a:lnTo>
                  <a:lnTo>
                    <a:pt x="18248" y="6636"/>
                  </a:lnTo>
                  <a:lnTo>
                    <a:pt x="15754" y="5512"/>
                  </a:lnTo>
                  <a:lnTo>
                    <a:pt x="12949" y="4253"/>
                  </a:lnTo>
                  <a:lnTo>
                    <a:pt x="10065" y="2973"/>
                  </a:lnTo>
                  <a:lnTo>
                    <a:pt x="8662" y="2372"/>
                  </a:lnTo>
                  <a:lnTo>
                    <a:pt x="7326" y="1804"/>
                  </a:lnTo>
                  <a:lnTo>
                    <a:pt x="6079" y="1292"/>
                  </a:lnTo>
                  <a:lnTo>
                    <a:pt x="4955" y="836"/>
                  </a:lnTo>
                  <a:lnTo>
                    <a:pt x="3986" y="468"/>
                  </a:lnTo>
                  <a:lnTo>
                    <a:pt x="3574" y="323"/>
                  </a:lnTo>
                  <a:lnTo>
                    <a:pt x="3207" y="201"/>
                  </a:lnTo>
                  <a:lnTo>
                    <a:pt x="2884" y="101"/>
                  </a:lnTo>
                  <a:lnTo>
                    <a:pt x="2628" y="34"/>
                  </a:lnTo>
                  <a:lnTo>
                    <a:pt x="2428" y="1"/>
                  </a:lnTo>
                  <a:close/>
                </a:path>
              </a:pathLst>
            </a:custGeom>
            <a:solidFill>
              <a:srgbClr val="F2CF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1503858" y="2436400"/>
              <a:ext cx="699449" cy="310146"/>
            </a:xfrm>
            <a:custGeom>
              <a:rect b="b" l="l" r="r" t="t"/>
              <a:pathLst>
                <a:path extrusionOk="0" fill="none" h="13216" w="29805">
                  <a:moveTo>
                    <a:pt x="22312" y="12236"/>
                  </a:moveTo>
                  <a:lnTo>
                    <a:pt x="22312" y="12236"/>
                  </a:lnTo>
                  <a:lnTo>
                    <a:pt x="22290" y="12225"/>
                  </a:lnTo>
                  <a:lnTo>
                    <a:pt x="22290" y="12225"/>
                  </a:lnTo>
                  <a:lnTo>
                    <a:pt x="22100" y="12058"/>
                  </a:lnTo>
                  <a:lnTo>
                    <a:pt x="21900" y="11902"/>
                  </a:lnTo>
                  <a:lnTo>
                    <a:pt x="21666" y="11757"/>
                  </a:lnTo>
                  <a:lnTo>
                    <a:pt x="21421" y="11624"/>
                  </a:lnTo>
                  <a:lnTo>
                    <a:pt x="21143" y="11501"/>
                  </a:lnTo>
                  <a:lnTo>
                    <a:pt x="20842" y="11379"/>
                  </a:lnTo>
                  <a:lnTo>
                    <a:pt x="20497" y="11267"/>
                  </a:lnTo>
                  <a:lnTo>
                    <a:pt x="20118" y="11156"/>
                  </a:lnTo>
                  <a:lnTo>
                    <a:pt x="20118" y="11156"/>
                  </a:lnTo>
                  <a:lnTo>
                    <a:pt x="18827" y="10811"/>
                  </a:lnTo>
                  <a:lnTo>
                    <a:pt x="17480" y="10477"/>
                  </a:lnTo>
                  <a:lnTo>
                    <a:pt x="16099" y="10143"/>
                  </a:lnTo>
                  <a:lnTo>
                    <a:pt x="14697" y="9831"/>
                  </a:lnTo>
                  <a:lnTo>
                    <a:pt x="13294" y="9520"/>
                  </a:lnTo>
                  <a:lnTo>
                    <a:pt x="11913" y="9219"/>
                  </a:lnTo>
                  <a:lnTo>
                    <a:pt x="9230" y="8662"/>
                  </a:lnTo>
                  <a:lnTo>
                    <a:pt x="6781" y="8150"/>
                  </a:lnTo>
                  <a:lnTo>
                    <a:pt x="5667" y="7916"/>
                  </a:lnTo>
                  <a:lnTo>
                    <a:pt x="4665" y="7694"/>
                  </a:lnTo>
                  <a:lnTo>
                    <a:pt x="3786" y="7493"/>
                  </a:lnTo>
                  <a:lnTo>
                    <a:pt x="3029" y="7304"/>
                  </a:lnTo>
                  <a:lnTo>
                    <a:pt x="2416" y="7137"/>
                  </a:lnTo>
                  <a:lnTo>
                    <a:pt x="2171" y="7059"/>
                  </a:lnTo>
                  <a:lnTo>
                    <a:pt x="1971" y="6981"/>
                  </a:lnTo>
                  <a:lnTo>
                    <a:pt x="1971" y="6981"/>
                  </a:lnTo>
                  <a:lnTo>
                    <a:pt x="1927" y="6970"/>
                  </a:lnTo>
                  <a:lnTo>
                    <a:pt x="1782" y="6903"/>
                  </a:lnTo>
                  <a:lnTo>
                    <a:pt x="1581" y="6803"/>
                  </a:lnTo>
                  <a:lnTo>
                    <a:pt x="1325" y="6658"/>
                  </a:lnTo>
                  <a:lnTo>
                    <a:pt x="1192" y="6558"/>
                  </a:lnTo>
                  <a:lnTo>
                    <a:pt x="1047" y="6458"/>
                  </a:lnTo>
                  <a:lnTo>
                    <a:pt x="902" y="6335"/>
                  </a:lnTo>
                  <a:lnTo>
                    <a:pt x="769" y="6202"/>
                  </a:lnTo>
                  <a:lnTo>
                    <a:pt x="635" y="6057"/>
                  </a:lnTo>
                  <a:lnTo>
                    <a:pt x="501" y="5890"/>
                  </a:lnTo>
                  <a:lnTo>
                    <a:pt x="379" y="5712"/>
                  </a:lnTo>
                  <a:lnTo>
                    <a:pt x="268" y="5523"/>
                  </a:lnTo>
                  <a:lnTo>
                    <a:pt x="179" y="5311"/>
                  </a:lnTo>
                  <a:lnTo>
                    <a:pt x="101" y="5088"/>
                  </a:lnTo>
                  <a:lnTo>
                    <a:pt x="45" y="4844"/>
                  </a:lnTo>
                  <a:lnTo>
                    <a:pt x="12" y="4587"/>
                  </a:lnTo>
                  <a:lnTo>
                    <a:pt x="0" y="4454"/>
                  </a:lnTo>
                  <a:lnTo>
                    <a:pt x="0" y="4309"/>
                  </a:lnTo>
                  <a:lnTo>
                    <a:pt x="12" y="4164"/>
                  </a:lnTo>
                  <a:lnTo>
                    <a:pt x="23" y="4020"/>
                  </a:lnTo>
                  <a:lnTo>
                    <a:pt x="45" y="3864"/>
                  </a:lnTo>
                  <a:lnTo>
                    <a:pt x="67" y="3708"/>
                  </a:lnTo>
                  <a:lnTo>
                    <a:pt x="101" y="3541"/>
                  </a:lnTo>
                  <a:lnTo>
                    <a:pt x="145" y="3374"/>
                  </a:lnTo>
                  <a:lnTo>
                    <a:pt x="201" y="3196"/>
                  </a:lnTo>
                  <a:lnTo>
                    <a:pt x="268" y="3018"/>
                  </a:lnTo>
                  <a:lnTo>
                    <a:pt x="334" y="2840"/>
                  </a:lnTo>
                  <a:lnTo>
                    <a:pt x="423" y="2650"/>
                  </a:lnTo>
                  <a:lnTo>
                    <a:pt x="513" y="2461"/>
                  </a:lnTo>
                  <a:lnTo>
                    <a:pt x="613" y="2261"/>
                  </a:lnTo>
                  <a:lnTo>
                    <a:pt x="724" y="2060"/>
                  </a:lnTo>
                  <a:lnTo>
                    <a:pt x="858" y="1849"/>
                  </a:lnTo>
                  <a:lnTo>
                    <a:pt x="991" y="1637"/>
                  </a:lnTo>
                  <a:lnTo>
                    <a:pt x="1136" y="1426"/>
                  </a:lnTo>
                  <a:lnTo>
                    <a:pt x="1303" y="1203"/>
                  </a:lnTo>
                  <a:lnTo>
                    <a:pt x="1470" y="969"/>
                  </a:lnTo>
                  <a:lnTo>
                    <a:pt x="1659" y="735"/>
                  </a:lnTo>
                  <a:lnTo>
                    <a:pt x="1849" y="490"/>
                  </a:lnTo>
                  <a:lnTo>
                    <a:pt x="2060" y="245"/>
                  </a:lnTo>
                  <a:lnTo>
                    <a:pt x="2294" y="1"/>
                  </a:lnTo>
                  <a:lnTo>
                    <a:pt x="2294" y="1"/>
                  </a:lnTo>
                  <a:lnTo>
                    <a:pt x="2350" y="1"/>
                  </a:lnTo>
                  <a:lnTo>
                    <a:pt x="2428" y="1"/>
                  </a:lnTo>
                  <a:lnTo>
                    <a:pt x="2628" y="34"/>
                  </a:lnTo>
                  <a:lnTo>
                    <a:pt x="2884" y="101"/>
                  </a:lnTo>
                  <a:lnTo>
                    <a:pt x="3207" y="201"/>
                  </a:lnTo>
                  <a:lnTo>
                    <a:pt x="3574" y="323"/>
                  </a:lnTo>
                  <a:lnTo>
                    <a:pt x="3986" y="468"/>
                  </a:lnTo>
                  <a:lnTo>
                    <a:pt x="4955" y="836"/>
                  </a:lnTo>
                  <a:lnTo>
                    <a:pt x="6079" y="1292"/>
                  </a:lnTo>
                  <a:lnTo>
                    <a:pt x="7326" y="1804"/>
                  </a:lnTo>
                  <a:lnTo>
                    <a:pt x="8662" y="2372"/>
                  </a:lnTo>
                  <a:lnTo>
                    <a:pt x="10065" y="2973"/>
                  </a:lnTo>
                  <a:lnTo>
                    <a:pt x="12949" y="4253"/>
                  </a:lnTo>
                  <a:lnTo>
                    <a:pt x="15754" y="5512"/>
                  </a:lnTo>
                  <a:lnTo>
                    <a:pt x="18248" y="6636"/>
                  </a:lnTo>
                  <a:lnTo>
                    <a:pt x="20185" y="7516"/>
                  </a:lnTo>
                  <a:lnTo>
                    <a:pt x="20185" y="7516"/>
                  </a:lnTo>
                  <a:lnTo>
                    <a:pt x="20475" y="7638"/>
                  </a:lnTo>
                  <a:lnTo>
                    <a:pt x="20764" y="7727"/>
                  </a:lnTo>
                  <a:lnTo>
                    <a:pt x="21065" y="7794"/>
                  </a:lnTo>
                  <a:lnTo>
                    <a:pt x="21377" y="7838"/>
                  </a:lnTo>
                  <a:lnTo>
                    <a:pt x="21677" y="7861"/>
                  </a:lnTo>
                  <a:lnTo>
                    <a:pt x="21833" y="7850"/>
                  </a:lnTo>
                  <a:lnTo>
                    <a:pt x="21989" y="7850"/>
                  </a:lnTo>
                  <a:lnTo>
                    <a:pt x="22145" y="7827"/>
                  </a:lnTo>
                  <a:lnTo>
                    <a:pt x="22290" y="7805"/>
                  </a:lnTo>
                  <a:lnTo>
                    <a:pt x="22445" y="7783"/>
                  </a:lnTo>
                  <a:lnTo>
                    <a:pt x="22601" y="7749"/>
                  </a:lnTo>
                  <a:lnTo>
                    <a:pt x="22601" y="7749"/>
                  </a:lnTo>
                  <a:lnTo>
                    <a:pt x="22846" y="7694"/>
                  </a:lnTo>
                  <a:lnTo>
                    <a:pt x="23102" y="7660"/>
                  </a:lnTo>
                  <a:lnTo>
                    <a:pt x="23358" y="7660"/>
                  </a:lnTo>
                  <a:lnTo>
                    <a:pt x="23626" y="7671"/>
                  </a:lnTo>
                  <a:lnTo>
                    <a:pt x="23882" y="7694"/>
                  </a:lnTo>
                  <a:lnTo>
                    <a:pt x="24149" y="7749"/>
                  </a:lnTo>
                  <a:lnTo>
                    <a:pt x="24427" y="7805"/>
                  </a:lnTo>
                  <a:lnTo>
                    <a:pt x="24694" y="7894"/>
                  </a:lnTo>
                  <a:lnTo>
                    <a:pt x="24962" y="7983"/>
                  </a:lnTo>
                  <a:lnTo>
                    <a:pt x="25229" y="8094"/>
                  </a:lnTo>
                  <a:lnTo>
                    <a:pt x="25507" y="8217"/>
                  </a:lnTo>
                  <a:lnTo>
                    <a:pt x="25774" y="8351"/>
                  </a:lnTo>
                  <a:lnTo>
                    <a:pt x="26030" y="8495"/>
                  </a:lnTo>
                  <a:lnTo>
                    <a:pt x="26298" y="8651"/>
                  </a:lnTo>
                  <a:lnTo>
                    <a:pt x="26554" y="8818"/>
                  </a:lnTo>
                  <a:lnTo>
                    <a:pt x="26810" y="8985"/>
                  </a:lnTo>
                  <a:lnTo>
                    <a:pt x="27066" y="9163"/>
                  </a:lnTo>
                  <a:lnTo>
                    <a:pt x="27300" y="9341"/>
                  </a:lnTo>
                  <a:lnTo>
                    <a:pt x="27544" y="9531"/>
                  </a:lnTo>
                  <a:lnTo>
                    <a:pt x="27778" y="9709"/>
                  </a:lnTo>
                  <a:lnTo>
                    <a:pt x="28212" y="10098"/>
                  </a:lnTo>
                  <a:lnTo>
                    <a:pt x="28613" y="10477"/>
                  </a:lnTo>
                  <a:lnTo>
                    <a:pt x="28981" y="10844"/>
                  </a:lnTo>
                  <a:lnTo>
                    <a:pt x="29292" y="11201"/>
                  </a:lnTo>
                  <a:lnTo>
                    <a:pt x="29560" y="11535"/>
                  </a:lnTo>
                  <a:lnTo>
                    <a:pt x="29771" y="11824"/>
                  </a:lnTo>
                  <a:lnTo>
                    <a:pt x="29771" y="11824"/>
                  </a:lnTo>
                  <a:lnTo>
                    <a:pt x="29793" y="11858"/>
                  </a:lnTo>
                  <a:lnTo>
                    <a:pt x="29805" y="11891"/>
                  </a:lnTo>
                  <a:lnTo>
                    <a:pt x="29805" y="11935"/>
                  </a:lnTo>
                  <a:lnTo>
                    <a:pt x="29805" y="11969"/>
                  </a:lnTo>
                  <a:lnTo>
                    <a:pt x="29782" y="12058"/>
                  </a:lnTo>
                  <a:lnTo>
                    <a:pt x="29727" y="12136"/>
                  </a:lnTo>
                  <a:lnTo>
                    <a:pt x="29649" y="12225"/>
                  </a:lnTo>
                  <a:lnTo>
                    <a:pt x="29548" y="12314"/>
                  </a:lnTo>
                  <a:lnTo>
                    <a:pt x="29415" y="12403"/>
                  </a:lnTo>
                  <a:lnTo>
                    <a:pt x="29270" y="12492"/>
                  </a:lnTo>
                  <a:lnTo>
                    <a:pt x="29103" y="12581"/>
                  </a:lnTo>
                  <a:lnTo>
                    <a:pt x="28914" y="12670"/>
                  </a:lnTo>
                  <a:lnTo>
                    <a:pt x="28713" y="12748"/>
                  </a:lnTo>
                  <a:lnTo>
                    <a:pt x="28491" y="12826"/>
                  </a:lnTo>
                  <a:lnTo>
                    <a:pt x="28246" y="12904"/>
                  </a:lnTo>
                  <a:lnTo>
                    <a:pt x="28001" y="12971"/>
                  </a:lnTo>
                  <a:lnTo>
                    <a:pt x="27734" y="13038"/>
                  </a:lnTo>
                  <a:lnTo>
                    <a:pt x="27455" y="13082"/>
                  </a:lnTo>
                  <a:lnTo>
                    <a:pt x="27166" y="13138"/>
                  </a:lnTo>
                  <a:lnTo>
                    <a:pt x="26865" y="13171"/>
                  </a:lnTo>
                  <a:lnTo>
                    <a:pt x="26554" y="13205"/>
                  </a:lnTo>
                  <a:lnTo>
                    <a:pt x="26242" y="13216"/>
                  </a:lnTo>
                  <a:lnTo>
                    <a:pt x="25919" y="13216"/>
                  </a:lnTo>
                  <a:lnTo>
                    <a:pt x="25585" y="13216"/>
                  </a:lnTo>
                  <a:lnTo>
                    <a:pt x="25262" y="13194"/>
                  </a:lnTo>
                  <a:lnTo>
                    <a:pt x="24928" y="13149"/>
                  </a:lnTo>
                  <a:lnTo>
                    <a:pt x="24594" y="13104"/>
                  </a:lnTo>
                  <a:lnTo>
                    <a:pt x="24260" y="13038"/>
                  </a:lnTo>
                  <a:lnTo>
                    <a:pt x="23926" y="12949"/>
                  </a:lnTo>
                  <a:lnTo>
                    <a:pt x="23592" y="12848"/>
                  </a:lnTo>
                  <a:lnTo>
                    <a:pt x="23269" y="12726"/>
                  </a:lnTo>
                  <a:lnTo>
                    <a:pt x="22935" y="12581"/>
                  </a:lnTo>
                  <a:lnTo>
                    <a:pt x="22624" y="12414"/>
                  </a:lnTo>
                  <a:lnTo>
                    <a:pt x="22312" y="122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1135982" y="1862385"/>
              <a:ext cx="302848" cy="435815"/>
            </a:xfrm>
            <a:custGeom>
              <a:rect b="b" l="l" r="r" t="t"/>
              <a:pathLst>
                <a:path extrusionOk="0" h="18571" w="12905">
                  <a:moveTo>
                    <a:pt x="4276" y="1"/>
                  </a:moveTo>
                  <a:lnTo>
                    <a:pt x="4064" y="78"/>
                  </a:lnTo>
                  <a:lnTo>
                    <a:pt x="3830" y="179"/>
                  </a:lnTo>
                  <a:lnTo>
                    <a:pt x="3530" y="335"/>
                  </a:lnTo>
                  <a:lnTo>
                    <a:pt x="3174" y="535"/>
                  </a:lnTo>
                  <a:lnTo>
                    <a:pt x="2984" y="657"/>
                  </a:lnTo>
                  <a:lnTo>
                    <a:pt x="2784" y="802"/>
                  </a:lnTo>
                  <a:lnTo>
                    <a:pt x="2584" y="947"/>
                  </a:lnTo>
                  <a:lnTo>
                    <a:pt x="2372" y="1114"/>
                  </a:lnTo>
                  <a:lnTo>
                    <a:pt x="2160" y="1292"/>
                  </a:lnTo>
                  <a:lnTo>
                    <a:pt x="1949" y="1481"/>
                  </a:lnTo>
                  <a:lnTo>
                    <a:pt x="1737" y="1693"/>
                  </a:lnTo>
                  <a:lnTo>
                    <a:pt x="1526" y="1915"/>
                  </a:lnTo>
                  <a:lnTo>
                    <a:pt x="1325" y="2160"/>
                  </a:lnTo>
                  <a:lnTo>
                    <a:pt x="1136" y="2428"/>
                  </a:lnTo>
                  <a:lnTo>
                    <a:pt x="947" y="2695"/>
                  </a:lnTo>
                  <a:lnTo>
                    <a:pt x="780" y="2995"/>
                  </a:lnTo>
                  <a:lnTo>
                    <a:pt x="613" y="3307"/>
                  </a:lnTo>
                  <a:lnTo>
                    <a:pt x="468" y="3641"/>
                  </a:lnTo>
                  <a:lnTo>
                    <a:pt x="335" y="3986"/>
                  </a:lnTo>
                  <a:lnTo>
                    <a:pt x="223" y="4354"/>
                  </a:lnTo>
                  <a:lnTo>
                    <a:pt x="134" y="4743"/>
                  </a:lnTo>
                  <a:lnTo>
                    <a:pt x="67" y="5155"/>
                  </a:lnTo>
                  <a:lnTo>
                    <a:pt x="45" y="5367"/>
                  </a:lnTo>
                  <a:lnTo>
                    <a:pt x="23" y="5578"/>
                  </a:lnTo>
                  <a:lnTo>
                    <a:pt x="12" y="5801"/>
                  </a:lnTo>
                  <a:lnTo>
                    <a:pt x="1" y="6035"/>
                  </a:lnTo>
                  <a:lnTo>
                    <a:pt x="1" y="6269"/>
                  </a:lnTo>
                  <a:lnTo>
                    <a:pt x="12" y="6502"/>
                  </a:lnTo>
                  <a:lnTo>
                    <a:pt x="23" y="6747"/>
                  </a:lnTo>
                  <a:lnTo>
                    <a:pt x="45" y="6992"/>
                  </a:lnTo>
                  <a:lnTo>
                    <a:pt x="101" y="7393"/>
                  </a:lnTo>
                  <a:lnTo>
                    <a:pt x="190" y="7950"/>
                  </a:lnTo>
                  <a:lnTo>
                    <a:pt x="457" y="9453"/>
                  </a:lnTo>
                  <a:lnTo>
                    <a:pt x="802" y="11290"/>
                  </a:lnTo>
                  <a:lnTo>
                    <a:pt x="1192" y="13260"/>
                  </a:lnTo>
                  <a:lnTo>
                    <a:pt x="1893" y="16767"/>
                  </a:lnTo>
                  <a:lnTo>
                    <a:pt x="2205" y="18315"/>
                  </a:lnTo>
                  <a:lnTo>
                    <a:pt x="2361" y="18337"/>
                  </a:lnTo>
                  <a:lnTo>
                    <a:pt x="2795" y="18393"/>
                  </a:lnTo>
                  <a:lnTo>
                    <a:pt x="3441" y="18471"/>
                  </a:lnTo>
                  <a:lnTo>
                    <a:pt x="3830" y="18504"/>
                  </a:lnTo>
                  <a:lnTo>
                    <a:pt x="4254" y="18538"/>
                  </a:lnTo>
                  <a:lnTo>
                    <a:pt x="4699" y="18560"/>
                  </a:lnTo>
                  <a:lnTo>
                    <a:pt x="5166" y="18571"/>
                  </a:lnTo>
                  <a:lnTo>
                    <a:pt x="5645" y="18571"/>
                  </a:lnTo>
                  <a:lnTo>
                    <a:pt x="6135" y="18560"/>
                  </a:lnTo>
                  <a:lnTo>
                    <a:pt x="6614" y="18526"/>
                  </a:lnTo>
                  <a:lnTo>
                    <a:pt x="7093" y="18471"/>
                  </a:lnTo>
                  <a:lnTo>
                    <a:pt x="7315" y="18426"/>
                  </a:lnTo>
                  <a:lnTo>
                    <a:pt x="7538" y="18382"/>
                  </a:lnTo>
                  <a:lnTo>
                    <a:pt x="7761" y="18337"/>
                  </a:lnTo>
                  <a:lnTo>
                    <a:pt x="7972" y="18282"/>
                  </a:lnTo>
                  <a:lnTo>
                    <a:pt x="8195" y="18204"/>
                  </a:lnTo>
                  <a:lnTo>
                    <a:pt x="8417" y="18115"/>
                  </a:lnTo>
                  <a:lnTo>
                    <a:pt x="8640" y="18025"/>
                  </a:lnTo>
                  <a:lnTo>
                    <a:pt x="8863" y="17914"/>
                  </a:lnTo>
                  <a:lnTo>
                    <a:pt x="9085" y="17792"/>
                  </a:lnTo>
                  <a:lnTo>
                    <a:pt x="9308" y="17669"/>
                  </a:lnTo>
                  <a:lnTo>
                    <a:pt x="9531" y="17536"/>
                  </a:lnTo>
                  <a:lnTo>
                    <a:pt x="9742" y="17391"/>
                  </a:lnTo>
                  <a:lnTo>
                    <a:pt x="10165" y="17090"/>
                  </a:lnTo>
                  <a:lnTo>
                    <a:pt x="10577" y="16767"/>
                  </a:lnTo>
                  <a:lnTo>
                    <a:pt x="10967" y="16445"/>
                  </a:lnTo>
                  <a:lnTo>
                    <a:pt x="11334" y="16122"/>
                  </a:lnTo>
                  <a:lnTo>
                    <a:pt x="11668" y="15799"/>
                  </a:lnTo>
                  <a:lnTo>
                    <a:pt x="11969" y="15498"/>
                  </a:lnTo>
                  <a:lnTo>
                    <a:pt x="12247" y="15220"/>
                  </a:lnTo>
                  <a:lnTo>
                    <a:pt x="12470" y="14986"/>
                  </a:lnTo>
                  <a:lnTo>
                    <a:pt x="12793" y="14619"/>
                  </a:lnTo>
                  <a:lnTo>
                    <a:pt x="12904" y="14485"/>
                  </a:lnTo>
                  <a:lnTo>
                    <a:pt x="12826" y="14351"/>
                  </a:lnTo>
                  <a:lnTo>
                    <a:pt x="12604" y="13973"/>
                  </a:lnTo>
                  <a:lnTo>
                    <a:pt x="12292" y="13405"/>
                  </a:lnTo>
                  <a:lnTo>
                    <a:pt x="12114" y="13060"/>
                  </a:lnTo>
                  <a:lnTo>
                    <a:pt x="11924" y="12693"/>
                  </a:lnTo>
                  <a:lnTo>
                    <a:pt x="11735" y="12292"/>
                  </a:lnTo>
                  <a:lnTo>
                    <a:pt x="11546" y="11869"/>
                  </a:lnTo>
                  <a:lnTo>
                    <a:pt x="11368" y="11434"/>
                  </a:lnTo>
                  <a:lnTo>
                    <a:pt x="11201" y="10989"/>
                  </a:lnTo>
                  <a:lnTo>
                    <a:pt x="11045" y="10544"/>
                  </a:lnTo>
                  <a:lnTo>
                    <a:pt x="10922" y="10110"/>
                  </a:lnTo>
                  <a:lnTo>
                    <a:pt x="10867" y="9887"/>
                  </a:lnTo>
                  <a:lnTo>
                    <a:pt x="10822" y="9675"/>
                  </a:lnTo>
                  <a:lnTo>
                    <a:pt x="10789" y="9464"/>
                  </a:lnTo>
                  <a:lnTo>
                    <a:pt x="10767" y="9252"/>
                  </a:lnTo>
                  <a:lnTo>
                    <a:pt x="10755" y="9130"/>
                  </a:lnTo>
                  <a:lnTo>
                    <a:pt x="10755" y="9030"/>
                  </a:lnTo>
                  <a:lnTo>
                    <a:pt x="10767" y="8929"/>
                  </a:lnTo>
                  <a:lnTo>
                    <a:pt x="10789" y="8852"/>
                  </a:lnTo>
                  <a:lnTo>
                    <a:pt x="10822" y="8774"/>
                  </a:lnTo>
                  <a:lnTo>
                    <a:pt x="10867" y="8718"/>
                  </a:lnTo>
                  <a:lnTo>
                    <a:pt x="10911" y="8673"/>
                  </a:lnTo>
                  <a:lnTo>
                    <a:pt x="10967" y="8629"/>
                  </a:lnTo>
                  <a:lnTo>
                    <a:pt x="11023" y="8595"/>
                  </a:lnTo>
                  <a:lnTo>
                    <a:pt x="11089" y="8584"/>
                  </a:lnTo>
                  <a:lnTo>
                    <a:pt x="11156" y="8562"/>
                  </a:lnTo>
                  <a:lnTo>
                    <a:pt x="11390" y="8562"/>
                  </a:lnTo>
                  <a:lnTo>
                    <a:pt x="11557" y="8584"/>
                  </a:lnTo>
                  <a:lnTo>
                    <a:pt x="11724" y="8629"/>
                  </a:lnTo>
                  <a:lnTo>
                    <a:pt x="11880" y="8685"/>
                  </a:lnTo>
                  <a:lnTo>
                    <a:pt x="12036" y="8740"/>
                  </a:lnTo>
                  <a:lnTo>
                    <a:pt x="12169" y="8807"/>
                  </a:lnTo>
                  <a:lnTo>
                    <a:pt x="12381" y="8907"/>
                  </a:lnTo>
                  <a:lnTo>
                    <a:pt x="12459" y="8952"/>
                  </a:lnTo>
                  <a:lnTo>
                    <a:pt x="10934" y="1615"/>
                  </a:lnTo>
                  <a:lnTo>
                    <a:pt x="4276" y="1"/>
                  </a:lnTo>
                  <a:close/>
                </a:path>
              </a:pathLst>
            </a:custGeom>
            <a:solidFill>
              <a:srgbClr val="FFC2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1135982" y="1862385"/>
              <a:ext cx="302848" cy="435815"/>
            </a:xfrm>
            <a:custGeom>
              <a:rect b="b" l="l" r="r" t="t"/>
              <a:pathLst>
                <a:path extrusionOk="0" fill="none" h="18571" w="12905">
                  <a:moveTo>
                    <a:pt x="4276" y="1"/>
                  </a:moveTo>
                  <a:lnTo>
                    <a:pt x="4276" y="1"/>
                  </a:lnTo>
                  <a:lnTo>
                    <a:pt x="4064" y="78"/>
                  </a:lnTo>
                  <a:lnTo>
                    <a:pt x="3830" y="179"/>
                  </a:lnTo>
                  <a:lnTo>
                    <a:pt x="3530" y="335"/>
                  </a:lnTo>
                  <a:lnTo>
                    <a:pt x="3174" y="535"/>
                  </a:lnTo>
                  <a:lnTo>
                    <a:pt x="2984" y="657"/>
                  </a:lnTo>
                  <a:lnTo>
                    <a:pt x="2784" y="802"/>
                  </a:lnTo>
                  <a:lnTo>
                    <a:pt x="2584" y="947"/>
                  </a:lnTo>
                  <a:lnTo>
                    <a:pt x="2372" y="1114"/>
                  </a:lnTo>
                  <a:lnTo>
                    <a:pt x="2160" y="1292"/>
                  </a:lnTo>
                  <a:lnTo>
                    <a:pt x="1949" y="1481"/>
                  </a:lnTo>
                  <a:lnTo>
                    <a:pt x="1737" y="1693"/>
                  </a:lnTo>
                  <a:lnTo>
                    <a:pt x="1526" y="1915"/>
                  </a:lnTo>
                  <a:lnTo>
                    <a:pt x="1325" y="2160"/>
                  </a:lnTo>
                  <a:lnTo>
                    <a:pt x="1136" y="2428"/>
                  </a:lnTo>
                  <a:lnTo>
                    <a:pt x="947" y="2695"/>
                  </a:lnTo>
                  <a:lnTo>
                    <a:pt x="780" y="2995"/>
                  </a:lnTo>
                  <a:lnTo>
                    <a:pt x="613" y="3307"/>
                  </a:lnTo>
                  <a:lnTo>
                    <a:pt x="468" y="3641"/>
                  </a:lnTo>
                  <a:lnTo>
                    <a:pt x="335" y="3986"/>
                  </a:lnTo>
                  <a:lnTo>
                    <a:pt x="223" y="4354"/>
                  </a:lnTo>
                  <a:lnTo>
                    <a:pt x="134" y="4743"/>
                  </a:lnTo>
                  <a:lnTo>
                    <a:pt x="67" y="5155"/>
                  </a:lnTo>
                  <a:lnTo>
                    <a:pt x="45" y="5367"/>
                  </a:lnTo>
                  <a:lnTo>
                    <a:pt x="23" y="5578"/>
                  </a:lnTo>
                  <a:lnTo>
                    <a:pt x="12" y="5801"/>
                  </a:lnTo>
                  <a:lnTo>
                    <a:pt x="1" y="6035"/>
                  </a:lnTo>
                  <a:lnTo>
                    <a:pt x="1" y="6269"/>
                  </a:lnTo>
                  <a:lnTo>
                    <a:pt x="12" y="6502"/>
                  </a:lnTo>
                  <a:lnTo>
                    <a:pt x="23" y="6747"/>
                  </a:lnTo>
                  <a:lnTo>
                    <a:pt x="45" y="6992"/>
                  </a:lnTo>
                  <a:lnTo>
                    <a:pt x="45" y="6992"/>
                  </a:lnTo>
                  <a:lnTo>
                    <a:pt x="101" y="7393"/>
                  </a:lnTo>
                  <a:lnTo>
                    <a:pt x="190" y="7950"/>
                  </a:lnTo>
                  <a:lnTo>
                    <a:pt x="457" y="9453"/>
                  </a:lnTo>
                  <a:lnTo>
                    <a:pt x="802" y="11290"/>
                  </a:lnTo>
                  <a:lnTo>
                    <a:pt x="1192" y="13260"/>
                  </a:lnTo>
                  <a:lnTo>
                    <a:pt x="1893" y="16767"/>
                  </a:lnTo>
                  <a:lnTo>
                    <a:pt x="2205" y="18315"/>
                  </a:lnTo>
                  <a:lnTo>
                    <a:pt x="2205" y="18315"/>
                  </a:lnTo>
                  <a:lnTo>
                    <a:pt x="2361" y="18337"/>
                  </a:lnTo>
                  <a:lnTo>
                    <a:pt x="2795" y="18393"/>
                  </a:lnTo>
                  <a:lnTo>
                    <a:pt x="3441" y="18471"/>
                  </a:lnTo>
                  <a:lnTo>
                    <a:pt x="3830" y="18504"/>
                  </a:lnTo>
                  <a:lnTo>
                    <a:pt x="4254" y="18538"/>
                  </a:lnTo>
                  <a:lnTo>
                    <a:pt x="4699" y="18560"/>
                  </a:lnTo>
                  <a:lnTo>
                    <a:pt x="5166" y="18571"/>
                  </a:lnTo>
                  <a:lnTo>
                    <a:pt x="5645" y="18571"/>
                  </a:lnTo>
                  <a:lnTo>
                    <a:pt x="6135" y="18560"/>
                  </a:lnTo>
                  <a:lnTo>
                    <a:pt x="6614" y="18526"/>
                  </a:lnTo>
                  <a:lnTo>
                    <a:pt x="7093" y="18471"/>
                  </a:lnTo>
                  <a:lnTo>
                    <a:pt x="7315" y="18426"/>
                  </a:lnTo>
                  <a:lnTo>
                    <a:pt x="7538" y="18382"/>
                  </a:lnTo>
                  <a:lnTo>
                    <a:pt x="7761" y="18337"/>
                  </a:lnTo>
                  <a:lnTo>
                    <a:pt x="7972" y="18282"/>
                  </a:lnTo>
                  <a:lnTo>
                    <a:pt x="7972" y="18282"/>
                  </a:lnTo>
                  <a:lnTo>
                    <a:pt x="8195" y="18204"/>
                  </a:lnTo>
                  <a:lnTo>
                    <a:pt x="8417" y="18115"/>
                  </a:lnTo>
                  <a:lnTo>
                    <a:pt x="8640" y="18025"/>
                  </a:lnTo>
                  <a:lnTo>
                    <a:pt x="8863" y="17914"/>
                  </a:lnTo>
                  <a:lnTo>
                    <a:pt x="9085" y="17792"/>
                  </a:lnTo>
                  <a:lnTo>
                    <a:pt x="9308" y="17669"/>
                  </a:lnTo>
                  <a:lnTo>
                    <a:pt x="9531" y="17536"/>
                  </a:lnTo>
                  <a:lnTo>
                    <a:pt x="9742" y="17391"/>
                  </a:lnTo>
                  <a:lnTo>
                    <a:pt x="10165" y="17090"/>
                  </a:lnTo>
                  <a:lnTo>
                    <a:pt x="10577" y="16767"/>
                  </a:lnTo>
                  <a:lnTo>
                    <a:pt x="10967" y="16445"/>
                  </a:lnTo>
                  <a:lnTo>
                    <a:pt x="11334" y="16122"/>
                  </a:lnTo>
                  <a:lnTo>
                    <a:pt x="11668" y="15799"/>
                  </a:lnTo>
                  <a:lnTo>
                    <a:pt x="11969" y="15498"/>
                  </a:lnTo>
                  <a:lnTo>
                    <a:pt x="12247" y="15220"/>
                  </a:lnTo>
                  <a:lnTo>
                    <a:pt x="12470" y="14986"/>
                  </a:lnTo>
                  <a:lnTo>
                    <a:pt x="12793" y="14619"/>
                  </a:lnTo>
                  <a:lnTo>
                    <a:pt x="12904" y="14485"/>
                  </a:lnTo>
                  <a:lnTo>
                    <a:pt x="12904" y="14485"/>
                  </a:lnTo>
                  <a:lnTo>
                    <a:pt x="12826" y="14351"/>
                  </a:lnTo>
                  <a:lnTo>
                    <a:pt x="12604" y="13973"/>
                  </a:lnTo>
                  <a:lnTo>
                    <a:pt x="12292" y="13405"/>
                  </a:lnTo>
                  <a:lnTo>
                    <a:pt x="12114" y="13060"/>
                  </a:lnTo>
                  <a:lnTo>
                    <a:pt x="11924" y="12693"/>
                  </a:lnTo>
                  <a:lnTo>
                    <a:pt x="11735" y="12292"/>
                  </a:lnTo>
                  <a:lnTo>
                    <a:pt x="11546" y="11869"/>
                  </a:lnTo>
                  <a:lnTo>
                    <a:pt x="11368" y="11434"/>
                  </a:lnTo>
                  <a:lnTo>
                    <a:pt x="11201" y="10989"/>
                  </a:lnTo>
                  <a:lnTo>
                    <a:pt x="11045" y="10544"/>
                  </a:lnTo>
                  <a:lnTo>
                    <a:pt x="10922" y="10110"/>
                  </a:lnTo>
                  <a:lnTo>
                    <a:pt x="10867" y="9887"/>
                  </a:lnTo>
                  <a:lnTo>
                    <a:pt x="10822" y="9675"/>
                  </a:lnTo>
                  <a:lnTo>
                    <a:pt x="10789" y="9464"/>
                  </a:lnTo>
                  <a:lnTo>
                    <a:pt x="10767" y="9252"/>
                  </a:lnTo>
                  <a:lnTo>
                    <a:pt x="10767" y="9252"/>
                  </a:lnTo>
                  <a:lnTo>
                    <a:pt x="10755" y="9130"/>
                  </a:lnTo>
                  <a:lnTo>
                    <a:pt x="10755" y="9030"/>
                  </a:lnTo>
                  <a:lnTo>
                    <a:pt x="10767" y="8929"/>
                  </a:lnTo>
                  <a:lnTo>
                    <a:pt x="10789" y="8852"/>
                  </a:lnTo>
                  <a:lnTo>
                    <a:pt x="10822" y="8774"/>
                  </a:lnTo>
                  <a:lnTo>
                    <a:pt x="10867" y="8718"/>
                  </a:lnTo>
                  <a:lnTo>
                    <a:pt x="10911" y="8673"/>
                  </a:lnTo>
                  <a:lnTo>
                    <a:pt x="10967" y="8629"/>
                  </a:lnTo>
                  <a:lnTo>
                    <a:pt x="11023" y="8595"/>
                  </a:lnTo>
                  <a:lnTo>
                    <a:pt x="11089" y="8584"/>
                  </a:lnTo>
                  <a:lnTo>
                    <a:pt x="11156" y="8562"/>
                  </a:lnTo>
                  <a:lnTo>
                    <a:pt x="11234" y="8562"/>
                  </a:lnTo>
                  <a:lnTo>
                    <a:pt x="11390" y="8562"/>
                  </a:lnTo>
                  <a:lnTo>
                    <a:pt x="11557" y="8584"/>
                  </a:lnTo>
                  <a:lnTo>
                    <a:pt x="11724" y="8629"/>
                  </a:lnTo>
                  <a:lnTo>
                    <a:pt x="11880" y="8685"/>
                  </a:lnTo>
                  <a:lnTo>
                    <a:pt x="12036" y="8740"/>
                  </a:lnTo>
                  <a:lnTo>
                    <a:pt x="12169" y="8807"/>
                  </a:lnTo>
                  <a:lnTo>
                    <a:pt x="12381" y="8907"/>
                  </a:lnTo>
                  <a:lnTo>
                    <a:pt x="12459" y="8952"/>
                  </a:lnTo>
                  <a:lnTo>
                    <a:pt x="10934" y="1615"/>
                  </a:lnTo>
                  <a:lnTo>
                    <a:pt x="427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1187728" y="2193675"/>
              <a:ext cx="805006" cy="501665"/>
            </a:xfrm>
            <a:custGeom>
              <a:rect b="b" l="l" r="r" t="t"/>
              <a:pathLst>
                <a:path extrusionOk="0" h="21377" w="34303">
                  <a:moveTo>
                    <a:pt x="8072" y="1"/>
                  </a:moveTo>
                  <a:lnTo>
                    <a:pt x="0" y="4654"/>
                  </a:lnTo>
                  <a:lnTo>
                    <a:pt x="1414" y="6091"/>
                  </a:lnTo>
                  <a:lnTo>
                    <a:pt x="2895" y="7594"/>
                  </a:lnTo>
                  <a:lnTo>
                    <a:pt x="4654" y="9353"/>
                  </a:lnTo>
                  <a:lnTo>
                    <a:pt x="6491" y="11167"/>
                  </a:lnTo>
                  <a:lnTo>
                    <a:pt x="7381" y="12036"/>
                  </a:lnTo>
                  <a:lnTo>
                    <a:pt x="8216" y="12849"/>
                  </a:lnTo>
                  <a:lnTo>
                    <a:pt x="8985" y="13572"/>
                  </a:lnTo>
                  <a:lnTo>
                    <a:pt x="9653" y="14196"/>
                  </a:lnTo>
                  <a:lnTo>
                    <a:pt x="10198" y="14674"/>
                  </a:lnTo>
                  <a:lnTo>
                    <a:pt x="10410" y="14853"/>
                  </a:lnTo>
                  <a:lnTo>
                    <a:pt x="10599" y="14997"/>
                  </a:lnTo>
                  <a:lnTo>
                    <a:pt x="10922" y="15231"/>
                  </a:lnTo>
                  <a:lnTo>
                    <a:pt x="11267" y="15465"/>
                  </a:lnTo>
                  <a:lnTo>
                    <a:pt x="11623" y="15699"/>
                  </a:lnTo>
                  <a:lnTo>
                    <a:pt x="11991" y="15921"/>
                  </a:lnTo>
                  <a:lnTo>
                    <a:pt x="12369" y="16133"/>
                  </a:lnTo>
                  <a:lnTo>
                    <a:pt x="12770" y="16356"/>
                  </a:lnTo>
                  <a:lnTo>
                    <a:pt x="13182" y="16556"/>
                  </a:lnTo>
                  <a:lnTo>
                    <a:pt x="13605" y="16767"/>
                  </a:lnTo>
                  <a:lnTo>
                    <a:pt x="14028" y="16968"/>
                  </a:lnTo>
                  <a:lnTo>
                    <a:pt x="14473" y="17168"/>
                  </a:lnTo>
                  <a:lnTo>
                    <a:pt x="14919" y="17358"/>
                  </a:lnTo>
                  <a:lnTo>
                    <a:pt x="15386" y="17547"/>
                  </a:lnTo>
                  <a:lnTo>
                    <a:pt x="15854" y="17725"/>
                  </a:lnTo>
                  <a:lnTo>
                    <a:pt x="16322" y="17903"/>
                  </a:lnTo>
                  <a:lnTo>
                    <a:pt x="16811" y="18081"/>
                  </a:lnTo>
                  <a:lnTo>
                    <a:pt x="17301" y="18248"/>
                  </a:lnTo>
                  <a:lnTo>
                    <a:pt x="17580" y="18337"/>
                  </a:lnTo>
                  <a:lnTo>
                    <a:pt x="17914" y="18426"/>
                  </a:lnTo>
                  <a:lnTo>
                    <a:pt x="18738" y="18638"/>
                  </a:lnTo>
                  <a:lnTo>
                    <a:pt x="19740" y="18861"/>
                  </a:lnTo>
                  <a:lnTo>
                    <a:pt x="20886" y="19105"/>
                  </a:lnTo>
                  <a:lnTo>
                    <a:pt x="22144" y="19362"/>
                  </a:lnTo>
                  <a:lnTo>
                    <a:pt x="23469" y="19629"/>
                  </a:lnTo>
                  <a:lnTo>
                    <a:pt x="26219" y="20141"/>
                  </a:lnTo>
                  <a:lnTo>
                    <a:pt x="28836" y="20620"/>
                  </a:lnTo>
                  <a:lnTo>
                    <a:pt x="31051" y="21009"/>
                  </a:lnTo>
                  <a:lnTo>
                    <a:pt x="33155" y="21377"/>
                  </a:lnTo>
                  <a:lnTo>
                    <a:pt x="33200" y="21310"/>
                  </a:lnTo>
                  <a:lnTo>
                    <a:pt x="33311" y="21109"/>
                  </a:lnTo>
                  <a:lnTo>
                    <a:pt x="33478" y="20787"/>
                  </a:lnTo>
                  <a:lnTo>
                    <a:pt x="33667" y="20375"/>
                  </a:lnTo>
                  <a:lnTo>
                    <a:pt x="33768" y="20130"/>
                  </a:lnTo>
                  <a:lnTo>
                    <a:pt x="33868" y="19863"/>
                  </a:lnTo>
                  <a:lnTo>
                    <a:pt x="33968" y="19573"/>
                  </a:lnTo>
                  <a:lnTo>
                    <a:pt x="34057" y="19284"/>
                  </a:lnTo>
                  <a:lnTo>
                    <a:pt x="34146" y="18961"/>
                  </a:lnTo>
                  <a:lnTo>
                    <a:pt x="34213" y="18638"/>
                  </a:lnTo>
                  <a:lnTo>
                    <a:pt x="34269" y="18304"/>
                  </a:lnTo>
                  <a:lnTo>
                    <a:pt x="34302" y="17948"/>
                  </a:lnTo>
                  <a:lnTo>
                    <a:pt x="29737" y="15910"/>
                  </a:lnTo>
                  <a:lnTo>
                    <a:pt x="26186" y="14329"/>
                  </a:lnTo>
                  <a:lnTo>
                    <a:pt x="23725" y="13249"/>
                  </a:lnTo>
                  <a:lnTo>
                    <a:pt x="22857" y="12882"/>
                  </a:lnTo>
                  <a:lnTo>
                    <a:pt x="21732" y="12437"/>
                  </a:lnTo>
                  <a:lnTo>
                    <a:pt x="19183" y="11423"/>
                  </a:lnTo>
                  <a:lnTo>
                    <a:pt x="17969" y="10934"/>
                  </a:lnTo>
                  <a:lnTo>
                    <a:pt x="16934" y="10499"/>
                  </a:lnTo>
                  <a:lnTo>
                    <a:pt x="16511" y="10321"/>
                  </a:lnTo>
                  <a:lnTo>
                    <a:pt x="16177" y="10165"/>
                  </a:lnTo>
                  <a:lnTo>
                    <a:pt x="15943" y="10054"/>
                  </a:lnTo>
                  <a:lnTo>
                    <a:pt x="15876" y="10010"/>
                  </a:lnTo>
                  <a:lnTo>
                    <a:pt x="15821" y="9976"/>
                  </a:lnTo>
                  <a:lnTo>
                    <a:pt x="15687" y="9809"/>
                  </a:lnTo>
                  <a:lnTo>
                    <a:pt x="15398" y="9453"/>
                  </a:lnTo>
                  <a:lnTo>
                    <a:pt x="14473" y="8284"/>
                  </a:lnTo>
                  <a:lnTo>
                    <a:pt x="11824" y="4866"/>
                  </a:lnTo>
                  <a:lnTo>
                    <a:pt x="8072" y="1"/>
                  </a:lnTo>
                  <a:close/>
                </a:path>
              </a:pathLst>
            </a:custGeom>
            <a:solidFill>
              <a:srgbClr val="FFC2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1187728" y="2193675"/>
              <a:ext cx="805006" cy="501665"/>
            </a:xfrm>
            <a:custGeom>
              <a:rect b="b" l="l" r="r" t="t"/>
              <a:pathLst>
                <a:path extrusionOk="0" fill="none" h="21377" w="34303">
                  <a:moveTo>
                    <a:pt x="33155" y="21377"/>
                  </a:moveTo>
                  <a:lnTo>
                    <a:pt x="33155" y="21377"/>
                  </a:lnTo>
                  <a:lnTo>
                    <a:pt x="33200" y="21310"/>
                  </a:lnTo>
                  <a:lnTo>
                    <a:pt x="33311" y="21109"/>
                  </a:lnTo>
                  <a:lnTo>
                    <a:pt x="33478" y="20787"/>
                  </a:lnTo>
                  <a:lnTo>
                    <a:pt x="33667" y="20375"/>
                  </a:lnTo>
                  <a:lnTo>
                    <a:pt x="33768" y="20130"/>
                  </a:lnTo>
                  <a:lnTo>
                    <a:pt x="33868" y="19863"/>
                  </a:lnTo>
                  <a:lnTo>
                    <a:pt x="33968" y="19573"/>
                  </a:lnTo>
                  <a:lnTo>
                    <a:pt x="34057" y="19284"/>
                  </a:lnTo>
                  <a:lnTo>
                    <a:pt x="34146" y="18961"/>
                  </a:lnTo>
                  <a:lnTo>
                    <a:pt x="34213" y="18638"/>
                  </a:lnTo>
                  <a:lnTo>
                    <a:pt x="34269" y="18304"/>
                  </a:lnTo>
                  <a:lnTo>
                    <a:pt x="34302" y="17948"/>
                  </a:lnTo>
                  <a:lnTo>
                    <a:pt x="34302" y="17948"/>
                  </a:lnTo>
                  <a:lnTo>
                    <a:pt x="29737" y="15910"/>
                  </a:lnTo>
                  <a:lnTo>
                    <a:pt x="26186" y="14329"/>
                  </a:lnTo>
                  <a:lnTo>
                    <a:pt x="23725" y="13249"/>
                  </a:lnTo>
                  <a:lnTo>
                    <a:pt x="23725" y="13249"/>
                  </a:lnTo>
                  <a:lnTo>
                    <a:pt x="22857" y="12882"/>
                  </a:lnTo>
                  <a:lnTo>
                    <a:pt x="21732" y="12437"/>
                  </a:lnTo>
                  <a:lnTo>
                    <a:pt x="19183" y="11423"/>
                  </a:lnTo>
                  <a:lnTo>
                    <a:pt x="17969" y="10934"/>
                  </a:lnTo>
                  <a:lnTo>
                    <a:pt x="16934" y="10499"/>
                  </a:lnTo>
                  <a:lnTo>
                    <a:pt x="16511" y="10321"/>
                  </a:lnTo>
                  <a:lnTo>
                    <a:pt x="16177" y="10165"/>
                  </a:lnTo>
                  <a:lnTo>
                    <a:pt x="15943" y="10054"/>
                  </a:lnTo>
                  <a:lnTo>
                    <a:pt x="15876" y="10010"/>
                  </a:lnTo>
                  <a:lnTo>
                    <a:pt x="15821" y="9976"/>
                  </a:lnTo>
                  <a:lnTo>
                    <a:pt x="15821" y="9976"/>
                  </a:lnTo>
                  <a:lnTo>
                    <a:pt x="15687" y="9809"/>
                  </a:lnTo>
                  <a:lnTo>
                    <a:pt x="15398" y="9453"/>
                  </a:lnTo>
                  <a:lnTo>
                    <a:pt x="14473" y="8284"/>
                  </a:lnTo>
                  <a:lnTo>
                    <a:pt x="11824" y="4866"/>
                  </a:lnTo>
                  <a:lnTo>
                    <a:pt x="8072" y="1"/>
                  </a:lnTo>
                  <a:lnTo>
                    <a:pt x="0" y="4654"/>
                  </a:lnTo>
                  <a:lnTo>
                    <a:pt x="0" y="4654"/>
                  </a:lnTo>
                  <a:lnTo>
                    <a:pt x="1414" y="6091"/>
                  </a:lnTo>
                  <a:lnTo>
                    <a:pt x="2895" y="7594"/>
                  </a:lnTo>
                  <a:lnTo>
                    <a:pt x="4654" y="9353"/>
                  </a:lnTo>
                  <a:lnTo>
                    <a:pt x="6491" y="11167"/>
                  </a:lnTo>
                  <a:lnTo>
                    <a:pt x="7381" y="12036"/>
                  </a:lnTo>
                  <a:lnTo>
                    <a:pt x="8216" y="12849"/>
                  </a:lnTo>
                  <a:lnTo>
                    <a:pt x="8985" y="13572"/>
                  </a:lnTo>
                  <a:lnTo>
                    <a:pt x="9653" y="14196"/>
                  </a:lnTo>
                  <a:lnTo>
                    <a:pt x="10198" y="14674"/>
                  </a:lnTo>
                  <a:lnTo>
                    <a:pt x="10410" y="14853"/>
                  </a:lnTo>
                  <a:lnTo>
                    <a:pt x="10599" y="14997"/>
                  </a:lnTo>
                  <a:lnTo>
                    <a:pt x="10599" y="14997"/>
                  </a:lnTo>
                  <a:lnTo>
                    <a:pt x="10922" y="15231"/>
                  </a:lnTo>
                  <a:lnTo>
                    <a:pt x="11267" y="15465"/>
                  </a:lnTo>
                  <a:lnTo>
                    <a:pt x="11623" y="15699"/>
                  </a:lnTo>
                  <a:lnTo>
                    <a:pt x="11991" y="15921"/>
                  </a:lnTo>
                  <a:lnTo>
                    <a:pt x="12369" y="16133"/>
                  </a:lnTo>
                  <a:lnTo>
                    <a:pt x="12770" y="16356"/>
                  </a:lnTo>
                  <a:lnTo>
                    <a:pt x="13182" y="16556"/>
                  </a:lnTo>
                  <a:lnTo>
                    <a:pt x="13605" y="16767"/>
                  </a:lnTo>
                  <a:lnTo>
                    <a:pt x="14028" y="16968"/>
                  </a:lnTo>
                  <a:lnTo>
                    <a:pt x="14473" y="17168"/>
                  </a:lnTo>
                  <a:lnTo>
                    <a:pt x="14919" y="17358"/>
                  </a:lnTo>
                  <a:lnTo>
                    <a:pt x="15386" y="17547"/>
                  </a:lnTo>
                  <a:lnTo>
                    <a:pt x="15854" y="17725"/>
                  </a:lnTo>
                  <a:lnTo>
                    <a:pt x="16322" y="17903"/>
                  </a:lnTo>
                  <a:lnTo>
                    <a:pt x="16811" y="18081"/>
                  </a:lnTo>
                  <a:lnTo>
                    <a:pt x="17301" y="18248"/>
                  </a:lnTo>
                  <a:lnTo>
                    <a:pt x="17301" y="18248"/>
                  </a:lnTo>
                  <a:lnTo>
                    <a:pt x="17580" y="18337"/>
                  </a:lnTo>
                  <a:lnTo>
                    <a:pt x="17914" y="18426"/>
                  </a:lnTo>
                  <a:lnTo>
                    <a:pt x="18738" y="18638"/>
                  </a:lnTo>
                  <a:lnTo>
                    <a:pt x="19740" y="18861"/>
                  </a:lnTo>
                  <a:lnTo>
                    <a:pt x="20886" y="19105"/>
                  </a:lnTo>
                  <a:lnTo>
                    <a:pt x="22144" y="19362"/>
                  </a:lnTo>
                  <a:lnTo>
                    <a:pt x="23469" y="19629"/>
                  </a:lnTo>
                  <a:lnTo>
                    <a:pt x="26219" y="20141"/>
                  </a:lnTo>
                  <a:lnTo>
                    <a:pt x="28836" y="20620"/>
                  </a:lnTo>
                  <a:lnTo>
                    <a:pt x="31051" y="21009"/>
                  </a:lnTo>
                  <a:lnTo>
                    <a:pt x="33155" y="213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1201034" y="2293999"/>
              <a:ext cx="1338" cy="821"/>
            </a:xfrm>
            <a:custGeom>
              <a:rect b="b" l="l" r="r" t="t"/>
              <a:pathLst>
                <a:path extrusionOk="0" h="35" w="57">
                  <a:moveTo>
                    <a:pt x="1" y="1"/>
                  </a:moveTo>
                  <a:lnTo>
                    <a:pt x="23" y="34"/>
                  </a:lnTo>
                  <a:lnTo>
                    <a:pt x="5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1201034" y="2293999"/>
              <a:ext cx="1338" cy="821"/>
            </a:xfrm>
            <a:custGeom>
              <a:rect b="b" l="l" r="r" t="t"/>
              <a:pathLst>
                <a:path extrusionOk="0" fill="none" h="35" w="57">
                  <a:moveTo>
                    <a:pt x="1" y="1"/>
                  </a:moveTo>
                  <a:lnTo>
                    <a:pt x="1" y="1"/>
                  </a:lnTo>
                  <a:lnTo>
                    <a:pt x="23" y="34"/>
                  </a:lnTo>
                  <a:lnTo>
                    <a:pt x="56" y="12"/>
                  </a:lnTo>
                  <a:lnTo>
                    <a:pt x="56" y="1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1186672" y="2265533"/>
              <a:ext cx="21449" cy="28748"/>
            </a:xfrm>
            <a:custGeom>
              <a:rect b="b" l="l" r="r" t="t"/>
              <a:pathLst>
                <a:path extrusionOk="0" h="1225" w="914">
                  <a:moveTo>
                    <a:pt x="112" y="0"/>
                  </a:moveTo>
                  <a:lnTo>
                    <a:pt x="78" y="11"/>
                  </a:lnTo>
                  <a:lnTo>
                    <a:pt x="34" y="45"/>
                  </a:lnTo>
                  <a:lnTo>
                    <a:pt x="23" y="89"/>
                  </a:lnTo>
                  <a:lnTo>
                    <a:pt x="12" y="123"/>
                  </a:lnTo>
                  <a:lnTo>
                    <a:pt x="0" y="212"/>
                  </a:lnTo>
                  <a:lnTo>
                    <a:pt x="23" y="301"/>
                  </a:lnTo>
                  <a:lnTo>
                    <a:pt x="56" y="379"/>
                  </a:lnTo>
                  <a:lnTo>
                    <a:pt x="334" y="802"/>
                  </a:lnTo>
                  <a:lnTo>
                    <a:pt x="613" y="1214"/>
                  </a:lnTo>
                  <a:lnTo>
                    <a:pt x="668" y="1225"/>
                  </a:lnTo>
                  <a:lnTo>
                    <a:pt x="913" y="1091"/>
                  </a:lnTo>
                  <a:lnTo>
                    <a:pt x="257" y="123"/>
                  </a:lnTo>
                  <a:lnTo>
                    <a:pt x="245" y="89"/>
                  </a:lnTo>
                  <a:lnTo>
                    <a:pt x="212" y="56"/>
                  </a:lnTo>
                  <a:lnTo>
                    <a:pt x="190" y="34"/>
                  </a:lnTo>
                  <a:lnTo>
                    <a:pt x="156" y="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1186672" y="2265533"/>
              <a:ext cx="21449" cy="28748"/>
            </a:xfrm>
            <a:custGeom>
              <a:rect b="b" l="l" r="r" t="t"/>
              <a:pathLst>
                <a:path extrusionOk="0" fill="none" h="1225" w="914">
                  <a:moveTo>
                    <a:pt x="112" y="0"/>
                  </a:moveTo>
                  <a:lnTo>
                    <a:pt x="112" y="0"/>
                  </a:lnTo>
                  <a:lnTo>
                    <a:pt x="78" y="11"/>
                  </a:lnTo>
                  <a:lnTo>
                    <a:pt x="34" y="45"/>
                  </a:lnTo>
                  <a:lnTo>
                    <a:pt x="34" y="45"/>
                  </a:lnTo>
                  <a:lnTo>
                    <a:pt x="23" y="89"/>
                  </a:lnTo>
                  <a:lnTo>
                    <a:pt x="12" y="123"/>
                  </a:lnTo>
                  <a:lnTo>
                    <a:pt x="0" y="212"/>
                  </a:lnTo>
                  <a:lnTo>
                    <a:pt x="23" y="301"/>
                  </a:lnTo>
                  <a:lnTo>
                    <a:pt x="56" y="379"/>
                  </a:lnTo>
                  <a:lnTo>
                    <a:pt x="56" y="379"/>
                  </a:lnTo>
                  <a:lnTo>
                    <a:pt x="334" y="802"/>
                  </a:lnTo>
                  <a:lnTo>
                    <a:pt x="613" y="1214"/>
                  </a:lnTo>
                  <a:lnTo>
                    <a:pt x="613" y="1214"/>
                  </a:lnTo>
                  <a:lnTo>
                    <a:pt x="668" y="1225"/>
                  </a:lnTo>
                  <a:lnTo>
                    <a:pt x="913" y="1091"/>
                  </a:lnTo>
                  <a:lnTo>
                    <a:pt x="913" y="1091"/>
                  </a:lnTo>
                  <a:lnTo>
                    <a:pt x="257" y="123"/>
                  </a:lnTo>
                  <a:lnTo>
                    <a:pt x="257" y="123"/>
                  </a:lnTo>
                  <a:lnTo>
                    <a:pt x="245" y="89"/>
                  </a:lnTo>
                  <a:lnTo>
                    <a:pt x="245" y="89"/>
                  </a:lnTo>
                  <a:lnTo>
                    <a:pt x="212" y="56"/>
                  </a:lnTo>
                  <a:lnTo>
                    <a:pt x="190" y="34"/>
                  </a:lnTo>
                  <a:lnTo>
                    <a:pt x="156" y="11"/>
                  </a:lnTo>
                  <a:lnTo>
                    <a:pt x="11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1267658" y="2383621"/>
              <a:ext cx="427484" cy="262859"/>
            </a:xfrm>
            <a:custGeom>
              <a:rect b="b" l="l" r="r" t="t"/>
              <a:pathLst>
                <a:path extrusionOk="0" h="11201" w="18216">
                  <a:moveTo>
                    <a:pt x="1" y="1"/>
                  </a:moveTo>
                  <a:lnTo>
                    <a:pt x="702" y="858"/>
                  </a:lnTo>
                  <a:lnTo>
                    <a:pt x="1181" y="1426"/>
                  </a:lnTo>
                  <a:lnTo>
                    <a:pt x="1671" y="1993"/>
                  </a:lnTo>
                  <a:lnTo>
                    <a:pt x="2172" y="2550"/>
                  </a:lnTo>
                  <a:lnTo>
                    <a:pt x="2684" y="3107"/>
                  </a:lnTo>
                  <a:lnTo>
                    <a:pt x="3207" y="3641"/>
                  </a:lnTo>
                  <a:lnTo>
                    <a:pt x="3742" y="4176"/>
                  </a:lnTo>
                  <a:lnTo>
                    <a:pt x="4276" y="4699"/>
                  </a:lnTo>
                  <a:lnTo>
                    <a:pt x="4833" y="5200"/>
                  </a:lnTo>
                  <a:lnTo>
                    <a:pt x="5389" y="5690"/>
                  </a:lnTo>
                  <a:lnTo>
                    <a:pt x="5968" y="6168"/>
                  </a:lnTo>
                  <a:lnTo>
                    <a:pt x="6558" y="6625"/>
                  </a:lnTo>
                  <a:lnTo>
                    <a:pt x="6859" y="6848"/>
                  </a:lnTo>
                  <a:lnTo>
                    <a:pt x="7160" y="7059"/>
                  </a:lnTo>
                  <a:lnTo>
                    <a:pt x="7471" y="7271"/>
                  </a:lnTo>
                  <a:lnTo>
                    <a:pt x="7783" y="7471"/>
                  </a:lnTo>
                  <a:lnTo>
                    <a:pt x="8095" y="7660"/>
                  </a:lnTo>
                  <a:lnTo>
                    <a:pt x="8418" y="7838"/>
                  </a:lnTo>
                  <a:lnTo>
                    <a:pt x="8741" y="8017"/>
                  </a:lnTo>
                  <a:lnTo>
                    <a:pt x="9063" y="8184"/>
                  </a:lnTo>
                  <a:lnTo>
                    <a:pt x="9397" y="8351"/>
                  </a:lnTo>
                  <a:lnTo>
                    <a:pt x="9731" y="8506"/>
                  </a:lnTo>
                  <a:lnTo>
                    <a:pt x="10344" y="8774"/>
                  </a:lnTo>
                  <a:lnTo>
                    <a:pt x="10967" y="9030"/>
                  </a:lnTo>
                  <a:lnTo>
                    <a:pt x="10433" y="8785"/>
                  </a:lnTo>
                  <a:lnTo>
                    <a:pt x="9921" y="8540"/>
                  </a:lnTo>
                  <a:lnTo>
                    <a:pt x="9409" y="8284"/>
                  </a:lnTo>
                  <a:lnTo>
                    <a:pt x="8930" y="8017"/>
                  </a:lnTo>
                  <a:lnTo>
                    <a:pt x="8462" y="7749"/>
                  </a:lnTo>
                  <a:lnTo>
                    <a:pt x="8017" y="7471"/>
                  </a:lnTo>
                  <a:lnTo>
                    <a:pt x="7594" y="7193"/>
                  </a:lnTo>
                  <a:lnTo>
                    <a:pt x="7193" y="6903"/>
                  </a:lnTo>
                  <a:lnTo>
                    <a:pt x="6970" y="6736"/>
                  </a:lnTo>
                  <a:lnTo>
                    <a:pt x="6703" y="6502"/>
                  </a:lnTo>
                  <a:lnTo>
                    <a:pt x="6024" y="5890"/>
                  </a:lnTo>
                  <a:lnTo>
                    <a:pt x="5189" y="5111"/>
                  </a:lnTo>
                  <a:lnTo>
                    <a:pt x="4232" y="4198"/>
                  </a:lnTo>
                  <a:lnTo>
                    <a:pt x="3196" y="3185"/>
                  </a:lnTo>
                  <a:lnTo>
                    <a:pt x="2127" y="2127"/>
                  </a:lnTo>
                  <a:lnTo>
                    <a:pt x="1" y="1"/>
                  </a:lnTo>
                  <a:close/>
                  <a:moveTo>
                    <a:pt x="17035" y="10922"/>
                  </a:moveTo>
                  <a:lnTo>
                    <a:pt x="17113" y="10945"/>
                  </a:lnTo>
                  <a:lnTo>
                    <a:pt x="18115" y="11201"/>
                  </a:lnTo>
                  <a:lnTo>
                    <a:pt x="18148" y="11201"/>
                  </a:lnTo>
                  <a:lnTo>
                    <a:pt x="18182" y="11190"/>
                  </a:lnTo>
                  <a:lnTo>
                    <a:pt x="18215" y="11167"/>
                  </a:lnTo>
                  <a:lnTo>
                    <a:pt x="17035" y="10922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667403" y="2639933"/>
              <a:ext cx="27739" cy="6547"/>
            </a:xfrm>
            <a:custGeom>
              <a:rect b="b" l="l" r="r" t="t"/>
              <a:pathLst>
                <a:path extrusionOk="0" fill="none" h="279" w="1182">
                  <a:moveTo>
                    <a:pt x="1" y="0"/>
                  </a:moveTo>
                  <a:lnTo>
                    <a:pt x="1" y="0"/>
                  </a:lnTo>
                  <a:lnTo>
                    <a:pt x="79" y="23"/>
                  </a:lnTo>
                  <a:lnTo>
                    <a:pt x="79" y="23"/>
                  </a:lnTo>
                  <a:lnTo>
                    <a:pt x="1081" y="279"/>
                  </a:lnTo>
                  <a:lnTo>
                    <a:pt x="1081" y="279"/>
                  </a:lnTo>
                  <a:lnTo>
                    <a:pt x="1114" y="279"/>
                  </a:lnTo>
                  <a:lnTo>
                    <a:pt x="1114" y="279"/>
                  </a:lnTo>
                  <a:lnTo>
                    <a:pt x="1148" y="268"/>
                  </a:lnTo>
                  <a:lnTo>
                    <a:pt x="1181" y="245"/>
                  </a:lnTo>
                  <a:lnTo>
                    <a:pt x="1181" y="24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267658" y="2383621"/>
              <a:ext cx="257392" cy="211912"/>
            </a:xfrm>
            <a:custGeom>
              <a:rect b="b" l="l" r="r" t="t"/>
              <a:pathLst>
                <a:path extrusionOk="0" fill="none" h="9030" w="10968">
                  <a:moveTo>
                    <a:pt x="1" y="1"/>
                  </a:moveTo>
                  <a:lnTo>
                    <a:pt x="1" y="1"/>
                  </a:lnTo>
                  <a:lnTo>
                    <a:pt x="702" y="858"/>
                  </a:lnTo>
                  <a:lnTo>
                    <a:pt x="702" y="858"/>
                  </a:lnTo>
                  <a:lnTo>
                    <a:pt x="1181" y="1426"/>
                  </a:lnTo>
                  <a:lnTo>
                    <a:pt x="1671" y="1993"/>
                  </a:lnTo>
                  <a:lnTo>
                    <a:pt x="2172" y="2550"/>
                  </a:lnTo>
                  <a:lnTo>
                    <a:pt x="2684" y="3107"/>
                  </a:lnTo>
                  <a:lnTo>
                    <a:pt x="3207" y="3641"/>
                  </a:lnTo>
                  <a:lnTo>
                    <a:pt x="3742" y="4176"/>
                  </a:lnTo>
                  <a:lnTo>
                    <a:pt x="4276" y="4699"/>
                  </a:lnTo>
                  <a:lnTo>
                    <a:pt x="4833" y="5200"/>
                  </a:lnTo>
                  <a:lnTo>
                    <a:pt x="4833" y="5200"/>
                  </a:lnTo>
                  <a:lnTo>
                    <a:pt x="5389" y="5690"/>
                  </a:lnTo>
                  <a:lnTo>
                    <a:pt x="5968" y="6168"/>
                  </a:lnTo>
                  <a:lnTo>
                    <a:pt x="6558" y="6625"/>
                  </a:lnTo>
                  <a:lnTo>
                    <a:pt x="6859" y="6848"/>
                  </a:lnTo>
                  <a:lnTo>
                    <a:pt x="7160" y="7059"/>
                  </a:lnTo>
                  <a:lnTo>
                    <a:pt x="7160" y="7059"/>
                  </a:lnTo>
                  <a:lnTo>
                    <a:pt x="7471" y="7271"/>
                  </a:lnTo>
                  <a:lnTo>
                    <a:pt x="7783" y="7471"/>
                  </a:lnTo>
                  <a:lnTo>
                    <a:pt x="8095" y="7660"/>
                  </a:lnTo>
                  <a:lnTo>
                    <a:pt x="8418" y="7838"/>
                  </a:lnTo>
                  <a:lnTo>
                    <a:pt x="8741" y="8017"/>
                  </a:lnTo>
                  <a:lnTo>
                    <a:pt x="9063" y="8184"/>
                  </a:lnTo>
                  <a:lnTo>
                    <a:pt x="9397" y="8351"/>
                  </a:lnTo>
                  <a:lnTo>
                    <a:pt x="9731" y="8506"/>
                  </a:lnTo>
                  <a:lnTo>
                    <a:pt x="9731" y="8506"/>
                  </a:lnTo>
                  <a:lnTo>
                    <a:pt x="10344" y="8774"/>
                  </a:lnTo>
                  <a:lnTo>
                    <a:pt x="10967" y="9030"/>
                  </a:lnTo>
                  <a:lnTo>
                    <a:pt x="10967" y="9030"/>
                  </a:lnTo>
                  <a:lnTo>
                    <a:pt x="10433" y="8785"/>
                  </a:lnTo>
                  <a:lnTo>
                    <a:pt x="9921" y="8540"/>
                  </a:lnTo>
                  <a:lnTo>
                    <a:pt x="9409" y="8284"/>
                  </a:lnTo>
                  <a:lnTo>
                    <a:pt x="8930" y="8017"/>
                  </a:lnTo>
                  <a:lnTo>
                    <a:pt x="8462" y="7749"/>
                  </a:lnTo>
                  <a:lnTo>
                    <a:pt x="8017" y="7471"/>
                  </a:lnTo>
                  <a:lnTo>
                    <a:pt x="7594" y="7193"/>
                  </a:lnTo>
                  <a:lnTo>
                    <a:pt x="7193" y="6903"/>
                  </a:lnTo>
                  <a:lnTo>
                    <a:pt x="7193" y="6903"/>
                  </a:lnTo>
                  <a:lnTo>
                    <a:pt x="6970" y="6736"/>
                  </a:lnTo>
                  <a:lnTo>
                    <a:pt x="6703" y="6502"/>
                  </a:lnTo>
                  <a:lnTo>
                    <a:pt x="6024" y="5890"/>
                  </a:lnTo>
                  <a:lnTo>
                    <a:pt x="5189" y="5111"/>
                  </a:lnTo>
                  <a:lnTo>
                    <a:pt x="4232" y="4198"/>
                  </a:lnTo>
                  <a:lnTo>
                    <a:pt x="3196" y="3185"/>
                  </a:lnTo>
                  <a:lnTo>
                    <a:pt x="2127" y="212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1201574" y="2291136"/>
              <a:ext cx="494343" cy="354570"/>
            </a:xfrm>
            <a:custGeom>
              <a:rect b="b" l="l" r="r" t="t"/>
              <a:pathLst>
                <a:path extrusionOk="0" h="15109" w="21065">
                  <a:moveTo>
                    <a:pt x="278" y="0"/>
                  </a:moveTo>
                  <a:lnTo>
                    <a:pt x="33" y="134"/>
                  </a:lnTo>
                  <a:lnTo>
                    <a:pt x="0" y="156"/>
                  </a:lnTo>
                  <a:lnTo>
                    <a:pt x="557" y="947"/>
                  </a:lnTo>
                  <a:lnTo>
                    <a:pt x="1102" y="1704"/>
                  </a:lnTo>
                  <a:lnTo>
                    <a:pt x="1659" y="2461"/>
                  </a:lnTo>
                  <a:lnTo>
                    <a:pt x="2238" y="3207"/>
                  </a:lnTo>
                  <a:lnTo>
                    <a:pt x="2817" y="3942"/>
                  </a:lnTo>
                  <a:lnTo>
                    <a:pt x="4943" y="6068"/>
                  </a:lnTo>
                  <a:lnTo>
                    <a:pt x="6012" y="7126"/>
                  </a:lnTo>
                  <a:lnTo>
                    <a:pt x="7048" y="8139"/>
                  </a:lnTo>
                  <a:lnTo>
                    <a:pt x="8005" y="9052"/>
                  </a:lnTo>
                  <a:lnTo>
                    <a:pt x="8840" y="9831"/>
                  </a:lnTo>
                  <a:lnTo>
                    <a:pt x="9519" y="10443"/>
                  </a:lnTo>
                  <a:lnTo>
                    <a:pt x="9786" y="10677"/>
                  </a:lnTo>
                  <a:lnTo>
                    <a:pt x="10009" y="10844"/>
                  </a:lnTo>
                  <a:lnTo>
                    <a:pt x="10410" y="11134"/>
                  </a:lnTo>
                  <a:lnTo>
                    <a:pt x="10833" y="11412"/>
                  </a:lnTo>
                  <a:lnTo>
                    <a:pt x="11278" y="11690"/>
                  </a:lnTo>
                  <a:lnTo>
                    <a:pt x="11746" y="11958"/>
                  </a:lnTo>
                  <a:lnTo>
                    <a:pt x="12225" y="12225"/>
                  </a:lnTo>
                  <a:lnTo>
                    <a:pt x="12737" y="12481"/>
                  </a:lnTo>
                  <a:lnTo>
                    <a:pt x="13249" y="12726"/>
                  </a:lnTo>
                  <a:lnTo>
                    <a:pt x="13783" y="12971"/>
                  </a:lnTo>
                  <a:lnTo>
                    <a:pt x="14529" y="13249"/>
                  </a:lnTo>
                  <a:lnTo>
                    <a:pt x="15275" y="13516"/>
                  </a:lnTo>
                  <a:lnTo>
                    <a:pt x="16032" y="13772"/>
                  </a:lnTo>
                  <a:lnTo>
                    <a:pt x="16789" y="14006"/>
                  </a:lnTo>
                  <a:lnTo>
                    <a:pt x="17546" y="14240"/>
                  </a:lnTo>
                  <a:lnTo>
                    <a:pt x="18315" y="14451"/>
                  </a:lnTo>
                  <a:lnTo>
                    <a:pt x="19083" y="14663"/>
                  </a:lnTo>
                  <a:lnTo>
                    <a:pt x="19851" y="14863"/>
                  </a:lnTo>
                  <a:lnTo>
                    <a:pt x="21031" y="15108"/>
                  </a:lnTo>
                  <a:lnTo>
                    <a:pt x="21053" y="15064"/>
                  </a:lnTo>
                  <a:lnTo>
                    <a:pt x="21064" y="14997"/>
                  </a:lnTo>
                  <a:lnTo>
                    <a:pt x="21064" y="14930"/>
                  </a:lnTo>
                  <a:lnTo>
                    <a:pt x="21053" y="14863"/>
                  </a:lnTo>
                  <a:lnTo>
                    <a:pt x="21031" y="14797"/>
                  </a:lnTo>
                  <a:lnTo>
                    <a:pt x="20998" y="14741"/>
                  </a:lnTo>
                  <a:lnTo>
                    <a:pt x="20953" y="14696"/>
                  </a:lnTo>
                  <a:lnTo>
                    <a:pt x="20909" y="14674"/>
                  </a:lnTo>
                  <a:lnTo>
                    <a:pt x="19940" y="14429"/>
                  </a:lnTo>
                  <a:lnTo>
                    <a:pt x="18983" y="14184"/>
                  </a:lnTo>
                  <a:lnTo>
                    <a:pt x="18014" y="13917"/>
                  </a:lnTo>
                  <a:lnTo>
                    <a:pt x="17056" y="13639"/>
                  </a:lnTo>
                  <a:lnTo>
                    <a:pt x="16110" y="13338"/>
                  </a:lnTo>
                  <a:lnTo>
                    <a:pt x="15164" y="13026"/>
                  </a:lnTo>
                  <a:lnTo>
                    <a:pt x="14229" y="12681"/>
                  </a:lnTo>
                  <a:lnTo>
                    <a:pt x="13761" y="12503"/>
                  </a:lnTo>
                  <a:lnTo>
                    <a:pt x="13304" y="12325"/>
                  </a:lnTo>
                  <a:lnTo>
                    <a:pt x="12948" y="12169"/>
                  </a:lnTo>
                  <a:lnTo>
                    <a:pt x="12603" y="12024"/>
                  </a:lnTo>
                  <a:lnTo>
                    <a:pt x="12258" y="11857"/>
                  </a:lnTo>
                  <a:lnTo>
                    <a:pt x="11913" y="11690"/>
                  </a:lnTo>
                  <a:lnTo>
                    <a:pt x="11579" y="11512"/>
                  </a:lnTo>
                  <a:lnTo>
                    <a:pt x="11234" y="11334"/>
                  </a:lnTo>
                  <a:lnTo>
                    <a:pt x="10911" y="11145"/>
                  </a:lnTo>
                  <a:lnTo>
                    <a:pt x="10588" y="10944"/>
                  </a:lnTo>
                  <a:lnTo>
                    <a:pt x="10287" y="10744"/>
                  </a:lnTo>
                  <a:lnTo>
                    <a:pt x="9987" y="10544"/>
                  </a:lnTo>
                  <a:lnTo>
                    <a:pt x="9697" y="10332"/>
                  </a:lnTo>
                  <a:lnTo>
                    <a:pt x="9397" y="10121"/>
                  </a:lnTo>
                  <a:lnTo>
                    <a:pt x="8829" y="9675"/>
                  </a:lnTo>
                  <a:lnTo>
                    <a:pt x="8283" y="9219"/>
                  </a:lnTo>
                  <a:lnTo>
                    <a:pt x="7716" y="8729"/>
                  </a:lnTo>
                  <a:lnTo>
                    <a:pt x="7159" y="8217"/>
                  </a:lnTo>
                  <a:lnTo>
                    <a:pt x="6624" y="7705"/>
                  </a:lnTo>
                  <a:lnTo>
                    <a:pt x="6090" y="7170"/>
                  </a:lnTo>
                  <a:lnTo>
                    <a:pt x="5578" y="6625"/>
                  </a:lnTo>
                  <a:lnTo>
                    <a:pt x="5066" y="6068"/>
                  </a:lnTo>
                  <a:lnTo>
                    <a:pt x="4565" y="5511"/>
                  </a:lnTo>
                  <a:lnTo>
                    <a:pt x="4075" y="4944"/>
                  </a:lnTo>
                  <a:lnTo>
                    <a:pt x="3663" y="4465"/>
                  </a:lnTo>
                  <a:lnTo>
                    <a:pt x="3273" y="3986"/>
                  </a:lnTo>
                  <a:lnTo>
                    <a:pt x="2872" y="3496"/>
                  </a:lnTo>
                  <a:lnTo>
                    <a:pt x="2483" y="3006"/>
                  </a:lnTo>
                  <a:lnTo>
                    <a:pt x="1726" y="2016"/>
                  </a:lnTo>
                  <a:lnTo>
                    <a:pt x="991" y="1014"/>
                  </a:lnTo>
                  <a:lnTo>
                    <a:pt x="635" y="501"/>
                  </a:lnTo>
                  <a:lnTo>
                    <a:pt x="278" y="0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1201574" y="2291136"/>
              <a:ext cx="494343" cy="354570"/>
            </a:xfrm>
            <a:custGeom>
              <a:rect b="b" l="l" r="r" t="t"/>
              <a:pathLst>
                <a:path extrusionOk="0" fill="none" h="15109" w="21065">
                  <a:moveTo>
                    <a:pt x="278" y="0"/>
                  </a:moveTo>
                  <a:lnTo>
                    <a:pt x="33" y="13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557" y="947"/>
                  </a:lnTo>
                  <a:lnTo>
                    <a:pt x="557" y="947"/>
                  </a:lnTo>
                  <a:lnTo>
                    <a:pt x="1102" y="1704"/>
                  </a:lnTo>
                  <a:lnTo>
                    <a:pt x="1659" y="2461"/>
                  </a:lnTo>
                  <a:lnTo>
                    <a:pt x="2238" y="3207"/>
                  </a:lnTo>
                  <a:lnTo>
                    <a:pt x="2817" y="3942"/>
                  </a:lnTo>
                  <a:lnTo>
                    <a:pt x="2817" y="3942"/>
                  </a:lnTo>
                  <a:lnTo>
                    <a:pt x="4943" y="6068"/>
                  </a:lnTo>
                  <a:lnTo>
                    <a:pt x="6012" y="7126"/>
                  </a:lnTo>
                  <a:lnTo>
                    <a:pt x="7048" y="8139"/>
                  </a:lnTo>
                  <a:lnTo>
                    <a:pt x="8005" y="9052"/>
                  </a:lnTo>
                  <a:lnTo>
                    <a:pt x="8840" y="9831"/>
                  </a:lnTo>
                  <a:lnTo>
                    <a:pt x="9519" y="10443"/>
                  </a:lnTo>
                  <a:lnTo>
                    <a:pt x="9786" y="10677"/>
                  </a:lnTo>
                  <a:lnTo>
                    <a:pt x="10009" y="10844"/>
                  </a:lnTo>
                  <a:lnTo>
                    <a:pt x="10009" y="10844"/>
                  </a:lnTo>
                  <a:lnTo>
                    <a:pt x="10410" y="11134"/>
                  </a:lnTo>
                  <a:lnTo>
                    <a:pt x="10833" y="11412"/>
                  </a:lnTo>
                  <a:lnTo>
                    <a:pt x="11278" y="11690"/>
                  </a:lnTo>
                  <a:lnTo>
                    <a:pt x="11746" y="11958"/>
                  </a:lnTo>
                  <a:lnTo>
                    <a:pt x="12225" y="12225"/>
                  </a:lnTo>
                  <a:lnTo>
                    <a:pt x="12737" y="12481"/>
                  </a:lnTo>
                  <a:lnTo>
                    <a:pt x="13249" y="12726"/>
                  </a:lnTo>
                  <a:lnTo>
                    <a:pt x="13783" y="12971"/>
                  </a:lnTo>
                  <a:lnTo>
                    <a:pt x="13783" y="12971"/>
                  </a:lnTo>
                  <a:lnTo>
                    <a:pt x="14529" y="13249"/>
                  </a:lnTo>
                  <a:lnTo>
                    <a:pt x="15275" y="13516"/>
                  </a:lnTo>
                  <a:lnTo>
                    <a:pt x="16032" y="13772"/>
                  </a:lnTo>
                  <a:lnTo>
                    <a:pt x="16789" y="14006"/>
                  </a:lnTo>
                  <a:lnTo>
                    <a:pt x="17546" y="14240"/>
                  </a:lnTo>
                  <a:lnTo>
                    <a:pt x="18315" y="14451"/>
                  </a:lnTo>
                  <a:lnTo>
                    <a:pt x="19083" y="14663"/>
                  </a:lnTo>
                  <a:lnTo>
                    <a:pt x="19851" y="14863"/>
                  </a:lnTo>
                  <a:lnTo>
                    <a:pt x="19851" y="14863"/>
                  </a:lnTo>
                  <a:lnTo>
                    <a:pt x="21031" y="15108"/>
                  </a:lnTo>
                  <a:lnTo>
                    <a:pt x="21031" y="15108"/>
                  </a:lnTo>
                  <a:lnTo>
                    <a:pt x="21053" y="15064"/>
                  </a:lnTo>
                  <a:lnTo>
                    <a:pt x="21064" y="14997"/>
                  </a:lnTo>
                  <a:lnTo>
                    <a:pt x="21064" y="14930"/>
                  </a:lnTo>
                  <a:lnTo>
                    <a:pt x="21053" y="14863"/>
                  </a:lnTo>
                  <a:lnTo>
                    <a:pt x="21031" y="14797"/>
                  </a:lnTo>
                  <a:lnTo>
                    <a:pt x="20998" y="14741"/>
                  </a:lnTo>
                  <a:lnTo>
                    <a:pt x="20953" y="14696"/>
                  </a:lnTo>
                  <a:lnTo>
                    <a:pt x="20909" y="14674"/>
                  </a:lnTo>
                  <a:lnTo>
                    <a:pt x="20909" y="14674"/>
                  </a:lnTo>
                  <a:lnTo>
                    <a:pt x="19940" y="14429"/>
                  </a:lnTo>
                  <a:lnTo>
                    <a:pt x="18983" y="14184"/>
                  </a:lnTo>
                  <a:lnTo>
                    <a:pt x="18014" y="13917"/>
                  </a:lnTo>
                  <a:lnTo>
                    <a:pt x="17056" y="13639"/>
                  </a:lnTo>
                  <a:lnTo>
                    <a:pt x="16110" y="13338"/>
                  </a:lnTo>
                  <a:lnTo>
                    <a:pt x="15164" y="13026"/>
                  </a:lnTo>
                  <a:lnTo>
                    <a:pt x="14229" y="12681"/>
                  </a:lnTo>
                  <a:lnTo>
                    <a:pt x="13761" y="12503"/>
                  </a:lnTo>
                  <a:lnTo>
                    <a:pt x="13304" y="12325"/>
                  </a:lnTo>
                  <a:lnTo>
                    <a:pt x="13304" y="12325"/>
                  </a:lnTo>
                  <a:lnTo>
                    <a:pt x="12948" y="12169"/>
                  </a:lnTo>
                  <a:lnTo>
                    <a:pt x="12603" y="12024"/>
                  </a:lnTo>
                  <a:lnTo>
                    <a:pt x="12258" y="11857"/>
                  </a:lnTo>
                  <a:lnTo>
                    <a:pt x="11913" y="11690"/>
                  </a:lnTo>
                  <a:lnTo>
                    <a:pt x="11579" y="11512"/>
                  </a:lnTo>
                  <a:lnTo>
                    <a:pt x="11234" y="11334"/>
                  </a:lnTo>
                  <a:lnTo>
                    <a:pt x="10911" y="11145"/>
                  </a:lnTo>
                  <a:lnTo>
                    <a:pt x="10588" y="10944"/>
                  </a:lnTo>
                  <a:lnTo>
                    <a:pt x="10588" y="10944"/>
                  </a:lnTo>
                  <a:lnTo>
                    <a:pt x="10287" y="10744"/>
                  </a:lnTo>
                  <a:lnTo>
                    <a:pt x="9987" y="10544"/>
                  </a:lnTo>
                  <a:lnTo>
                    <a:pt x="9697" y="10332"/>
                  </a:lnTo>
                  <a:lnTo>
                    <a:pt x="9397" y="10121"/>
                  </a:lnTo>
                  <a:lnTo>
                    <a:pt x="8829" y="9675"/>
                  </a:lnTo>
                  <a:lnTo>
                    <a:pt x="8283" y="9219"/>
                  </a:lnTo>
                  <a:lnTo>
                    <a:pt x="8283" y="9219"/>
                  </a:lnTo>
                  <a:lnTo>
                    <a:pt x="7716" y="8729"/>
                  </a:lnTo>
                  <a:lnTo>
                    <a:pt x="7159" y="8217"/>
                  </a:lnTo>
                  <a:lnTo>
                    <a:pt x="6624" y="7705"/>
                  </a:lnTo>
                  <a:lnTo>
                    <a:pt x="6090" y="7170"/>
                  </a:lnTo>
                  <a:lnTo>
                    <a:pt x="5578" y="6625"/>
                  </a:lnTo>
                  <a:lnTo>
                    <a:pt x="5066" y="6068"/>
                  </a:lnTo>
                  <a:lnTo>
                    <a:pt x="4565" y="5511"/>
                  </a:lnTo>
                  <a:lnTo>
                    <a:pt x="4075" y="4944"/>
                  </a:lnTo>
                  <a:lnTo>
                    <a:pt x="4075" y="4944"/>
                  </a:lnTo>
                  <a:lnTo>
                    <a:pt x="3663" y="4465"/>
                  </a:lnTo>
                  <a:lnTo>
                    <a:pt x="3273" y="3986"/>
                  </a:lnTo>
                  <a:lnTo>
                    <a:pt x="2872" y="3496"/>
                  </a:lnTo>
                  <a:lnTo>
                    <a:pt x="2483" y="3006"/>
                  </a:lnTo>
                  <a:lnTo>
                    <a:pt x="1726" y="2016"/>
                  </a:lnTo>
                  <a:lnTo>
                    <a:pt x="991" y="1014"/>
                  </a:lnTo>
                  <a:lnTo>
                    <a:pt x="991" y="1014"/>
                  </a:lnTo>
                  <a:lnTo>
                    <a:pt x="635" y="501"/>
                  </a:lnTo>
                  <a:lnTo>
                    <a:pt x="27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1428082" y="2209094"/>
              <a:ext cx="261569" cy="273303"/>
            </a:xfrm>
            <a:custGeom>
              <a:rect b="b" l="l" r="r" t="t"/>
              <a:pathLst>
                <a:path extrusionOk="0" h="11646" w="11146">
                  <a:moveTo>
                    <a:pt x="212" y="1"/>
                  </a:moveTo>
                  <a:lnTo>
                    <a:pt x="1" y="234"/>
                  </a:lnTo>
                  <a:lnTo>
                    <a:pt x="212" y="579"/>
                  </a:lnTo>
                  <a:lnTo>
                    <a:pt x="1381" y="2550"/>
                  </a:lnTo>
                  <a:lnTo>
                    <a:pt x="2027" y="3585"/>
                  </a:lnTo>
                  <a:lnTo>
                    <a:pt x="2673" y="4632"/>
                  </a:lnTo>
                  <a:lnTo>
                    <a:pt x="3307" y="5634"/>
                  </a:lnTo>
                  <a:lnTo>
                    <a:pt x="3953" y="6625"/>
                  </a:lnTo>
                  <a:lnTo>
                    <a:pt x="4532" y="7482"/>
                  </a:lnTo>
                  <a:lnTo>
                    <a:pt x="4833" y="7905"/>
                  </a:lnTo>
                  <a:lnTo>
                    <a:pt x="5133" y="8328"/>
                  </a:lnTo>
                  <a:lnTo>
                    <a:pt x="5367" y="8651"/>
                  </a:lnTo>
                  <a:lnTo>
                    <a:pt x="5601" y="8974"/>
                  </a:lnTo>
                  <a:lnTo>
                    <a:pt x="5857" y="9286"/>
                  </a:lnTo>
                  <a:lnTo>
                    <a:pt x="6113" y="9586"/>
                  </a:lnTo>
                  <a:lnTo>
                    <a:pt x="6135" y="9597"/>
                  </a:lnTo>
                  <a:lnTo>
                    <a:pt x="6158" y="9609"/>
                  </a:lnTo>
                  <a:lnTo>
                    <a:pt x="6325" y="9620"/>
                  </a:lnTo>
                  <a:lnTo>
                    <a:pt x="6480" y="9642"/>
                  </a:lnTo>
                  <a:lnTo>
                    <a:pt x="6647" y="9664"/>
                  </a:lnTo>
                  <a:lnTo>
                    <a:pt x="6803" y="9709"/>
                  </a:lnTo>
                  <a:lnTo>
                    <a:pt x="6781" y="9698"/>
                  </a:lnTo>
                  <a:lnTo>
                    <a:pt x="6770" y="9698"/>
                  </a:lnTo>
                  <a:lnTo>
                    <a:pt x="6703" y="9653"/>
                  </a:lnTo>
                  <a:lnTo>
                    <a:pt x="6625" y="9597"/>
                  </a:lnTo>
                  <a:lnTo>
                    <a:pt x="6592" y="9575"/>
                  </a:lnTo>
                  <a:lnTo>
                    <a:pt x="6581" y="9564"/>
                  </a:lnTo>
                  <a:lnTo>
                    <a:pt x="6402" y="9397"/>
                  </a:lnTo>
                  <a:lnTo>
                    <a:pt x="6191" y="9174"/>
                  </a:lnTo>
                  <a:lnTo>
                    <a:pt x="5991" y="8929"/>
                  </a:lnTo>
                  <a:lnTo>
                    <a:pt x="5757" y="8640"/>
                  </a:lnTo>
                  <a:lnTo>
                    <a:pt x="5634" y="8484"/>
                  </a:lnTo>
                  <a:lnTo>
                    <a:pt x="5579" y="8406"/>
                  </a:lnTo>
                  <a:lnTo>
                    <a:pt x="5545" y="8362"/>
                  </a:lnTo>
                  <a:lnTo>
                    <a:pt x="5512" y="8328"/>
                  </a:lnTo>
                  <a:lnTo>
                    <a:pt x="5523" y="8328"/>
                  </a:lnTo>
                  <a:lnTo>
                    <a:pt x="4989" y="7593"/>
                  </a:lnTo>
                  <a:lnTo>
                    <a:pt x="4398" y="6725"/>
                  </a:lnTo>
                  <a:lnTo>
                    <a:pt x="3764" y="5768"/>
                  </a:lnTo>
                  <a:lnTo>
                    <a:pt x="3140" y="4799"/>
                  </a:lnTo>
                  <a:lnTo>
                    <a:pt x="2495" y="3764"/>
                  </a:lnTo>
                  <a:lnTo>
                    <a:pt x="1849" y="2717"/>
                  </a:lnTo>
                  <a:lnTo>
                    <a:pt x="646" y="724"/>
                  </a:lnTo>
                  <a:lnTo>
                    <a:pt x="212" y="1"/>
                  </a:lnTo>
                  <a:close/>
                  <a:moveTo>
                    <a:pt x="6837" y="9720"/>
                  </a:moveTo>
                  <a:lnTo>
                    <a:pt x="6881" y="9753"/>
                  </a:lnTo>
                  <a:lnTo>
                    <a:pt x="6915" y="9820"/>
                  </a:lnTo>
                  <a:lnTo>
                    <a:pt x="6937" y="9887"/>
                  </a:lnTo>
                  <a:lnTo>
                    <a:pt x="6959" y="9954"/>
                  </a:lnTo>
                  <a:lnTo>
                    <a:pt x="7883" y="10343"/>
                  </a:lnTo>
                  <a:lnTo>
                    <a:pt x="8941" y="10766"/>
                  </a:lnTo>
                  <a:lnTo>
                    <a:pt x="11145" y="11646"/>
                  </a:lnTo>
                  <a:lnTo>
                    <a:pt x="11134" y="11579"/>
                  </a:lnTo>
                  <a:lnTo>
                    <a:pt x="11101" y="11512"/>
                  </a:lnTo>
                  <a:lnTo>
                    <a:pt x="11056" y="11468"/>
                  </a:lnTo>
                  <a:lnTo>
                    <a:pt x="11001" y="11423"/>
                  </a:lnTo>
                  <a:lnTo>
                    <a:pt x="7404" y="9954"/>
                  </a:lnTo>
                  <a:lnTo>
                    <a:pt x="6881" y="9742"/>
                  </a:lnTo>
                  <a:lnTo>
                    <a:pt x="6837" y="9720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1588506" y="2437174"/>
              <a:ext cx="101145" cy="45222"/>
            </a:xfrm>
            <a:custGeom>
              <a:rect b="b" l="l" r="r" t="t"/>
              <a:pathLst>
                <a:path extrusionOk="0" fill="none" h="1927" w="4310">
                  <a:moveTo>
                    <a:pt x="1" y="1"/>
                  </a:moveTo>
                  <a:lnTo>
                    <a:pt x="1" y="1"/>
                  </a:lnTo>
                  <a:lnTo>
                    <a:pt x="45" y="34"/>
                  </a:lnTo>
                  <a:lnTo>
                    <a:pt x="79" y="101"/>
                  </a:lnTo>
                  <a:lnTo>
                    <a:pt x="101" y="168"/>
                  </a:lnTo>
                  <a:lnTo>
                    <a:pt x="123" y="235"/>
                  </a:lnTo>
                  <a:lnTo>
                    <a:pt x="123" y="235"/>
                  </a:lnTo>
                  <a:lnTo>
                    <a:pt x="1047" y="624"/>
                  </a:lnTo>
                  <a:lnTo>
                    <a:pt x="2105" y="1047"/>
                  </a:lnTo>
                  <a:lnTo>
                    <a:pt x="4309" y="1927"/>
                  </a:lnTo>
                  <a:lnTo>
                    <a:pt x="4309" y="1927"/>
                  </a:lnTo>
                  <a:lnTo>
                    <a:pt x="4298" y="1860"/>
                  </a:lnTo>
                  <a:lnTo>
                    <a:pt x="4265" y="1793"/>
                  </a:lnTo>
                  <a:lnTo>
                    <a:pt x="4220" y="1749"/>
                  </a:lnTo>
                  <a:lnTo>
                    <a:pt x="4165" y="1704"/>
                  </a:lnTo>
                  <a:lnTo>
                    <a:pt x="4165" y="1704"/>
                  </a:lnTo>
                  <a:lnTo>
                    <a:pt x="568" y="235"/>
                  </a:lnTo>
                  <a:lnTo>
                    <a:pt x="568" y="235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1582240" y="2433255"/>
              <a:ext cx="282" cy="305"/>
            </a:xfrm>
            <a:custGeom>
              <a:rect b="b" l="l" r="r" t="t"/>
              <a:pathLst>
                <a:path extrusionOk="0" fill="none" h="13" w="12">
                  <a:moveTo>
                    <a:pt x="12" y="12"/>
                  </a:moveTo>
                  <a:lnTo>
                    <a:pt x="12" y="1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2" y="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1428082" y="2209094"/>
              <a:ext cx="159673" cy="227846"/>
            </a:xfrm>
            <a:custGeom>
              <a:rect b="b" l="l" r="r" t="t"/>
              <a:pathLst>
                <a:path extrusionOk="0" fill="none" h="9709" w="6804">
                  <a:moveTo>
                    <a:pt x="212" y="1"/>
                  </a:moveTo>
                  <a:lnTo>
                    <a:pt x="212" y="1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212" y="579"/>
                  </a:lnTo>
                  <a:lnTo>
                    <a:pt x="212" y="579"/>
                  </a:lnTo>
                  <a:lnTo>
                    <a:pt x="1381" y="2550"/>
                  </a:lnTo>
                  <a:lnTo>
                    <a:pt x="1381" y="2550"/>
                  </a:lnTo>
                  <a:lnTo>
                    <a:pt x="2027" y="3585"/>
                  </a:lnTo>
                  <a:lnTo>
                    <a:pt x="2673" y="4632"/>
                  </a:lnTo>
                  <a:lnTo>
                    <a:pt x="2673" y="4632"/>
                  </a:lnTo>
                  <a:lnTo>
                    <a:pt x="3307" y="5634"/>
                  </a:lnTo>
                  <a:lnTo>
                    <a:pt x="3953" y="6625"/>
                  </a:lnTo>
                  <a:lnTo>
                    <a:pt x="3953" y="6625"/>
                  </a:lnTo>
                  <a:lnTo>
                    <a:pt x="4532" y="7482"/>
                  </a:lnTo>
                  <a:lnTo>
                    <a:pt x="4833" y="7905"/>
                  </a:lnTo>
                  <a:lnTo>
                    <a:pt x="5133" y="8328"/>
                  </a:lnTo>
                  <a:lnTo>
                    <a:pt x="5133" y="8328"/>
                  </a:lnTo>
                  <a:lnTo>
                    <a:pt x="5367" y="8651"/>
                  </a:lnTo>
                  <a:lnTo>
                    <a:pt x="5601" y="8974"/>
                  </a:lnTo>
                  <a:lnTo>
                    <a:pt x="5857" y="9286"/>
                  </a:lnTo>
                  <a:lnTo>
                    <a:pt x="6113" y="9586"/>
                  </a:lnTo>
                  <a:lnTo>
                    <a:pt x="6113" y="9586"/>
                  </a:lnTo>
                  <a:lnTo>
                    <a:pt x="6135" y="9597"/>
                  </a:lnTo>
                  <a:lnTo>
                    <a:pt x="6135" y="9597"/>
                  </a:lnTo>
                  <a:lnTo>
                    <a:pt x="6158" y="9609"/>
                  </a:lnTo>
                  <a:lnTo>
                    <a:pt x="6158" y="9609"/>
                  </a:lnTo>
                  <a:lnTo>
                    <a:pt x="6325" y="9620"/>
                  </a:lnTo>
                  <a:lnTo>
                    <a:pt x="6480" y="9642"/>
                  </a:lnTo>
                  <a:lnTo>
                    <a:pt x="6647" y="9664"/>
                  </a:lnTo>
                  <a:lnTo>
                    <a:pt x="6803" y="9709"/>
                  </a:lnTo>
                  <a:lnTo>
                    <a:pt x="6803" y="9709"/>
                  </a:lnTo>
                  <a:lnTo>
                    <a:pt x="6803" y="9709"/>
                  </a:lnTo>
                  <a:lnTo>
                    <a:pt x="6803" y="9709"/>
                  </a:lnTo>
                  <a:lnTo>
                    <a:pt x="6781" y="9698"/>
                  </a:lnTo>
                  <a:lnTo>
                    <a:pt x="6781" y="9698"/>
                  </a:lnTo>
                  <a:lnTo>
                    <a:pt x="6781" y="9698"/>
                  </a:lnTo>
                  <a:lnTo>
                    <a:pt x="6781" y="9698"/>
                  </a:lnTo>
                  <a:lnTo>
                    <a:pt x="6770" y="9698"/>
                  </a:lnTo>
                  <a:lnTo>
                    <a:pt x="6770" y="9698"/>
                  </a:lnTo>
                  <a:lnTo>
                    <a:pt x="6703" y="9653"/>
                  </a:lnTo>
                  <a:lnTo>
                    <a:pt x="6703" y="9653"/>
                  </a:lnTo>
                  <a:lnTo>
                    <a:pt x="6625" y="9597"/>
                  </a:lnTo>
                  <a:lnTo>
                    <a:pt x="6625" y="9597"/>
                  </a:lnTo>
                  <a:lnTo>
                    <a:pt x="6592" y="9575"/>
                  </a:lnTo>
                  <a:lnTo>
                    <a:pt x="6592" y="9575"/>
                  </a:lnTo>
                  <a:lnTo>
                    <a:pt x="6581" y="9564"/>
                  </a:lnTo>
                  <a:lnTo>
                    <a:pt x="6581" y="9564"/>
                  </a:lnTo>
                  <a:lnTo>
                    <a:pt x="6402" y="9397"/>
                  </a:lnTo>
                  <a:lnTo>
                    <a:pt x="6402" y="9397"/>
                  </a:lnTo>
                  <a:lnTo>
                    <a:pt x="6191" y="9174"/>
                  </a:lnTo>
                  <a:lnTo>
                    <a:pt x="5991" y="8929"/>
                  </a:lnTo>
                  <a:lnTo>
                    <a:pt x="5991" y="8929"/>
                  </a:lnTo>
                  <a:lnTo>
                    <a:pt x="5757" y="8640"/>
                  </a:lnTo>
                  <a:lnTo>
                    <a:pt x="5757" y="8640"/>
                  </a:lnTo>
                  <a:lnTo>
                    <a:pt x="5634" y="8484"/>
                  </a:lnTo>
                  <a:lnTo>
                    <a:pt x="5634" y="8484"/>
                  </a:lnTo>
                  <a:lnTo>
                    <a:pt x="5579" y="8406"/>
                  </a:lnTo>
                  <a:lnTo>
                    <a:pt x="5579" y="8406"/>
                  </a:lnTo>
                  <a:lnTo>
                    <a:pt x="5545" y="8362"/>
                  </a:lnTo>
                  <a:lnTo>
                    <a:pt x="5545" y="8362"/>
                  </a:lnTo>
                  <a:lnTo>
                    <a:pt x="5512" y="8328"/>
                  </a:lnTo>
                  <a:lnTo>
                    <a:pt x="5512" y="8328"/>
                  </a:lnTo>
                  <a:lnTo>
                    <a:pt x="5523" y="8328"/>
                  </a:lnTo>
                  <a:lnTo>
                    <a:pt x="5523" y="8328"/>
                  </a:lnTo>
                  <a:lnTo>
                    <a:pt x="4989" y="7593"/>
                  </a:lnTo>
                  <a:lnTo>
                    <a:pt x="4989" y="7593"/>
                  </a:lnTo>
                  <a:lnTo>
                    <a:pt x="4398" y="6725"/>
                  </a:lnTo>
                  <a:lnTo>
                    <a:pt x="4398" y="6725"/>
                  </a:lnTo>
                  <a:lnTo>
                    <a:pt x="3764" y="5768"/>
                  </a:lnTo>
                  <a:lnTo>
                    <a:pt x="3140" y="4799"/>
                  </a:lnTo>
                  <a:lnTo>
                    <a:pt x="3140" y="4799"/>
                  </a:lnTo>
                  <a:lnTo>
                    <a:pt x="2495" y="3764"/>
                  </a:lnTo>
                  <a:lnTo>
                    <a:pt x="1849" y="2717"/>
                  </a:lnTo>
                  <a:lnTo>
                    <a:pt x="1849" y="2717"/>
                  </a:lnTo>
                  <a:lnTo>
                    <a:pt x="646" y="724"/>
                  </a:lnTo>
                  <a:lnTo>
                    <a:pt x="646" y="724"/>
                  </a:lnTo>
                  <a:lnTo>
                    <a:pt x="2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1387319" y="2138550"/>
              <a:ext cx="45762" cy="76058"/>
            </a:xfrm>
            <a:custGeom>
              <a:rect b="b" l="l" r="r" t="t"/>
              <a:pathLst>
                <a:path extrusionOk="0" h="3241" w="1950">
                  <a:moveTo>
                    <a:pt x="123" y="0"/>
                  </a:moveTo>
                  <a:lnTo>
                    <a:pt x="79" y="12"/>
                  </a:lnTo>
                  <a:lnTo>
                    <a:pt x="45" y="45"/>
                  </a:lnTo>
                  <a:lnTo>
                    <a:pt x="23" y="78"/>
                  </a:lnTo>
                  <a:lnTo>
                    <a:pt x="12" y="123"/>
                  </a:lnTo>
                  <a:lnTo>
                    <a:pt x="1" y="156"/>
                  </a:lnTo>
                  <a:lnTo>
                    <a:pt x="12" y="201"/>
                  </a:lnTo>
                  <a:lnTo>
                    <a:pt x="23" y="290"/>
                  </a:lnTo>
                  <a:lnTo>
                    <a:pt x="57" y="368"/>
                  </a:lnTo>
                  <a:lnTo>
                    <a:pt x="302" y="791"/>
                  </a:lnTo>
                  <a:lnTo>
                    <a:pt x="970" y="1938"/>
                  </a:lnTo>
                  <a:lnTo>
                    <a:pt x="1738" y="3240"/>
                  </a:lnTo>
                  <a:lnTo>
                    <a:pt x="1949" y="3007"/>
                  </a:lnTo>
                  <a:lnTo>
                    <a:pt x="1359" y="1993"/>
                  </a:lnTo>
                  <a:lnTo>
                    <a:pt x="613" y="724"/>
                  </a:lnTo>
                  <a:lnTo>
                    <a:pt x="435" y="412"/>
                  </a:lnTo>
                  <a:lnTo>
                    <a:pt x="257" y="112"/>
                  </a:lnTo>
                  <a:lnTo>
                    <a:pt x="246" y="90"/>
                  </a:lnTo>
                  <a:lnTo>
                    <a:pt x="224" y="45"/>
                  </a:lnTo>
                  <a:lnTo>
                    <a:pt x="190" y="23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1387319" y="2138550"/>
              <a:ext cx="45762" cy="76058"/>
            </a:xfrm>
            <a:custGeom>
              <a:rect b="b" l="l" r="r" t="t"/>
              <a:pathLst>
                <a:path extrusionOk="0" fill="none" h="3241" w="1950">
                  <a:moveTo>
                    <a:pt x="123" y="0"/>
                  </a:moveTo>
                  <a:lnTo>
                    <a:pt x="123" y="0"/>
                  </a:lnTo>
                  <a:lnTo>
                    <a:pt x="79" y="12"/>
                  </a:lnTo>
                  <a:lnTo>
                    <a:pt x="45" y="45"/>
                  </a:lnTo>
                  <a:lnTo>
                    <a:pt x="45" y="45"/>
                  </a:lnTo>
                  <a:lnTo>
                    <a:pt x="23" y="78"/>
                  </a:lnTo>
                  <a:lnTo>
                    <a:pt x="12" y="123"/>
                  </a:lnTo>
                  <a:lnTo>
                    <a:pt x="1" y="156"/>
                  </a:lnTo>
                  <a:lnTo>
                    <a:pt x="12" y="201"/>
                  </a:lnTo>
                  <a:lnTo>
                    <a:pt x="23" y="290"/>
                  </a:lnTo>
                  <a:lnTo>
                    <a:pt x="57" y="368"/>
                  </a:lnTo>
                  <a:lnTo>
                    <a:pt x="57" y="368"/>
                  </a:lnTo>
                  <a:lnTo>
                    <a:pt x="302" y="791"/>
                  </a:lnTo>
                  <a:lnTo>
                    <a:pt x="302" y="791"/>
                  </a:lnTo>
                  <a:lnTo>
                    <a:pt x="970" y="1938"/>
                  </a:lnTo>
                  <a:lnTo>
                    <a:pt x="970" y="1938"/>
                  </a:lnTo>
                  <a:lnTo>
                    <a:pt x="1738" y="3240"/>
                  </a:lnTo>
                  <a:lnTo>
                    <a:pt x="1738" y="3240"/>
                  </a:lnTo>
                  <a:lnTo>
                    <a:pt x="1949" y="3007"/>
                  </a:lnTo>
                  <a:lnTo>
                    <a:pt x="1949" y="3007"/>
                  </a:lnTo>
                  <a:lnTo>
                    <a:pt x="1359" y="1993"/>
                  </a:lnTo>
                  <a:lnTo>
                    <a:pt x="1359" y="1993"/>
                  </a:lnTo>
                  <a:lnTo>
                    <a:pt x="613" y="724"/>
                  </a:lnTo>
                  <a:lnTo>
                    <a:pt x="613" y="724"/>
                  </a:lnTo>
                  <a:lnTo>
                    <a:pt x="435" y="412"/>
                  </a:lnTo>
                  <a:lnTo>
                    <a:pt x="257" y="112"/>
                  </a:lnTo>
                  <a:lnTo>
                    <a:pt x="257" y="112"/>
                  </a:lnTo>
                  <a:lnTo>
                    <a:pt x="246" y="90"/>
                  </a:lnTo>
                  <a:lnTo>
                    <a:pt x="246" y="90"/>
                  </a:lnTo>
                  <a:lnTo>
                    <a:pt x="224" y="45"/>
                  </a:lnTo>
                  <a:lnTo>
                    <a:pt x="190" y="23"/>
                  </a:lnTo>
                  <a:lnTo>
                    <a:pt x="157" y="0"/>
                  </a:lnTo>
                  <a:lnTo>
                    <a:pt x="12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1572055" y="2434311"/>
              <a:ext cx="117854" cy="53834"/>
            </a:xfrm>
            <a:custGeom>
              <a:rect b="b" l="l" r="r" t="t"/>
              <a:pathLst>
                <a:path extrusionOk="0" h="2294" w="5022">
                  <a:moveTo>
                    <a:pt x="0" y="0"/>
                  </a:moveTo>
                  <a:lnTo>
                    <a:pt x="0" y="12"/>
                  </a:lnTo>
                  <a:lnTo>
                    <a:pt x="23" y="12"/>
                  </a:lnTo>
                  <a:lnTo>
                    <a:pt x="0" y="0"/>
                  </a:lnTo>
                  <a:close/>
                  <a:moveTo>
                    <a:pt x="702" y="568"/>
                  </a:moveTo>
                  <a:lnTo>
                    <a:pt x="724" y="579"/>
                  </a:lnTo>
                  <a:lnTo>
                    <a:pt x="724" y="579"/>
                  </a:lnTo>
                  <a:lnTo>
                    <a:pt x="724" y="579"/>
                  </a:lnTo>
                  <a:lnTo>
                    <a:pt x="702" y="568"/>
                  </a:lnTo>
                  <a:close/>
                  <a:moveTo>
                    <a:pt x="824" y="357"/>
                  </a:moveTo>
                  <a:lnTo>
                    <a:pt x="824" y="446"/>
                  </a:lnTo>
                  <a:lnTo>
                    <a:pt x="802" y="513"/>
                  </a:lnTo>
                  <a:lnTo>
                    <a:pt x="791" y="535"/>
                  </a:lnTo>
                  <a:lnTo>
                    <a:pt x="768" y="557"/>
                  </a:lnTo>
                  <a:lnTo>
                    <a:pt x="746" y="568"/>
                  </a:lnTo>
                  <a:lnTo>
                    <a:pt x="724" y="579"/>
                  </a:lnTo>
                  <a:lnTo>
                    <a:pt x="724" y="579"/>
                  </a:lnTo>
                  <a:lnTo>
                    <a:pt x="768" y="602"/>
                  </a:lnTo>
                  <a:lnTo>
                    <a:pt x="2305" y="1236"/>
                  </a:lnTo>
                  <a:lnTo>
                    <a:pt x="3841" y="1871"/>
                  </a:lnTo>
                  <a:lnTo>
                    <a:pt x="4888" y="2294"/>
                  </a:lnTo>
                  <a:lnTo>
                    <a:pt x="4943" y="2294"/>
                  </a:lnTo>
                  <a:lnTo>
                    <a:pt x="4966" y="2272"/>
                  </a:lnTo>
                  <a:lnTo>
                    <a:pt x="4988" y="2249"/>
                  </a:lnTo>
                  <a:lnTo>
                    <a:pt x="4999" y="2216"/>
                  </a:lnTo>
                  <a:lnTo>
                    <a:pt x="5021" y="2149"/>
                  </a:lnTo>
                  <a:lnTo>
                    <a:pt x="5021" y="2094"/>
                  </a:lnTo>
                  <a:lnTo>
                    <a:pt x="5010" y="2049"/>
                  </a:lnTo>
                  <a:lnTo>
                    <a:pt x="2806" y="1169"/>
                  </a:lnTo>
                  <a:lnTo>
                    <a:pt x="1748" y="746"/>
                  </a:lnTo>
                  <a:lnTo>
                    <a:pt x="824" y="357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1588506" y="2442666"/>
              <a:ext cx="101403" cy="45480"/>
            </a:xfrm>
            <a:custGeom>
              <a:rect b="b" l="l" r="r" t="t"/>
              <a:pathLst>
                <a:path extrusionOk="0" fill="none" h="1938" w="4321">
                  <a:moveTo>
                    <a:pt x="123" y="1"/>
                  </a:moveTo>
                  <a:lnTo>
                    <a:pt x="123" y="1"/>
                  </a:lnTo>
                  <a:lnTo>
                    <a:pt x="123" y="90"/>
                  </a:lnTo>
                  <a:lnTo>
                    <a:pt x="101" y="157"/>
                  </a:lnTo>
                  <a:lnTo>
                    <a:pt x="90" y="179"/>
                  </a:lnTo>
                  <a:lnTo>
                    <a:pt x="67" y="201"/>
                  </a:lnTo>
                  <a:lnTo>
                    <a:pt x="45" y="212"/>
                  </a:lnTo>
                  <a:lnTo>
                    <a:pt x="23" y="223"/>
                  </a:lnTo>
                  <a:lnTo>
                    <a:pt x="23" y="223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67" y="246"/>
                  </a:lnTo>
                  <a:lnTo>
                    <a:pt x="67" y="246"/>
                  </a:lnTo>
                  <a:lnTo>
                    <a:pt x="1604" y="880"/>
                  </a:lnTo>
                  <a:lnTo>
                    <a:pt x="3140" y="1515"/>
                  </a:lnTo>
                  <a:lnTo>
                    <a:pt x="3140" y="1515"/>
                  </a:lnTo>
                  <a:lnTo>
                    <a:pt x="4187" y="1938"/>
                  </a:lnTo>
                  <a:lnTo>
                    <a:pt x="4187" y="1938"/>
                  </a:lnTo>
                  <a:lnTo>
                    <a:pt x="4220" y="1938"/>
                  </a:lnTo>
                  <a:lnTo>
                    <a:pt x="4220" y="1938"/>
                  </a:lnTo>
                  <a:lnTo>
                    <a:pt x="4242" y="1938"/>
                  </a:lnTo>
                  <a:lnTo>
                    <a:pt x="4265" y="1916"/>
                  </a:lnTo>
                  <a:lnTo>
                    <a:pt x="4287" y="1893"/>
                  </a:lnTo>
                  <a:lnTo>
                    <a:pt x="4298" y="1860"/>
                  </a:lnTo>
                  <a:lnTo>
                    <a:pt x="4320" y="1793"/>
                  </a:lnTo>
                  <a:lnTo>
                    <a:pt x="4320" y="1738"/>
                  </a:lnTo>
                  <a:lnTo>
                    <a:pt x="4320" y="1738"/>
                  </a:lnTo>
                  <a:lnTo>
                    <a:pt x="4309" y="1693"/>
                  </a:lnTo>
                  <a:lnTo>
                    <a:pt x="4309" y="1693"/>
                  </a:lnTo>
                  <a:lnTo>
                    <a:pt x="2105" y="813"/>
                  </a:lnTo>
                  <a:lnTo>
                    <a:pt x="1047" y="390"/>
                  </a:lnTo>
                  <a:lnTo>
                    <a:pt x="1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1572055" y="2434311"/>
              <a:ext cx="540" cy="282"/>
            </a:xfrm>
            <a:custGeom>
              <a:rect b="b" l="l" r="r" t="t"/>
              <a:pathLst>
                <a:path extrusionOk="0" fill="none" h="12" w="23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1739777" y="2249857"/>
              <a:ext cx="4482" cy="6031"/>
            </a:xfrm>
            <a:custGeom>
              <a:rect b="b" l="l" r="r" t="t"/>
              <a:pathLst>
                <a:path extrusionOk="0" h="257" w="191">
                  <a:moveTo>
                    <a:pt x="34" y="0"/>
                  </a:moveTo>
                  <a:lnTo>
                    <a:pt x="1" y="134"/>
                  </a:lnTo>
                  <a:lnTo>
                    <a:pt x="79" y="201"/>
                  </a:lnTo>
                  <a:lnTo>
                    <a:pt x="146" y="234"/>
                  </a:lnTo>
                  <a:lnTo>
                    <a:pt x="190" y="25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1D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1739777" y="2249857"/>
              <a:ext cx="4482" cy="6031"/>
            </a:xfrm>
            <a:custGeom>
              <a:rect b="b" l="l" r="r" t="t"/>
              <a:pathLst>
                <a:path extrusionOk="0" fill="none" h="257" w="191">
                  <a:moveTo>
                    <a:pt x="34" y="0"/>
                  </a:moveTo>
                  <a:lnTo>
                    <a:pt x="34" y="0"/>
                  </a:lnTo>
                  <a:lnTo>
                    <a:pt x="1" y="134"/>
                  </a:lnTo>
                  <a:lnTo>
                    <a:pt x="1" y="134"/>
                  </a:lnTo>
                  <a:lnTo>
                    <a:pt x="79" y="201"/>
                  </a:lnTo>
                  <a:lnTo>
                    <a:pt x="146" y="234"/>
                  </a:lnTo>
                  <a:lnTo>
                    <a:pt x="190" y="256"/>
                  </a:lnTo>
                  <a:lnTo>
                    <a:pt x="190" y="256"/>
                  </a:lnTo>
                  <a:lnTo>
                    <a:pt x="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1740575" y="2193675"/>
              <a:ext cx="13869" cy="62212"/>
            </a:xfrm>
            <a:custGeom>
              <a:rect b="b" l="l" r="r" t="t"/>
              <a:pathLst>
                <a:path extrusionOk="0" h="2651" w="591">
                  <a:moveTo>
                    <a:pt x="590" y="1"/>
                  </a:moveTo>
                  <a:lnTo>
                    <a:pt x="345" y="45"/>
                  </a:lnTo>
                  <a:lnTo>
                    <a:pt x="323" y="568"/>
                  </a:lnTo>
                  <a:lnTo>
                    <a:pt x="301" y="825"/>
                  </a:lnTo>
                  <a:lnTo>
                    <a:pt x="267" y="1069"/>
                  </a:lnTo>
                  <a:lnTo>
                    <a:pt x="234" y="1326"/>
                  </a:lnTo>
                  <a:lnTo>
                    <a:pt x="190" y="1593"/>
                  </a:lnTo>
                  <a:lnTo>
                    <a:pt x="134" y="1882"/>
                  </a:lnTo>
                  <a:lnTo>
                    <a:pt x="56" y="2183"/>
                  </a:lnTo>
                  <a:lnTo>
                    <a:pt x="0" y="2394"/>
                  </a:lnTo>
                  <a:lnTo>
                    <a:pt x="156" y="2650"/>
                  </a:lnTo>
                  <a:lnTo>
                    <a:pt x="167" y="2650"/>
                  </a:lnTo>
                  <a:lnTo>
                    <a:pt x="178" y="2639"/>
                  </a:lnTo>
                  <a:lnTo>
                    <a:pt x="323" y="1982"/>
                  </a:lnTo>
                  <a:lnTo>
                    <a:pt x="390" y="1660"/>
                  </a:lnTo>
                  <a:lnTo>
                    <a:pt x="446" y="1326"/>
                  </a:lnTo>
                  <a:lnTo>
                    <a:pt x="501" y="992"/>
                  </a:lnTo>
                  <a:lnTo>
                    <a:pt x="535" y="669"/>
                  </a:lnTo>
                  <a:lnTo>
                    <a:pt x="568" y="335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1740575" y="2193675"/>
              <a:ext cx="13869" cy="62212"/>
            </a:xfrm>
            <a:custGeom>
              <a:rect b="b" l="l" r="r" t="t"/>
              <a:pathLst>
                <a:path extrusionOk="0" fill="none" h="2651" w="591">
                  <a:moveTo>
                    <a:pt x="590" y="1"/>
                  </a:moveTo>
                  <a:lnTo>
                    <a:pt x="590" y="1"/>
                  </a:lnTo>
                  <a:lnTo>
                    <a:pt x="345" y="45"/>
                  </a:lnTo>
                  <a:lnTo>
                    <a:pt x="345" y="45"/>
                  </a:lnTo>
                  <a:lnTo>
                    <a:pt x="323" y="568"/>
                  </a:lnTo>
                  <a:lnTo>
                    <a:pt x="301" y="825"/>
                  </a:lnTo>
                  <a:lnTo>
                    <a:pt x="267" y="1069"/>
                  </a:lnTo>
                  <a:lnTo>
                    <a:pt x="234" y="1326"/>
                  </a:lnTo>
                  <a:lnTo>
                    <a:pt x="190" y="1593"/>
                  </a:lnTo>
                  <a:lnTo>
                    <a:pt x="134" y="1882"/>
                  </a:lnTo>
                  <a:lnTo>
                    <a:pt x="56" y="2183"/>
                  </a:lnTo>
                  <a:lnTo>
                    <a:pt x="56" y="2183"/>
                  </a:lnTo>
                  <a:lnTo>
                    <a:pt x="0" y="2394"/>
                  </a:lnTo>
                  <a:lnTo>
                    <a:pt x="0" y="2394"/>
                  </a:lnTo>
                  <a:lnTo>
                    <a:pt x="156" y="2650"/>
                  </a:lnTo>
                  <a:lnTo>
                    <a:pt x="156" y="2650"/>
                  </a:lnTo>
                  <a:lnTo>
                    <a:pt x="167" y="2650"/>
                  </a:lnTo>
                  <a:lnTo>
                    <a:pt x="167" y="2650"/>
                  </a:lnTo>
                  <a:lnTo>
                    <a:pt x="178" y="2639"/>
                  </a:lnTo>
                  <a:lnTo>
                    <a:pt x="178" y="2639"/>
                  </a:lnTo>
                  <a:lnTo>
                    <a:pt x="323" y="1982"/>
                  </a:lnTo>
                  <a:lnTo>
                    <a:pt x="390" y="1660"/>
                  </a:lnTo>
                  <a:lnTo>
                    <a:pt x="446" y="1326"/>
                  </a:lnTo>
                  <a:lnTo>
                    <a:pt x="501" y="992"/>
                  </a:lnTo>
                  <a:lnTo>
                    <a:pt x="535" y="669"/>
                  </a:lnTo>
                  <a:lnTo>
                    <a:pt x="568" y="335"/>
                  </a:lnTo>
                  <a:lnTo>
                    <a:pt x="59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1748671" y="2142727"/>
              <a:ext cx="6031" cy="52027"/>
            </a:xfrm>
            <a:custGeom>
              <a:rect b="b" l="l" r="r" t="t"/>
              <a:pathLst>
                <a:path extrusionOk="0" h="2217" w="257">
                  <a:moveTo>
                    <a:pt x="12" y="1"/>
                  </a:moveTo>
                  <a:lnTo>
                    <a:pt x="23" y="468"/>
                  </a:lnTo>
                  <a:lnTo>
                    <a:pt x="23" y="925"/>
                  </a:lnTo>
                  <a:lnTo>
                    <a:pt x="0" y="2216"/>
                  </a:lnTo>
                  <a:lnTo>
                    <a:pt x="245" y="2172"/>
                  </a:lnTo>
                  <a:lnTo>
                    <a:pt x="256" y="1938"/>
                  </a:lnTo>
                  <a:lnTo>
                    <a:pt x="256" y="1715"/>
                  </a:lnTo>
                  <a:lnTo>
                    <a:pt x="245" y="1493"/>
                  </a:lnTo>
                  <a:lnTo>
                    <a:pt x="223" y="1259"/>
                  </a:lnTo>
                  <a:lnTo>
                    <a:pt x="190" y="947"/>
                  </a:lnTo>
                  <a:lnTo>
                    <a:pt x="145" y="624"/>
                  </a:lnTo>
                  <a:lnTo>
                    <a:pt x="78" y="312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1748671" y="2142727"/>
              <a:ext cx="6031" cy="52027"/>
            </a:xfrm>
            <a:custGeom>
              <a:rect b="b" l="l" r="r" t="t"/>
              <a:pathLst>
                <a:path extrusionOk="0" fill="none" h="2217" w="257">
                  <a:moveTo>
                    <a:pt x="12" y="1"/>
                  </a:moveTo>
                  <a:lnTo>
                    <a:pt x="12" y="1"/>
                  </a:lnTo>
                  <a:lnTo>
                    <a:pt x="23" y="468"/>
                  </a:lnTo>
                  <a:lnTo>
                    <a:pt x="23" y="925"/>
                  </a:lnTo>
                  <a:lnTo>
                    <a:pt x="23" y="925"/>
                  </a:lnTo>
                  <a:lnTo>
                    <a:pt x="0" y="2216"/>
                  </a:lnTo>
                  <a:lnTo>
                    <a:pt x="0" y="2216"/>
                  </a:lnTo>
                  <a:lnTo>
                    <a:pt x="245" y="2172"/>
                  </a:lnTo>
                  <a:lnTo>
                    <a:pt x="245" y="2172"/>
                  </a:lnTo>
                  <a:lnTo>
                    <a:pt x="256" y="1938"/>
                  </a:lnTo>
                  <a:lnTo>
                    <a:pt x="256" y="1715"/>
                  </a:lnTo>
                  <a:lnTo>
                    <a:pt x="245" y="1493"/>
                  </a:lnTo>
                  <a:lnTo>
                    <a:pt x="223" y="1259"/>
                  </a:lnTo>
                  <a:lnTo>
                    <a:pt x="223" y="1259"/>
                  </a:lnTo>
                  <a:lnTo>
                    <a:pt x="190" y="947"/>
                  </a:lnTo>
                  <a:lnTo>
                    <a:pt x="145" y="624"/>
                  </a:lnTo>
                  <a:lnTo>
                    <a:pt x="78" y="312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1683361" y="1987795"/>
              <a:ext cx="65850" cy="265206"/>
            </a:xfrm>
            <a:custGeom>
              <a:rect b="b" l="l" r="r" t="t"/>
              <a:pathLst>
                <a:path extrusionOk="0" h="11301" w="2806">
                  <a:moveTo>
                    <a:pt x="11" y="1"/>
                  </a:moveTo>
                  <a:lnTo>
                    <a:pt x="0" y="12"/>
                  </a:lnTo>
                  <a:lnTo>
                    <a:pt x="0" y="23"/>
                  </a:lnTo>
                  <a:lnTo>
                    <a:pt x="11" y="45"/>
                  </a:lnTo>
                  <a:lnTo>
                    <a:pt x="312" y="691"/>
                  </a:lnTo>
                  <a:lnTo>
                    <a:pt x="612" y="1337"/>
                  </a:lnTo>
                  <a:lnTo>
                    <a:pt x="891" y="1982"/>
                  </a:lnTo>
                  <a:lnTo>
                    <a:pt x="1158" y="2639"/>
                  </a:lnTo>
                  <a:lnTo>
                    <a:pt x="1392" y="3218"/>
                  </a:lnTo>
                  <a:lnTo>
                    <a:pt x="1614" y="3808"/>
                  </a:lnTo>
                  <a:lnTo>
                    <a:pt x="1837" y="4387"/>
                  </a:lnTo>
                  <a:lnTo>
                    <a:pt x="2037" y="4988"/>
                  </a:lnTo>
                  <a:lnTo>
                    <a:pt x="2204" y="5545"/>
                  </a:lnTo>
                  <a:lnTo>
                    <a:pt x="2371" y="6113"/>
                  </a:lnTo>
                  <a:lnTo>
                    <a:pt x="2438" y="6391"/>
                  </a:lnTo>
                  <a:lnTo>
                    <a:pt x="2505" y="6681"/>
                  </a:lnTo>
                  <a:lnTo>
                    <a:pt x="2561" y="6970"/>
                  </a:lnTo>
                  <a:lnTo>
                    <a:pt x="2605" y="7259"/>
                  </a:lnTo>
                  <a:lnTo>
                    <a:pt x="2639" y="7493"/>
                  </a:lnTo>
                  <a:lnTo>
                    <a:pt x="2650" y="7738"/>
                  </a:lnTo>
                  <a:lnTo>
                    <a:pt x="2661" y="7983"/>
                  </a:lnTo>
                  <a:lnTo>
                    <a:pt x="2672" y="8228"/>
                  </a:lnTo>
                  <a:lnTo>
                    <a:pt x="2661" y="8462"/>
                  </a:lnTo>
                  <a:lnTo>
                    <a:pt x="2650" y="8707"/>
                  </a:lnTo>
                  <a:lnTo>
                    <a:pt x="2605" y="9197"/>
                  </a:lnTo>
                  <a:lnTo>
                    <a:pt x="2538" y="9675"/>
                  </a:lnTo>
                  <a:lnTo>
                    <a:pt x="2461" y="10154"/>
                  </a:lnTo>
                  <a:lnTo>
                    <a:pt x="2360" y="10633"/>
                  </a:lnTo>
                  <a:lnTo>
                    <a:pt x="2260" y="11101"/>
                  </a:lnTo>
                  <a:lnTo>
                    <a:pt x="2260" y="11134"/>
                  </a:lnTo>
                  <a:lnTo>
                    <a:pt x="2260" y="11156"/>
                  </a:lnTo>
                  <a:lnTo>
                    <a:pt x="2305" y="11212"/>
                  </a:lnTo>
                  <a:lnTo>
                    <a:pt x="2349" y="11268"/>
                  </a:lnTo>
                  <a:lnTo>
                    <a:pt x="2394" y="11301"/>
                  </a:lnTo>
                  <a:lnTo>
                    <a:pt x="2405" y="11301"/>
                  </a:lnTo>
                  <a:lnTo>
                    <a:pt x="2438" y="11167"/>
                  </a:lnTo>
                  <a:lnTo>
                    <a:pt x="2494" y="10956"/>
                  </a:lnTo>
                  <a:lnTo>
                    <a:pt x="2572" y="10655"/>
                  </a:lnTo>
                  <a:lnTo>
                    <a:pt x="2628" y="10366"/>
                  </a:lnTo>
                  <a:lnTo>
                    <a:pt x="2672" y="10099"/>
                  </a:lnTo>
                  <a:lnTo>
                    <a:pt x="2705" y="9842"/>
                  </a:lnTo>
                  <a:lnTo>
                    <a:pt x="2739" y="9598"/>
                  </a:lnTo>
                  <a:lnTo>
                    <a:pt x="2761" y="9341"/>
                  </a:lnTo>
                  <a:lnTo>
                    <a:pt x="2783" y="8818"/>
                  </a:lnTo>
                  <a:lnTo>
                    <a:pt x="2806" y="7527"/>
                  </a:lnTo>
                  <a:lnTo>
                    <a:pt x="2806" y="7070"/>
                  </a:lnTo>
                  <a:lnTo>
                    <a:pt x="2795" y="6603"/>
                  </a:lnTo>
                  <a:lnTo>
                    <a:pt x="2650" y="6079"/>
                  </a:lnTo>
                  <a:lnTo>
                    <a:pt x="2494" y="5556"/>
                  </a:lnTo>
                  <a:lnTo>
                    <a:pt x="2316" y="4999"/>
                  </a:lnTo>
                  <a:lnTo>
                    <a:pt x="2127" y="4454"/>
                  </a:lnTo>
                  <a:lnTo>
                    <a:pt x="1926" y="3908"/>
                  </a:lnTo>
                  <a:lnTo>
                    <a:pt x="1715" y="3363"/>
                  </a:lnTo>
                  <a:lnTo>
                    <a:pt x="1492" y="2817"/>
                  </a:lnTo>
                  <a:lnTo>
                    <a:pt x="1269" y="2272"/>
                  </a:lnTo>
                  <a:lnTo>
                    <a:pt x="802" y="1203"/>
                  </a:lnTo>
                  <a:lnTo>
                    <a:pt x="579" y="735"/>
                  </a:lnTo>
                  <a:lnTo>
                    <a:pt x="356" y="268"/>
                  </a:lnTo>
                  <a:lnTo>
                    <a:pt x="312" y="201"/>
                  </a:lnTo>
                  <a:lnTo>
                    <a:pt x="256" y="134"/>
                  </a:lnTo>
                  <a:lnTo>
                    <a:pt x="189" y="90"/>
                  </a:lnTo>
                  <a:lnTo>
                    <a:pt x="123" y="45"/>
                  </a:lnTo>
                  <a:lnTo>
                    <a:pt x="78" y="12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1683361" y="1987795"/>
              <a:ext cx="65850" cy="265206"/>
            </a:xfrm>
            <a:custGeom>
              <a:rect b="b" l="l" r="r" t="t"/>
              <a:pathLst>
                <a:path extrusionOk="0" fill="none" h="11301" w="2806">
                  <a:moveTo>
                    <a:pt x="22" y="1"/>
                  </a:moveTo>
                  <a:lnTo>
                    <a:pt x="22" y="1"/>
                  </a:lnTo>
                  <a:lnTo>
                    <a:pt x="11" y="1"/>
                  </a:lnTo>
                  <a:lnTo>
                    <a:pt x="0" y="12"/>
                  </a:lnTo>
                  <a:lnTo>
                    <a:pt x="0" y="2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312" y="691"/>
                  </a:lnTo>
                  <a:lnTo>
                    <a:pt x="612" y="1337"/>
                  </a:lnTo>
                  <a:lnTo>
                    <a:pt x="891" y="1982"/>
                  </a:lnTo>
                  <a:lnTo>
                    <a:pt x="1158" y="2639"/>
                  </a:lnTo>
                  <a:lnTo>
                    <a:pt x="1158" y="2639"/>
                  </a:lnTo>
                  <a:lnTo>
                    <a:pt x="1392" y="3218"/>
                  </a:lnTo>
                  <a:lnTo>
                    <a:pt x="1614" y="3808"/>
                  </a:lnTo>
                  <a:lnTo>
                    <a:pt x="1837" y="4387"/>
                  </a:lnTo>
                  <a:lnTo>
                    <a:pt x="2037" y="4988"/>
                  </a:lnTo>
                  <a:lnTo>
                    <a:pt x="2037" y="4988"/>
                  </a:lnTo>
                  <a:lnTo>
                    <a:pt x="2204" y="5545"/>
                  </a:lnTo>
                  <a:lnTo>
                    <a:pt x="2371" y="6113"/>
                  </a:lnTo>
                  <a:lnTo>
                    <a:pt x="2438" y="6391"/>
                  </a:lnTo>
                  <a:lnTo>
                    <a:pt x="2505" y="6681"/>
                  </a:lnTo>
                  <a:lnTo>
                    <a:pt x="2561" y="6970"/>
                  </a:lnTo>
                  <a:lnTo>
                    <a:pt x="2605" y="7259"/>
                  </a:lnTo>
                  <a:lnTo>
                    <a:pt x="2605" y="7259"/>
                  </a:lnTo>
                  <a:lnTo>
                    <a:pt x="2639" y="7493"/>
                  </a:lnTo>
                  <a:lnTo>
                    <a:pt x="2650" y="7738"/>
                  </a:lnTo>
                  <a:lnTo>
                    <a:pt x="2661" y="7983"/>
                  </a:lnTo>
                  <a:lnTo>
                    <a:pt x="2672" y="8228"/>
                  </a:lnTo>
                  <a:lnTo>
                    <a:pt x="2661" y="8462"/>
                  </a:lnTo>
                  <a:lnTo>
                    <a:pt x="2650" y="8707"/>
                  </a:lnTo>
                  <a:lnTo>
                    <a:pt x="2605" y="9197"/>
                  </a:lnTo>
                  <a:lnTo>
                    <a:pt x="2538" y="9675"/>
                  </a:lnTo>
                  <a:lnTo>
                    <a:pt x="2461" y="10154"/>
                  </a:lnTo>
                  <a:lnTo>
                    <a:pt x="2360" y="10633"/>
                  </a:lnTo>
                  <a:lnTo>
                    <a:pt x="2260" y="11101"/>
                  </a:lnTo>
                  <a:lnTo>
                    <a:pt x="2260" y="11101"/>
                  </a:lnTo>
                  <a:lnTo>
                    <a:pt x="2260" y="11134"/>
                  </a:lnTo>
                  <a:lnTo>
                    <a:pt x="2260" y="11156"/>
                  </a:lnTo>
                  <a:lnTo>
                    <a:pt x="2305" y="11212"/>
                  </a:lnTo>
                  <a:lnTo>
                    <a:pt x="2349" y="11268"/>
                  </a:lnTo>
                  <a:lnTo>
                    <a:pt x="2394" y="11301"/>
                  </a:lnTo>
                  <a:lnTo>
                    <a:pt x="2394" y="11301"/>
                  </a:lnTo>
                  <a:lnTo>
                    <a:pt x="2405" y="11301"/>
                  </a:lnTo>
                  <a:lnTo>
                    <a:pt x="2405" y="11301"/>
                  </a:lnTo>
                  <a:lnTo>
                    <a:pt x="2438" y="11167"/>
                  </a:lnTo>
                  <a:lnTo>
                    <a:pt x="2438" y="11167"/>
                  </a:lnTo>
                  <a:lnTo>
                    <a:pt x="2494" y="10956"/>
                  </a:lnTo>
                  <a:lnTo>
                    <a:pt x="2494" y="10956"/>
                  </a:lnTo>
                  <a:lnTo>
                    <a:pt x="2572" y="10655"/>
                  </a:lnTo>
                  <a:lnTo>
                    <a:pt x="2628" y="10366"/>
                  </a:lnTo>
                  <a:lnTo>
                    <a:pt x="2672" y="10099"/>
                  </a:lnTo>
                  <a:lnTo>
                    <a:pt x="2705" y="9842"/>
                  </a:lnTo>
                  <a:lnTo>
                    <a:pt x="2739" y="9598"/>
                  </a:lnTo>
                  <a:lnTo>
                    <a:pt x="2761" y="9341"/>
                  </a:lnTo>
                  <a:lnTo>
                    <a:pt x="2783" y="8818"/>
                  </a:lnTo>
                  <a:lnTo>
                    <a:pt x="2783" y="8818"/>
                  </a:lnTo>
                  <a:lnTo>
                    <a:pt x="2806" y="7527"/>
                  </a:lnTo>
                  <a:lnTo>
                    <a:pt x="2806" y="7527"/>
                  </a:lnTo>
                  <a:lnTo>
                    <a:pt x="2806" y="7070"/>
                  </a:lnTo>
                  <a:lnTo>
                    <a:pt x="2795" y="6603"/>
                  </a:lnTo>
                  <a:lnTo>
                    <a:pt x="2795" y="6603"/>
                  </a:lnTo>
                  <a:lnTo>
                    <a:pt x="2650" y="6079"/>
                  </a:lnTo>
                  <a:lnTo>
                    <a:pt x="2494" y="5556"/>
                  </a:lnTo>
                  <a:lnTo>
                    <a:pt x="2494" y="5556"/>
                  </a:lnTo>
                  <a:lnTo>
                    <a:pt x="2316" y="4999"/>
                  </a:lnTo>
                  <a:lnTo>
                    <a:pt x="2127" y="4454"/>
                  </a:lnTo>
                  <a:lnTo>
                    <a:pt x="1926" y="3908"/>
                  </a:lnTo>
                  <a:lnTo>
                    <a:pt x="1715" y="3363"/>
                  </a:lnTo>
                  <a:lnTo>
                    <a:pt x="1492" y="2817"/>
                  </a:lnTo>
                  <a:lnTo>
                    <a:pt x="1269" y="2272"/>
                  </a:lnTo>
                  <a:lnTo>
                    <a:pt x="802" y="1203"/>
                  </a:lnTo>
                  <a:lnTo>
                    <a:pt x="802" y="1203"/>
                  </a:lnTo>
                  <a:lnTo>
                    <a:pt x="579" y="735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12" y="201"/>
                  </a:lnTo>
                  <a:lnTo>
                    <a:pt x="256" y="134"/>
                  </a:lnTo>
                  <a:lnTo>
                    <a:pt x="189" y="90"/>
                  </a:lnTo>
                  <a:lnTo>
                    <a:pt x="123" y="45"/>
                  </a:lnTo>
                  <a:lnTo>
                    <a:pt x="123" y="45"/>
                  </a:lnTo>
                  <a:lnTo>
                    <a:pt x="78" y="12"/>
                  </a:lnTo>
                  <a:lnTo>
                    <a:pt x="2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1888444" y="2177225"/>
              <a:ext cx="4740" cy="5515"/>
            </a:xfrm>
            <a:custGeom>
              <a:rect b="b" l="l" r="r" t="t"/>
              <a:pathLst>
                <a:path extrusionOk="0" h="235" w="202">
                  <a:moveTo>
                    <a:pt x="68" y="0"/>
                  </a:moveTo>
                  <a:lnTo>
                    <a:pt x="34" y="11"/>
                  </a:lnTo>
                  <a:lnTo>
                    <a:pt x="1" y="34"/>
                  </a:lnTo>
                  <a:lnTo>
                    <a:pt x="112" y="234"/>
                  </a:lnTo>
                  <a:lnTo>
                    <a:pt x="201" y="89"/>
                  </a:lnTo>
                  <a:lnTo>
                    <a:pt x="168" y="56"/>
                  </a:lnTo>
                  <a:lnTo>
                    <a:pt x="146" y="34"/>
                  </a:lnTo>
                  <a:lnTo>
                    <a:pt x="101" y="11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1D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1888444" y="2177225"/>
              <a:ext cx="4740" cy="5515"/>
            </a:xfrm>
            <a:custGeom>
              <a:rect b="b" l="l" r="r" t="t"/>
              <a:pathLst>
                <a:path extrusionOk="0" fill="none" h="235" w="202">
                  <a:moveTo>
                    <a:pt x="68" y="0"/>
                  </a:moveTo>
                  <a:lnTo>
                    <a:pt x="68" y="0"/>
                  </a:lnTo>
                  <a:lnTo>
                    <a:pt x="34" y="11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12" y="234"/>
                  </a:lnTo>
                  <a:lnTo>
                    <a:pt x="112" y="234"/>
                  </a:lnTo>
                  <a:lnTo>
                    <a:pt x="112" y="234"/>
                  </a:lnTo>
                  <a:lnTo>
                    <a:pt x="201" y="89"/>
                  </a:lnTo>
                  <a:lnTo>
                    <a:pt x="201" y="89"/>
                  </a:lnTo>
                  <a:lnTo>
                    <a:pt x="168" y="56"/>
                  </a:lnTo>
                  <a:lnTo>
                    <a:pt x="146" y="34"/>
                  </a:lnTo>
                  <a:lnTo>
                    <a:pt x="101" y="11"/>
                  </a:lnTo>
                  <a:lnTo>
                    <a:pt x="6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1867816" y="2177999"/>
              <a:ext cx="23280" cy="44447"/>
            </a:xfrm>
            <a:custGeom>
              <a:rect b="b" l="l" r="r" t="t"/>
              <a:pathLst>
                <a:path extrusionOk="0" h="1894" w="992">
                  <a:moveTo>
                    <a:pt x="880" y="1"/>
                  </a:moveTo>
                  <a:lnTo>
                    <a:pt x="880" y="23"/>
                  </a:lnTo>
                  <a:lnTo>
                    <a:pt x="624" y="468"/>
                  </a:lnTo>
                  <a:lnTo>
                    <a:pt x="390" y="936"/>
                  </a:lnTo>
                  <a:lnTo>
                    <a:pt x="190" y="1403"/>
                  </a:lnTo>
                  <a:lnTo>
                    <a:pt x="0" y="1893"/>
                  </a:lnTo>
                  <a:lnTo>
                    <a:pt x="0" y="1893"/>
                  </a:lnTo>
                  <a:lnTo>
                    <a:pt x="991" y="201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1867816" y="2177999"/>
              <a:ext cx="23280" cy="44447"/>
            </a:xfrm>
            <a:custGeom>
              <a:rect b="b" l="l" r="r" t="t"/>
              <a:pathLst>
                <a:path extrusionOk="0" fill="none" h="1894" w="992">
                  <a:moveTo>
                    <a:pt x="880" y="1"/>
                  </a:moveTo>
                  <a:lnTo>
                    <a:pt x="880" y="1"/>
                  </a:lnTo>
                  <a:lnTo>
                    <a:pt x="880" y="23"/>
                  </a:lnTo>
                  <a:lnTo>
                    <a:pt x="880" y="23"/>
                  </a:lnTo>
                  <a:lnTo>
                    <a:pt x="624" y="468"/>
                  </a:lnTo>
                  <a:lnTo>
                    <a:pt x="390" y="936"/>
                  </a:lnTo>
                  <a:lnTo>
                    <a:pt x="190" y="1403"/>
                  </a:lnTo>
                  <a:lnTo>
                    <a:pt x="0" y="1893"/>
                  </a:lnTo>
                  <a:lnTo>
                    <a:pt x="0" y="1893"/>
                  </a:lnTo>
                  <a:lnTo>
                    <a:pt x="991" y="201"/>
                  </a:lnTo>
                  <a:lnTo>
                    <a:pt x="991" y="201"/>
                  </a:lnTo>
                  <a:lnTo>
                    <a:pt x="8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1855003" y="2179313"/>
              <a:ext cx="39472" cy="146601"/>
            </a:xfrm>
            <a:custGeom>
              <a:rect b="b" l="l" r="r" t="t"/>
              <a:pathLst>
                <a:path extrusionOk="0" h="6247" w="1682">
                  <a:moveTo>
                    <a:pt x="1626" y="0"/>
                  </a:moveTo>
                  <a:lnTo>
                    <a:pt x="1537" y="145"/>
                  </a:lnTo>
                  <a:lnTo>
                    <a:pt x="546" y="1837"/>
                  </a:lnTo>
                  <a:lnTo>
                    <a:pt x="402" y="2283"/>
                  </a:lnTo>
                  <a:lnTo>
                    <a:pt x="279" y="2739"/>
                  </a:lnTo>
                  <a:lnTo>
                    <a:pt x="179" y="3196"/>
                  </a:lnTo>
                  <a:lnTo>
                    <a:pt x="101" y="3652"/>
                  </a:lnTo>
                  <a:lnTo>
                    <a:pt x="45" y="4120"/>
                  </a:lnTo>
                  <a:lnTo>
                    <a:pt x="12" y="4587"/>
                  </a:lnTo>
                  <a:lnTo>
                    <a:pt x="1" y="5055"/>
                  </a:lnTo>
                  <a:lnTo>
                    <a:pt x="23" y="5522"/>
                  </a:lnTo>
                  <a:lnTo>
                    <a:pt x="45" y="5756"/>
                  </a:lnTo>
                  <a:lnTo>
                    <a:pt x="56" y="5868"/>
                  </a:lnTo>
                  <a:lnTo>
                    <a:pt x="56" y="5979"/>
                  </a:lnTo>
                  <a:lnTo>
                    <a:pt x="68" y="6057"/>
                  </a:lnTo>
                  <a:lnTo>
                    <a:pt x="101" y="6135"/>
                  </a:lnTo>
                  <a:lnTo>
                    <a:pt x="123" y="6168"/>
                  </a:lnTo>
                  <a:lnTo>
                    <a:pt x="145" y="6202"/>
                  </a:lnTo>
                  <a:lnTo>
                    <a:pt x="179" y="6224"/>
                  </a:lnTo>
                  <a:lnTo>
                    <a:pt x="212" y="6246"/>
                  </a:lnTo>
                  <a:lnTo>
                    <a:pt x="235" y="6246"/>
                  </a:lnTo>
                  <a:lnTo>
                    <a:pt x="268" y="6235"/>
                  </a:lnTo>
                  <a:lnTo>
                    <a:pt x="290" y="6224"/>
                  </a:lnTo>
                  <a:lnTo>
                    <a:pt x="312" y="6202"/>
                  </a:lnTo>
                  <a:lnTo>
                    <a:pt x="324" y="6168"/>
                  </a:lnTo>
                  <a:lnTo>
                    <a:pt x="346" y="6101"/>
                  </a:lnTo>
                  <a:lnTo>
                    <a:pt x="346" y="6046"/>
                  </a:lnTo>
                  <a:lnTo>
                    <a:pt x="335" y="5868"/>
                  </a:lnTo>
                  <a:lnTo>
                    <a:pt x="312" y="5689"/>
                  </a:lnTo>
                  <a:lnTo>
                    <a:pt x="301" y="5289"/>
                  </a:lnTo>
                  <a:lnTo>
                    <a:pt x="301" y="4877"/>
                  </a:lnTo>
                  <a:lnTo>
                    <a:pt x="301" y="4854"/>
                  </a:lnTo>
                  <a:lnTo>
                    <a:pt x="301" y="4832"/>
                  </a:lnTo>
                  <a:lnTo>
                    <a:pt x="301" y="4777"/>
                  </a:lnTo>
                  <a:lnTo>
                    <a:pt x="312" y="4643"/>
                  </a:lnTo>
                  <a:lnTo>
                    <a:pt x="335" y="4331"/>
                  </a:lnTo>
                  <a:lnTo>
                    <a:pt x="368" y="4019"/>
                  </a:lnTo>
                  <a:lnTo>
                    <a:pt x="413" y="3708"/>
                  </a:lnTo>
                  <a:lnTo>
                    <a:pt x="479" y="3329"/>
                  </a:lnTo>
                  <a:lnTo>
                    <a:pt x="569" y="2951"/>
                  </a:lnTo>
                  <a:lnTo>
                    <a:pt x="669" y="2583"/>
                  </a:lnTo>
                  <a:lnTo>
                    <a:pt x="780" y="2216"/>
                  </a:lnTo>
                  <a:lnTo>
                    <a:pt x="869" y="1971"/>
                  </a:lnTo>
                  <a:lnTo>
                    <a:pt x="958" y="1726"/>
                  </a:lnTo>
                  <a:lnTo>
                    <a:pt x="1058" y="1481"/>
                  </a:lnTo>
                  <a:lnTo>
                    <a:pt x="1159" y="1247"/>
                  </a:lnTo>
                  <a:lnTo>
                    <a:pt x="1281" y="1013"/>
                  </a:lnTo>
                  <a:lnTo>
                    <a:pt x="1392" y="780"/>
                  </a:lnTo>
                  <a:lnTo>
                    <a:pt x="1648" y="334"/>
                  </a:lnTo>
                  <a:lnTo>
                    <a:pt x="1660" y="290"/>
                  </a:lnTo>
                  <a:lnTo>
                    <a:pt x="1671" y="256"/>
                  </a:lnTo>
                  <a:lnTo>
                    <a:pt x="1682" y="167"/>
                  </a:lnTo>
                  <a:lnTo>
                    <a:pt x="1660" y="78"/>
                  </a:lnTo>
                  <a:lnTo>
                    <a:pt x="1626" y="0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1855003" y="2179313"/>
              <a:ext cx="39472" cy="146601"/>
            </a:xfrm>
            <a:custGeom>
              <a:rect b="b" l="l" r="r" t="t"/>
              <a:pathLst>
                <a:path extrusionOk="0" fill="none" h="6247" w="1682">
                  <a:moveTo>
                    <a:pt x="1626" y="0"/>
                  </a:moveTo>
                  <a:lnTo>
                    <a:pt x="1626" y="0"/>
                  </a:lnTo>
                  <a:lnTo>
                    <a:pt x="1537" y="145"/>
                  </a:lnTo>
                  <a:lnTo>
                    <a:pt x="1537" y="145"/>
                  </a:lnTo>
                  <a:lnTo>
                    <a:pt x="1537" y="145"/>
                  </a:lnTo>
                  <a:lnTo>
                    <a:pt x="546" y="1837"/>
                  </a:lnTo>
                  <a:lnTo>
                    <a:pt x="546" y="1837"/>
                  </a:lnTo>
                  <a:lnTo>
                    <a:pt x="402" y="2283"/>
                  </a:lnTo>
                  <a:lnTo>
                    <a:pt x="279" y="2739"/>
                  </a:lnTo>
                  <a:lnTo>
                    <a:pt x="179" y="3196"/>
                  </a:lnTo>
                  <a:lnTo>
                    <a:pt x="101" y="3652"/>
                  </a:lnTo>
                  <a:lnTo>
                    <a:pt x="45" y="4120"/>
                  </a:lnTo>
                  <a:lnTo>
                    <a:pt x="12" y="4587"/>
                  </a:lnTo>
                  <a:lnTo>
                    <a:pt x="1" y="5055"/>
                  </a:lnTo>
                  <a:lnTo>
                    <a:pt x="23" y="5522"/>
                  </a:lnTo>
                  <a:lnTo>
                    <a:pt x="23" y="5522"/>
                  </a:lnTo>
                  <a:lnTo>
                    <a:pt x="45" y="5756"/>
                  </a:lnTo>
                  <a:lnTo>
                    <a:pt x="56" y="5868"/>
                  </a:lnTo>
                  <a:lnTo>
                    <a:pt x="56" y="5979"/>
                  </a:lnTo>
                  <a:lnTo>
                    <a:pt x="56" y="5979"/>
                  </a:lnTo>
                  <a:lnTo>
                    <a:pt x="68" y="6057"/>
                  </a:lnTo>
                  <a:lnTo>
                    <a:pt x="101" y="6135"/>
                  </a:lnTo>
                  <a:lnTo>
                    <a:pt x="123" y="6168"/>
                  </a:lnTo>
                  <a:lnTo>
                    <a:pt x="145" y="6202"/>
                  </a:lnTo>
                  <a:lnTo>
                    <a:pt x="179" y="6224"/>
                  </a:lnTo>
                  <a:lnTo>
                    <a:pt x="212" y="6246"/>
                  </a:lnTo>
                  <a:lnTo>
                    <a:pt x="212" y="6246"/>
                  </a:lnTo>
                  <a:lnTo>
                    <a:pt x="235" y="6246"/>
                  </a:lnTo>
                  <a:lnTo>
                    <a:pt x="235" y="6246"/>
                  </a:lnTo>
                  <a:lnTo>
                    <a:pt x="268" y="6235"/>
                  </a:lnTo>
                  <a:lnTo>
                    <a:pt x="290" y="6224"/>
                  </a:lnTo>
                  <a:lnTo>
                    <a:pt x="312" y="6202"/>
                  </a:lnTo>
                  <a:lnTo>
                    <a:pt x="324" y="6168"/>
                  </a:lnTo>
                  <a:lnTo>
                    <a:pt x="346" y="6101"/>
                  </a:lnTo>
                  <a:lnTo>
                    <a:pt x="346" y="6046"/>
                  </a:lnTo>
                  <a:lnTo>
                    <a:pt x="346" y="6046"/>
                  </a:lnTo>
                  <a:lnTo>
                    <a:pt x="335" y="5868"/>
                  </a:lnTo>
                  <a:lnTo>
                    <a:pt x="312" y="5689"/>
                  </a:lnTo>
                  <a:lnTo>
                    <a:pt x="312" y="5689"/>
                  </a:lnTo>
                  <a:lnTo>
                    <a:pt x="301" y="5289"/>
                  </a:lnTo>
                  <a:lnTo>
                    <a:pt x="301" y="4877"/>
                  </a:lnTo>
                  <a:lnTo>
                    <a:pt x="301" y="4877"/>
                  </a:lnTo>
                  <a:lnTo>
                    <a:pt x="301" y="4877"/>
                  </a:lnTo>
                  <a:lnTo>
                    <a:pt x="301" y="4877"/>
                  </a:lnTo>
                  <a:lnTo>
                    <a:pt x="301" y="4854"/>
                  </a:lnTo>
                  <a:lnTo>
                    <a:pt x="301" y="4854"/>
                  </a:lnTo>
                  <a:lnTo>
                    <a:pt x="301" y="4832"/>
                  </a:lnTo>
                  <a:lnTo>
                    <a:pt x="301" y="4832"/>
                  </a:lnTo>
                  <a:lnTo>
                    <a:pt x="301" y="4832"/>
                  </a:lnTo>
                  <a:lnTo>
                    <a:pt x="301" y="4832"/>
                  </a:lnTo>
                  <a:lnTo>
                    <a:pt x="301" y="4777"/>
                  </a:lnTo>
                  <a:lnTo>
                    <a:pt x="301" y="4777"/>
                  </a:lnTo>
                  <a:lnTo>
                    <a:pt x="312" y="4643"/>
                  </a:lnTo>
                  <a:lnTo>
                    <a:pt x="312" y="4643"/>
                  </a:lnTo>
                  <a:lnTo>
                    <a:pt x="335" y="4331"/>
                  </a:lnTo>
                  <a:lnTo>
                    <a:pt x="335" y="4331"/>
                  </a:lnTo>
                  <a:lnTo>
                    <a:pt x="368" y="4019"/>
                  </a:lnTo>
                  <a:lnTo>
                    <a:pt x="413" y="3708"/>
                  </a:lnTo>
                  <a:lnTo>
                    <a:pt x="413" y="3708"/>
                  </a:lnTo>
                  <a:lnTo>
                    <a:pt x="479" y="3329"/>
                  </a:lnTo>
                  <a:lnTo>
                    <a:pt x="569" y="2951"/>
                  </a:lnTo>
                  <a:lnTo>
                    <a:pt x="669" y="2583"/>
                  </a:lnTo>
                  <a:lnTo>
                    <a:pt x="780" y="2216"/>
                  </a:lnTo>
                  <a:lnTo>
                    <a:pt x="780" y="2216"/>
                  </a:lnTo>
                  <a:lnTo>
                    <a:pt x="869" y="1971"/>
                  </a:lnTo>
                  <a:lnTo>
                    <a:pt x="958" y="1726"/>
                  </a:lnTo>
                  <a:lnTo>
                    <a:pt x="1058" y="1481"/>
                  </a:lnTo>
                  <a:lnTo>
                    <a:pt x="1159" y="1247"/>
                  </a:lnTo>
                  <a:lnTo>
                    <a:pt x="1281" y="1013"/>
                  </a:lnTo>
                  <a:lnTo>
                    <a:pt x="1392" y="780"/>
                  </a:lnTo>
                  <a:lnTo>
                    <a:pt x="1648" y="334"/>
                  </a:lnTo>
                  <a:lnTo>
                    <a:pt x="1648" y="334"/>
                  </a:lnTo>
                  <a:lnTo>
                    <a:pt x="1660" y="290"/>
                  </a:lnTo>
                  <a:lnTo>
                    <a:pt x="1671" y="256"/>
                  </a:lnTo>
                  <a:lnTo>
                    <a:pt x="1682" y="167"/>
                  </a:lnTo>
                  <a:lnTo>
                    <a:pt x="1660" y="78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1587731" y="2436916"/>
              <a:ext cx="798" cy="282"/>
            </a:xfrm>
            <a:custGeom>
              <a:rect b="b" l="l" r="r" t="t"/>
              <a:pathLst>
                <a:path extrusionOk="0" h="12" w="34">
                  <a:moveTo>
                    <a:pt x="0" y="1"/>
                  </a:moveTo>
                  <a:lnTo>
                    <a:pt x="0" y="1"/>
                  </a:lnTo>
                  <a:lnTo>
                    <a:pt x="34" y="12"/>
                  </a:lnTo>
                  <a:lnTo>
                    <a:pt x="34" y="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1587731" y="2436916"/>
              <a:ext cx="798" cy="282"/>
            </a:xfrm>
            <a:custGeom>
              <a:rect b="b" l="l" r="r" t="t"/>
              <a:pathLst>
                <a:path extrusionOk="0" fill="none" h="12" w="34">
                  <a:moveTo>
                    <a:pt x="0" y="1"/>
                  </a:moveTo>
                  <a:lnTo>
                    <a:pt x="0" y="1"/>
                  </a:lnTo>
                  <a:lnTo>
                    <a:pt x="34" y="12"/>
                  </a:lnTo>
                  <a:lnTo>
                    <a:pt x="34" y="1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1533381" y="2434569"/>
              <a:ext cx="55149" cy="18305"/>
            </a:xfrm>
            <a:custGeom>
              <a:rect b="b" l="l" r="r" t="t"/>
              <a:pathLst>
                <a:path extrusionOk="0" h="780" w="2350">
                  <a:moveTo>
                    <a:pt x="1581" y="1"/>
                  </a:moveTo>
                  <a:lnTo>
                    <a:pt x="1381" y="12"/>
                  </a:lnTo>
                  <a:lnTo>
                    <a:pt x="1192" y="23"/>
                  </a:lnTo>
                  <a:lnTo>
                    <a:pt x="1003" y="56"/>
                  </a:lnTo>
                  <a:lnTo>
                    <a:pt x="813" y="90"/>
                  </a:lnTo>
                  <a:lnTo>
                    <a:pt x="635" y="134"/>
                  </a:lnTo>
                  <a:lnTo>
                    <a:pt x="446" y="190"/>
                  </a:lnTo>
                  <a:lnTo>
                    <a:pt x="268" y="246"/>
                  </a:lnTo>
                  <a:lnTo>
                    <a:pt x="101" y="312"/>
                  </a:lnTo>
                  <a:lnTo>
                    <a:pt x="67" y="335"/>
                  </a:lnTo>
                  <a:lnTo>
                    <a:pt x="45" y="357"/>
                  </a:lnTo>
                  <a:lnTo>
                    <a:pt x="23" y="390"/>
                  </a:lnTo>
                  <a:lnTo>
                    <a:pt x="12" y="424"/>
                  </a:lnTo>
                  <a:lnTo>
                    <a:pt x="1" y="502"/>
                  </a:lnTo>
                  <a:lnTo>
                    <a:pt x="12" y="568"/>
                  </a:lnTo>
                  <a:lnTo>
                    <a:pt x="34" y="624"/>
                  </a:lnTo>
                  <a:lnTo>
                    <a:pt x="67" y="702"/>
                  </a:lnTo>
                  <a:lnTo>
                    <a:pt x="112" y="758"/>
                  </a:lnTo>
                  <a:lnTo>
                    <a:pt x="145" y="780"/>
                  </a:lnTo>
                  <a:lnTo>
                    <a:pt x="201" y="780"/>
                  </a:lnTo>
                  <a:lnTo>
                    <a:pt x="368" y="713"/>
                  </a:lnTo>
                  <a:lnTo>
                    <a:pt x="546" y="646"/>
                  </a:lnTo>
                  <a:lnTo>
                    <a:pt x="724" y="602"/>
                  </a:lnTo>
                  <a:lnTo>
                    <a:pt x="902" y="557"/>
                  </a:lnTo>
                  <a:lnTo>
                    <a:pt x="1080" y="513"/>
                  </a:lnTo>
                  <a:lnTo>
                    <a:pt x="1270" y="490"/>
                  </a:lnTo>
                  <a:lnTo>
                    <a:pt x="1459" y="479"/>
                  </a:lnTo>
                  <a:lnTo>
                    <a:pt x="1637" y="468"/>
                  </a:lnTo>
                  <a:lnTo>
                    <a:pt x="1815" y="479"/>
                  </a:lnTo>
                  <a:lnTo>
                    <a:pt x="1993" y="490"/>
                  </a:lnTo>
                  <a:lnTo>
                    <a:pt x="2172" y="524"/>
                  </a:lnTo>
                  <a:lnTo>
                    <a:pt x="2339" y="557"/>
                  </a:lnTo>
                  <a:lnTo>
                    <a:pt x="2350" y="557"/>
                  </a:lnTo>
                  <a:lnTo>
                    <a:pt x="2183" y="479"/>
                  </a:lnTo>
                  <a:lnTo>
                    <a:pt x="2105" y="424"/>
                  </a:lnTo>
                  <a:lnTo>
                    <a:pt x="2027" y="368"/>
                  </a:lnTo>
                  <a:lnTo>
                    <a:pt x="1826" y="190"/>
                  </a:lnTo>
                  <a:lnTo>
                    <a:pt x="1648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1533381" y="2434569"/>
              <a:ext cx="55149" cy="18305"/>
            </a:xfrm>
            <a:custGeom>
              <a:rect b="b" l="l" r="r" t="t"/>
              <a:pathLst>
                <a:path extrusionOk="0" fill="none" h="780" w="2350">
                  <a:moveTo>
                    <a:pt x="1581" y="1"/>
                  </a:moveTo>
                  <a:lnTo>
                    <a:pt x="1581" y="1"/>
                  </a:lnTo>
                  <a:lnTo>
                    <a:pt x="1381" y="12"/>
                  </a:lnTo>
                  <a:lnTo>
                    <a:pt x="1192" y="23"/>
                  </a:lnTo>
                  <a:lnTo>
                    <a:pt x="1003" y="56"/>
                  </a:lnTo>
                  <a:lnTo>
                    <a:pt x="813" y="90"/>
                  </a:lnTo>
                  <a:lnTo>
                    <a:pt x="635" y="134"/>
                  </a:lnTo>
                  <a:lnTo>
                    <a:pt x="446" y="190"/>
                  </a:lnTo>
                  <a:lnTo>
                    <a:pt x="268" y="246"/>
                  </a:lnTo>
                  <a:lnTo>
                    <a:pt x="101" y="312"/>
                  </a:lnTo>
                  <a:lnTo>
                    <a:pt x="101" y="312"/>
                  </a:lnTo>
                  <a:lnTo>
                    <a:pt x="67" y="335"/>
                  </a:lnTo>
                  <a:lnTo>
                    <a:pt x="45" y="357"/>
                  </a:lnTo>
                  <a:lnTo>
                    <a:pt x="23" y="390"/>
                  </a:lnTo>
                  <a:lnTo>
                    <a:pt x="12" y="424"/>
                  </a:lnTo>
                  <a:lnTo>
                    <a:pt x="1" y="502"/>
                  </a:lnTo>
                  <a:lnTo>
                    <a:pt x="12" y="568"/>
                  </a:lnTo>
                  <a:lnTo>
                    <a:pt x="12" y="568"/>
                  </a:lnTo>
                  <a:lnTo>
                    <a:pt x="34" y="624"/>
                  </a:lnTo>
                  <a:lnTo>
                    <a:pt x="67" y="702"/>
                  </a:lnTo>
                  <a:lnTo>
                    <a:pt x="112" y="758"/>
                  </a:lnTo>
                  <a:lnTo>
                    <a:pt x="145" y="780"/>
                  </a:lnTo>
                  <a:lnTo>
                    <a:pt x="168" y="780"/>
                  </a:lnTo>
                  <a:lnTo>
                    <a:pt x="168" y="780"/>
                  </a:lnTo>
                  <a:lnTo>
                    <a:pt x="201" y="780"/>
                  </a:lnTo>
                  <a:lnTo>
                    <a:pt x="201" y="780"/>
                  </a:lnTo>
                  <a:lnTo>
                    <a:pt x="368" y="713"/>
                  </a:lnTo>
                  <a:lnTo>
                    <a:pt x="546" y="646"/>
                  </a:lnTo>
                  <a:lnTo>
                    <a:pt x="724" y="602"/>
                  </a:lnTo>
                  <a:lnTo>
                    <a:pt x="902" y="557"/>
                  </a:lnTo>
                  <a:lnTo>
                    <a:pt x="1080" y="513"/>
                  </a:lnTo>
                  <a:lnTo>
                    <a:pt x="1270" y="490"/>
                  </a:lnTo>
                  <a:lnTo>
                    <a:pt x="1459" y="479"/>
                  </a:lnTo>
                  <a:lnTo>
                    <a:pt x="1637" y="468"/>
                  </a:lnTo>
                  <a:lnTo>
                    <a:pt x="1637" y="468"/>
                  </a:lnTo>
                  <a:lnTo>
                    <a:pt x="1815" y="479"/>
                  </a:lnTo>
                  <a:lnTo>
                    <a:pt x="1993" y="490"/>
                  </a:lnTo>
                  <a:lnTo>
                    <a:pt x="2172" y="524"/>
                  </a:lnTo>
                  <a:lnTo>
                    <a:pt x="2339" y="557"/>
                  </a:lnTo>
                  <a:lnTo>
                    <a:pt x="2339" y="557"/>
                  </a:lnTo>
                  <a:lnTo>
                    <a:pt x="2350" y="557"/>
                  </a:lnTo>
                  <a:lnTo>
                    <a:pt x="2350" y="557"/>
                  </a:lnTo>
                  <a:lnTo>
                    <a:pt x="2183" y="479"/>
                  </a:lnTo>
                  <a:lnTo>
                    <a:pt x="2105" y="424"/>
                  </a:lnTo>
                  <a:lnTo>
                    <a:pt x="2027" y="368"/>
                  </a:lnTo>
                  <a:lnTo>
                    <a:pt x="2027" y="368"/>
                  </a:lnTo>
                  <a:lnTo>
                    <a:pt x="1826" y="190"/>
                  </a:lnTo>
                  <a:lnTo>
                    <a:pt x="1648" y="1"/>
                  </a:lnTo>
                  <a:lnTo>
                    <a:pt x="1648" y="1"/>
                  </a:lnTo>
                  <a:lnTo>
                    <a:pt x="15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1572571" y="2434569"/>
              <a:ext cx="18844" cy="8120"/>
            </a:xfrm>
            <a:custGeom>
              <a:rect b="b" l="l" r="r" t="t"/>
              <a:pathLst>
                <a:path extrusionOk="0" h="346" w="803">
                  <a:moveTo>
                    <a:pt x="1" y="1"/>
                  </a:moveTo>
                  <a:lnTo>
                    <a:pt x="802" y="346"/>
                  </a:lnTo>
                  <a:lnTo>
                    <a:pt x="780" y="279"/>
                  </a:lnTo>
                  <a:lnTo>
                    <a:pt x="758" y="212"/>
                  </a:lnTo>
                  <a:lnTo>
                    <a:pt x="724" y="145"/>
                  </a:lnTo>
                  <a:lnTo>
                    <a:pt x="680" y="112"/>
                  </a:lnTo>
                  <a:lnTo>
                    <a:pt x="646" y="101"/>
                  </a:lnTo>
                  <a:lnTo>
                    <a:pt x="490" y="56"/>
                  </a:lnTo>
                  <a:lnTo>
                    <a:pt x="323" y="34"/>
                  </a:lnTo>
                  <a:lnTo>
                    <a:pt x="168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AB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1572571" y="2434569"/>
              <a:ext cx="18844" cy="8120"/>
            </a:xfrm>
            <a:custGeom>
              <a:rect b="b" l="l" r="r" t="t"/>
              <a:pathLst>
                <a:path extrusionOk="0" fill="none" h="346" w="803">
                  <a:moveTo>
                    <a:pt x="1" y="1"/>
                  </a:moveTo>
                  <a:lnTo>
                    <a:pt x="1" y="1"/>
                  </a:lnTo>
                  <a:lnTo>
                    <a:pt x="802" y="346"/>
                  </a:lnTo>
                  <a:lnTo>
                    <a:pt x="802" y="346"/>
                  </a:lnTo>
                  <a:lnTo>
                    <a:pt x="780" y="279"/>
                  </a:lnTo>
                  <a:lnTo>
                    <a:pt x="758" y="212"/>
                  </a:lnTo>
                  <a:lnTo>
                    <a:pt x="724" y="145"/>
                  </a:lnTo>
                  <a:lnTo>
                    <a:pt x="680" y="112"/>
                  </a:lnTo>
                  <a:lnTo>
                    <a:pt x="680" y="112"/>
                  </a:lnTo>
                  <a:lnTo>
                    <a:pt x="646" y="101"/>
                  </a:lnTo>
                  <a:lnTo>
                    <a:pt x="646" y="101"/>
                  </a:lnTo>
                  <a:lnTo>
                    <a:pt x="646" y="101"/>
                  </a:lnTo>
                  <a:lnTo>
                    <a:pt x="646" y="101"/>
                  </a:lnTo>
                  <a:lnTo>
                    <a:pt x="490" y="56"/>
                  </a:lnTo>
                  <a:lnTo>
                    <a:pt x="323" y="34"/>
                  </a:lnTo>
                  <a:lnTo>
                    <a:pt x="168" y="1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1572055" y="2434569"/>
              <a:ext cx="19361" cy="13353"/>
            </a:xfrm>
            <a:custGeom>
              <a:rect b="b" l="l" r="r" t="t"/>
              <a:pathLst>
                <a:path extrusionOk="0" h="569" w="825">
                  <a:moveTo>
                    <a:pt x="0" y="1"/>
                  </a:moveTo>
                  <a:lnTo>
                    <a:pt x="178" y="190"/>
                  </a:lnTo>
                  <a:lnTo>
                    <a:pt x="379" y="368"/>
                  </a:lnTo>
                  <a:lnTo>
                    <a:pt x="457" y="424"/>
                  </a:lnTo>
                  <a:lnTo>
                    <a:pt x="535" y="479"/>
                  </a:lnTo>
                  <a:lnTo>
                    <a:pt x="702" y="557"/>
                  </a:lnTo>
                  <a:lnTo>
                    <a:pt x="724" y="568"/>
                  </a:lnTo>
                  <a:lnTo>
                    <a:pt x="746" y="557"/>
                  </a:lnTo>
                  <a:lnTo>
                    <a:pt x="768" y="546"/>
                  </a:lnTo>
                  <a:lnTo>
                    <a:pt x="791" y="524"/>
                  </a:lnTo>
                  <a:lnTo>
                    <a:pt x="802" y="502"/>
                  </a:lnTo>
                  <a:lnTo>
                    <a:pt x="824" y="435"/>
                  </a:lnTo>
                  <a:lnTo>
                    <a:pt x="824" y="346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E9AB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1572055" y="2434569"/>
              <a:ext cx="19361" cy="13353"/>
            </a:xfrm>
            <a:custGeom>
              <a:rect b="b" l="l" r="r" t="t"/>
              <a:pathLst>
                <a:path extrusionOk="0" fill="none" h="569" w="825">
                  <a:moveTo>
                    <a:pt x="0" y="1"/>
                  </a:moveTo>
                  <a:lnTo>
                    <a:pt x="0" y="1"/>
                  </a:lnTo>
                  <a:lnTo>
                    <a:pt x="178" y="190"/>
                  </a:lnTo>
                  <a:lnTo>
                    <a:pt x="379" y="368"/>
                  </a:lnTo>
                  <a:lnTo>
                    <a:pt x="379" y="368"/>
                  </a:lnTo>
                  <a:lnTo>
                    <a:pt x="457" y="424"/>
                  </a:lnTo>
                  <a:lnTo>
                    <a:pt x="535" y="479"/>
                  </a:lnTo>
                  <a:lnTo>
                    <a:pt x="702" y="557"/>
                  </a:lnTo>
                  <a:lnTo>
                    <a:pt x="702" y="557"/>
                  </a:lnTo>
                  <a:lnTo>
                    <a:pt x="724" y="568"/>
                  </a:lnTo>
                  <a:lnTo>
                    <a:pt x="724" y="568"/>
                  </a:lnTo>
                  <a:lnTo>
                    <a:pt x="746" y="557"/>
                  </a:lnTo>
                  <a:lnTo>
                    <a:pt x="768" y="546"/>
                  </a:lnTo>
                  <a:lnTo>
                    <a:pt x="791" y="524"/>
                  </a:lnTo>
                  <a:lnTo>
                    <a:pt x="802" y="502"/>
                  </a:lnTo>
                  <a:lnTo>
                    <a:pt x="824" y="435"/>
                  </a:lnTo>
                  <a:lnTo>
                    <a:pt x="824" y="346"/>
                  </a:lnTo>
                  <a:lnTo>
                    <a:pt x="824" y="346"/>
                  </a:lnTo>
                  <a:lnTo>
                    <a:pt x="23" y="1"/>
                  </a:lnTo>
                  <a:lnTo>
                    <a:pt x="2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1377134" y="1849055"/>
              <a:ext cx="229676" cy="134586"/>
            </a:xfrm>
            <a:custGeom>
              <a:rect b="b" l="l" r="r" t="t"/>
              <a:pathLst>
                <a:path extrusionOk="0" h="5735" w="9787">
                  <a:moveTo>
                    <a:pt x="1" y="1"/>
                  </a:moveTo>
                  <a:lnTo>
                    <a:pt x="90" y="212"/>
                  </a:lnTo>
                  <a:lnTo>
                    <a:pt x="179" y="413"/>
                  </a:lnTo>
                  <a:lnTo>
                    <a:pt x="279" y="624"/>
                  </a:lnTo>
                  <a:lnTo>
                    <a:pt x="390" y="825"/>
                  </a:lnTo>
                  <a:lnTo>
                    <a:pt x="613" y="1225"/>
                  </a:lnTo>
                  <a:lnTo>
                    <a:pt x="858" y="1615"/>
                  </a:lnTo>
                  <a:lnTo>
                    <a:pt x="1103" y="1994"/>
                  </a:lnTo>
                  <a:lnTo>
                    <a:pt x="1381" y="2361"/>
                  </a:lnTo>
                  <a:lnTo>
                    <a:pt x="1660" y="2728"/>
                  </a:lnTo>
                  <a:lnTo>
                    <a:pt x="1971" y="3074"/>
                  </a:lnTo>
                  <a:lnTo>
                    <a:pt x="2283" y="3408"/>
                  </a:lnTo>
                  <a:lnTo>
                    <a:pt x="2617" y="3730"/>
                  </a:lnTo>
                  <a:lnTo>
                    <a:pt x="2973" y="4031"/>
                  </a:lnTo>
                  <a:lnTo>
                    <a:pt x="3330" y="4320"/>
                  </a:lnTo>
                  <a:lnTo>
                    <a:pt x="3708" y="4588"/>
                  </a:lnTo>
                  <a:lnTo>
                    <a:pt x="4098" y="4844"/>
                  </a:lnTo>
                  <a:lnTo>
                    <a:pt x="4499" y="5078"/>
                  </a:lnTo>
                  <a:lnTo>
                    <a:pt x="4710" y="5189"/>
                  </a:lnTo>
                  <a:lnTo>
                    <a:pt x="4922" y="5289"/>
                  </a:lnTo>
                  <a:lnTo>
                    <a:pt x="5133" y="5378"/>
                  </a:lnTo>
                  <a:lnTo>
                    <a:pt x="5356" y="5467"/>
                  </a:lnTo>
                  <a:lnTo>
                    <a:pt x="5579" y="5545"/>
                  </a:lnTo>
                  <a:lnTo>
                    <a:pt x="5812" y="5601"/>
                  </a:lnTo>
                  <a:lnTo>
                    <a:pt x="6035" y="5656"/>
                  </a:lnTo>
                  <a:lnTo>
                    <a:pt x="6269" y="5701"/>
                  </a:lnTo>
                  <a:lnTo>
                    <a:pt x="6503" y="5723"/>
                  </a:lnTo>
                  <a:lnTo>
                    <a:pt x="6736" y="5734"/>
                  </a:lnTo>
                  <a:lnTo>
                    <a:pt x="6770" y="5734"/>
                  </a:lnTo>
                  <a:lnTo>
                    <a:pt x="7015" y="5723"/>
                  </a:lnTo>
                  <a:lnTo>
                    <a:pt x="7260" y="5690"/>
                  </a:lnTo>
                  <a:lnTo>
                    <a:pt x="7505" y="5623"/>
                  </a:lnTo>
                  <a:lnTo>
                    <a:pt x="7616" y="5590"/>
                  </a:lnTo>
                  <a:lnTo>
                    <a:pt x="7738" y="5545"/>
                  </a:lnTo>
                  <a:lnTo>
                    <a:pt x="7850" y="5489"/>
                  </a:lnTo>
                  <a:lnTo>
                    <a:pt x="7961" y="5434"/>
                  </a:lnTo>
                  <a:lnTo>
                    <a:pt x="8162" y="5300"/>
                  </a:lnTo>
                  <a:lnTo>
                    <a:pt x="8362" y="5155"/>
                  </a:lnTo>
                  <a:lnTo>
                    <a:pt x="8540" y="4988"/>
                  </a:lnTo>
                  <a:lnTo>
                    <a:pt x="8696" y="4810"/>
                  </a:lnTo>
                  <a:lnTo>
                    <a:pt x="8852" y="4621"/>
                  </a:lnTo>
                  <a:lnTo>
                    <a:pt x="8985" y="4421"/>
                  </a:lnTo>
                  <a:lnTo>
                    <a:pt x="9097" y="4220"/>
                  </a:lnTo>
                  <a:lnTo>
                    <a:pt x="9208" y="4009"/>
                  </a:lnTo>
                  <a:lnTo>
                    <a:pt x="9308" y="3797"/>
                  </a:lnTo>
                  <a:lnTo>
                    <a:pt x="9386" y="3586"/>
                  </a:lnTo>
                  <a:lnTo>
                    <a:pt x="9464" y="3363"/>
                  </a:lnTo>
                  <a:lnTo>
                    <a:pt x="9531" y="3140"/>
                  </a:lnTo>
                  <a:lnTo>
                    <a:pt x="9598" y="2918"/>
                  </a:lnTo>
                  <a:lnTo>
                    <a:pt x="9642" y="2695"/>
                  </a:lnTo>
                  <a:lnTo>
                    <a:pt x="9687" y="2472"/>
                  </a:lnTo>
                  <a:lnTo>
                    <a:pt x="9731" y="2250"/>
                  </a:lnTo>
                  <a:lnTo>
                    <a:pt x="9754" y="2016"/>
                  </a:lnTo>
                  <a:lnTo>
                    <a:pt x="9776" y="1793"/>
                  </a:lnTo>
                  <a:lnTo>
                    <a:pt x="9787" y="1559"/>
                  </a:lnTo>
                  <a:lnTo>
                    <a:pt x="9742" y="1782"/>
                  </a:lnTo>
                  <a:lnTo>
                    <a:pt x="9687" y="2005"/>
                  </a:lnTo>
                  <a:lnTo>
                    <a:pt x="9564" y="2439"/>
                  </a:lnTo>
                  <a:lnTo>
                    <a:pt x="9420" y="2862"/>
                  </a:lnTo>
                  <a:lnTo>
                    <a:pt x="9342" y="3074"/>
                  </a:lnTo>
                  <a:lnTo>
                    <a:pt x="9253" y="3285"/>
                  </a:lnTo>
                  <a:lnTo>
                    <a:pt x="9164" y="3485"/>
                  </a:lnTo>
                  <a:lnTo>
                    <a:pt x="9063" y="3686"/>
                  </a:lnTo>
                  <a:lnTo>
                    <a:pt x="8952" y="3875"/>
                  </a:lnTo>
                  <a:lnTo>
                    <a:pt x="8841" y="4064"/>
                  </a:lnTo>
                  <a:lnTo>
                    <a:pt x="8707" y="4243"/>
                  </a:lnTo>
                  <a:lnTo>
                    <a:pt x="8573" y="4410"/>
                  </a:lnTo>
                  <a:lnTo>
                    <a:pt x="8429" y="4565"/>
                  </a:lnTo>
                  <a:lnTo>
                    <a:pt x="8284" y="4721"/>
                  </a:lnTo>
                  <a:lnTo>
                    <a:pt x="8117" y="4855"/>
                  </a:lnTo>
                  <a:lnTo>
                    <a:pt x="7950" y="4977"/>
                  </a:lnTo>
                  <a:lnTo>
                    <a:pt x="7772" y="5078"/>
                  </a:lnTo>
                  <a:lnTo>
                    <a:pt x="7583" y="5155"/>
                  </a:lnTo>
                  <a:lnTo>
                    <a:pt x="7393" y="5211"/>
                  </a:lnTo>
                  <a:lnTo>
                    <a:pt x="7204" y="5256"/>
                  </a:lnTo>
                  <a:lnTo>
                    <a:pt x="7015" y="5278"/>
                  </a:lnTo>
                  <a:lnTo>
                    <a:pt x="6826" y="5289"/>
                  </a:lnTo>
                  <a:lnTo>
                    <a:pt x="6770" y="5289"/>
                  </a:lnTo>
                  <a:lnTo>
                    <a:pt x="6558" y="5278"/>
                  </a:lnTo>
                  <a:lnTo>
                    <a:pt x="6347" y="5245"/>
                  </a:lnTo>
                  <a:lnTo>
                    <a:pt x="6135" y="5211"/>
                  </a:lnTo>
                  <a:lnTo>
                    <a:pt x="5935" y="5155"/>
                  </a:lnTo>
                  <a:lnTo>
                    <a:pt x="5723" y="5089"/>
                  </a:lnTo>
                  <a:lnTo>
                    <a:pt x="5523" y="5022"/>
                  </a:lnTo>
                  <a:lnTo>
                    <a:pt x="5322" y="4944"/>
                  </a:lnTo>
                  <a:lnTo>
                    <a:pt x="5122" y="4855"/>
                  </a:lnTo>
                  <a:lnTo>
                    <a:pt x="4922" y="4766"/>
                  </a:lnTo>
                  <a:lnTo>
                    <a:pt x="4721" y="4666"/>
                  </a:lnTo>
                  <a:lnTo>
                    <a:pt x="4343" y="4443"/>
                  </a:lnTo>
                  <a:lnTo>
                    <a:pt x="3964" y="4209"/>
                  </a:lnTo>
                  <a:lnTo>
                    <a:pt x="3597" y="3964"/>
                  </a:lnTo>
                  <a:lnTo>
                    <a:pt x="3241" y="3697"/>
                  </a:lnTo>
                  <a:lnTo>
                    <a:pt x="2895" y="3419"/>
                  </a:lnTo>
                  <a:lnTo>
                    <a:pt x="2561" y="3118"/>
                  </a:lnTo>
                  <a:lnTo>
                    <a:pt x="2239" y="2817"/>
                  </a:lnTo>
                  <a:lnTo>
                    <a:pt x="1916" y="2495"/>
                  </a:lnTo>
                  <a:lnTo>
                    <a:pt x="1615" y="2172"/>
                  </a:lnTo>
                  <a:lnTo>
                    <a:pt x="1326" y="1827"/>
                  </a:lnTo>
                  <a:lnTo>
                    <a:pt x="1047" y="1481"/>
                  </a:lnTo>
                  <a:lnTo>
                    <a:pt x="769" y="1114"/>
                  </a:lnTo>
                  <a:lnTo>
                    <a:pt x="502" y="758"/>
                  </a:lnTo>
                  <a:lnTo>
                    <a:pt x="246" y="379"/>
                  </a:lnTo>
                  <a:lnTo>
                    <a:pt x="123" y="1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B2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1377134" y="1849055"/>
              <a:ext cx="229676" cy="134586"/>
            </a:xfrm>
            <a:custGeom>
              <a:rect b="b" l="l" r="r" t="t"/>
              <a:pathLst>
                <a:path extrusionOk="0" fill="none" h="5735" w="9787">
                  <a:moveTo>
                    <a:pt x="1" y="1"/>
                  </a:moveTo>
                  <a:lnTo>
                    <a:pt x="1" y="1"/>
                  </a:lnTo>
                  <a:lnTo>
                    <a:pt x="90" y="212"/>
                  </a:lnTo>
                  <a:lnTo>
                    <a:pt x="179" y="413"/>
                  </a:lnTo>
                  <a:lnTo>
                    <a:pt x="279" y="624"/>
                  </a:lnTo>
                  <a:lnTo>
                    <a:pt x="390" y="825"/>
                  </a:lnTo>
                  <a:lnTo>
                    <a:pt x="390" y="825"/>
                  </a:lnTo>
                  <a:lnTo>
                    <a:pt x="613" y="1225"/>
                  </a:lnTo>
                  <a:lnTo>
                    <a:pt x="858" y="1615"/>
                  </a:lnTo>
                  <a:lnTo>
                    <a:pt x="858" y="1615"/>
                  </a:lnTo>
                  <a:lnTo>
                    <a:pt x="1103" y="1994"/>
                  </a:lnTo>
                  <a:lnTo>
                    <a:pt x="1381" y="2361"/>
                  </a:lnTo>
                  <a:lnTo>
                    <a:pt x="1660" y="2728"/>
                  </a:lnTo>
                  <a:lnTo>
                    <a:pt x="1971" y="3074"/>
                  </a:lnTo>
                  <a:lnTo>
                    <a:pt x="1971" y="3074"/>
                  </a:lnTo>
                  <a:lnTo>
                    <a:pt x="2283" y="3408"/>
                  </a:lnTo>
                  <a:lnTo>
                    <a:pt x="2617" y="3730"/>
                  </a:lnTo>
                  <a:lnTo>
                    <a:pt x="2973" y="4031"/>
                  </a:lnTo>
                  <a:lnTo>
                    <a:pt x="3330" y="4320"/>
                  </a:lnTo>
                  <a:lnTo>
                    <a:pt x="3330" y="4320"/>
                  </a:lnTo>
                  <a:lnTo>
                    <a:pt x="3708" y="4588"/>
                  </a:lnTo>
                  <a:lnTo>
                    <a:pt x="4098" y="4844"/>
                  </a:lnTo>
                  <a:lnTo>
                    <a:pt x="4499" y="5078"/>
                  </a:lnTo>
                  <a:lnTo>
                    <a:pt x="4710" y="5189"/>
                  </a:lnTo>
                  <a:lnTo>
                    <a:pt x="4922" y="5289"/>
                  </a:lnTo>
                  <a:lnTo>
                    <a:pt x="4922" y="5289"/>
                  </a:lnTo>
                  <a:lnTo>
                    <a:pt x="5133" y="5378"/>
                  </a:lnTo>
                  <a:lnTo>
                    <a:pt x="5356" y="5467"/>
                  </a:lnTo>
                  <a:lnTo>
                    <a:pt x="5579" y="5545"/>
                  </a:lnTo>
                  <a:lnTo>
                    <a:pt x="5812" y="5601"/>
                  </a:lnTo>
                  <a:lnTo>
                    <a:pt x="5812" y="5601"/>
                  </a:lnTo>
                  <a:lnTo>
                    <a:pt x="6035" y="5656"/>
                  </a:lnTo>
                  <a:lnTo>
                    <a:pt x="6269" y="5701"/>
                  </a:lnTo>
                  <a:lnTo>
                    <a:pt x="6503" y="5723"/>
                  </a:lnTo>
                  <a:lnTo>
                    <a:pt x="6736" y="5734"/>
                  </a:lnTo>
                  <a:lnTo>
                    <a:pt x="6736" y="5734"/>
                  </a:lnTo>
                  <a:lnTo>
                    <a:pt x="6770" y="5734"/>
                  </a:lnTo>
                  <a:lnTo>
                    <a:pt x="6770" y="5734"/>
                  </a:lnTo>
                  <a:lnTo>
                    <a:pt x="7015" y="5723"/>
                  </a:lnTo>
                  <a:lnTo>
                    <a:pt x="7260" y="5690"/>
                  </a:lnTo>
                  <a:lnTo>
                    <a:pt x="7505" y="5623"/>
                  </a:lnTo>
                  <a:lnTo>
                    <a:pt x="7616" y="5590"/>
                  </a:lnTo>
                  <a:lnTo>
                    <a:pt x="7738" y="5545"/>
                  </a:lnTo>
                  <a:lnTo>
                    <a:pt x="7738" y="5545"/>
                  </a:lnTo>
                  <a:lnTo>
                    <a:pt x="7850" y="5489"/>
                  </a:lnTo>
                  <a:lnTo>
                    <a:pt x="7961" y="5434"/>
                  </a:lnTo>
                  <a:lnTo>
                    <a:pt x="8162" y="5300"/>
                  </a:lnTo>
                  <a:lnTo>
                    <a:pt x="8362" y="5155"/>
                  </a:lnTo>
                  <a:lnTo>
                    <a:pt x="8540" y="4988"/>
                  </a:lnTo>
                  <a:lnTo>
                    <a:pt x="8540" y="4988"/>
                  </a:lnTo>
                  <a:lnTo>
                    <a:pt x="8696" y="4810"/>
                  </a:lnTo>
                  <a:lnTo>
                    <a:pt x="8852" y="4621"/>
                  </a:lnTo>
                  <a:lnTo>
                    <a:pt x="8985" y="4421"/>
                  </a:lnTo>
                  <a:lnTo>
                    <a:pt x="9097" y="4220"/>
                  </a:lnTo>
                  <a:lnTo>
                    <a:pt x="9097" y="4220"/>
                  </a:lnTo>
                  <a:lnTo>
                    <a:pt x="9208" y="4009"/>
                  </a:lnTo>
                  <a:lnTo>
                    <a:pt x="9308" y="3797"/>
                  </a:lnTo>
                  <a:lnTo>
                    <a:pt x="9386" y="3586"/>
                  </a:lnTo>
                  <a:lnTo>
                    <a:pt x="9464" y="3363"/>
                  </a:lnTo>
                  <a:lnTo>
                    <a:pt x="9464" y="3363"/>
                  </a:lnTo>
                  <a:lnTo>
                    <a:pt x="9531" y="3140"/>
                  </a:lnTo>
                  <a:lnTo>
                    <a:pt x="9598" y="2918"/>
                  </a:lnTo>
                  <a:lnTo>
                    <a:pt x="9642" y="2695"/>
                  </a:lnTo>
                  <a:lnTo>
                    <a:pt x="9687" y="2472"/>
                  </a:lnTo>
                  <a:lnTo>
                    <a:pt x="9687" y="2472"/>
                  </a:lnTo>
                  <a:lnTo>
                    <a:pt x="9731" y="2250"/>
                  </a:lnTo>
                  <a:lnTo>
                    <a:pt x="9754" y="2016"/>
                  </a:lnTo>
                  <a:lnTo>
                    <a:pt x="9754" y="2016"/>
                  </a:lnTo>
                  <a:lnTo>
                    <a:pt x="9776" y="1793"/>
                  </a:lnTo>
                  <a:lnTo>
                    <a:pt x="9787" y="1559"/>
                  </a:lnTo>
                  <a:lnTo>
                    <a:pt x="9787" y="1559"/>
                  </a:lnTo>
                  <a:lnTo>
                    <a:pt x="9742" y="1782"/>
                  </a:lnTo>
                  <a:lnTo>
                    <a:pt x="9687" y="2005"/>
                  </a:lnTo>
                  <a:lnTo>
                    <a:pt x="9687" y="2005"/>
                  </a:lnTo>
                  <a:lnTo>
                    <a:pt x="9564" y="2439"/>
                  </a:lnTo>
                  <a:lnTo>
                    <a:pt x="9564" y="2439"/>
                  </a:lnTo>
                  <a:lnTo>
                    <a:pt x="9420" y="2862"/>
                  </a:lnTo>
                  <a:lnTo>
                    <a:pt x="9420" y="2862"/>
                  </a:lnTo>
                  <a:lnTo>
                    <a:pt x="9342" y="3074"/>
                  </a:lnTo>
                  <a:lnTo>
                    <a:pt x="9253" y="3285"/>
                  </a:lnTo>
                  <a:lnTo>
                    <a:pt x="9253" y="3285"/>
                  </a:lnTo>
                  <a:lnTo>
                    <a:pt x="9164" y="3485"/>
                  </a:lnTo>
                  <a:lnTo>
                    <a:pt x="9063" y="3686"/>
                  </a:lnTo>
                  <a:lnTo>
                    <a:pt x="8952" y="3875"/>
                  </a:lnTo>
                  <a:lnTo>
                    <a:pt x="8841" y="4064"/>
                  </a:lnTo>
                  <a:lnTo>
                    <a:pt x="8841" y="4064"/>
                  </a:lnTo>
                  <a:lnTo>
                    <a:pt x="8707" y="4243"/>
                  </a:lnTo>
                  <a:lnTo>
                    <a:pt x="8573" y="4410"/>
                  </a:lnTo>
                  <a:lnTo>
                    <a:pt x="8429" y="4565"/>
                  </a:lnTo>
                  <a:lnTo>
                    <a:pt x="8284" y="4721"/>
                  </a:lnTo>
                  <a:lnTo>
                    <a:pt x="8284" y="4721"/>
                  </a:lnTo>
                  <a:lnTo>
                    <a:pt x="8117" y="4855"/>
                  </a:lnTo>
                  <a:lnTo>
                    <a:pt x="7950" y="4977"/>
                  </a:lnTo>
                  <a:lnTo>
                    <a:pt x="7950" y="4977"/>
                  </a:lnTo>
                  <a:lnTo>
                    <a:pt x="7772" y="5078"/>
                  </a:lnTo>
                  <a:lnTo>
                    <a:pt x="7772" y="5078"/>
                  </a:lnTo>
                  <a:lnTo>
                    <a:pt x="7583" y="5155"/>
                  </a:lnTo>
                  <a:lnTo>
                    <a:pt x="7583" y="5155"/>
                  </a:lnTo>
                  <a:lnTo>
                    <a:pt x="7393" y="5211"/>
                  </a:lnTo>
                  <a:lnTo>
                    <a:pt x="7204" y="5256"/>
                  </a:lnTo>
                  <a:lnTo>
                    <a:pt x="7015" y="5278"/>
                  </a:lnTo>
                  <a:lnTo>
                    <a:pt x="6826" y="5289"/>
                  </a:lnTo>
                  <a:lnTo>
                    <a:pt x="6826" y="5289"/>
                  </a:lnTo>
                  <a:lnTo>
                    <a:pt x="6770" y="5289"/>
                  </a:lnTo>
                  <a:lnTo>
                    <a:pt x="6770" y="5289"/>
                  </a:lnTo>
                  <a:lnTo>
                    <a:pt x="6558" y="5278"/>
                  </a:lnTo>
                  <a:lnTo>
                    <a:pt x="6347" y="5245"/>
                  </a:lnTo>
                  <a:lnTo>
                    <a:pt x="6135" y="5211"/>
                  </a:lnTo>
                  <a:lnTo>
                    <a:pt x="5935" y="5155"/>
                  </a:lnTo>
                  <a:lnTo>
                    <a:pt x="5935" y="5155"/>
                  </a:lnTo>
                  <a:lnTo>
                    <a:pt x="5723" y="5089"/>
                  </a:lnTo>
                  <a:lnTo>
                    <a:pt x="5523" y="5022"/>
                  </a:lnTo>
                  <a:lnTo>
                    <a:pt x="5322" y="4944"/>
                  </a:lnTo>
                  <a:lnTo>
                    <a:pt x="5122" y="4855"/>
                  </a:lnTo>
                  <a:lnTo>
                    <a:pt x="5122" y="4855"/>
                  </a:lnTo>
                  <a:lnTo>
                    <a:pt x="4922" y="4766"/>
                  </a:lnTo>
                  <a:lnTo>
                    <a:pt x="4721" y="4666"/>
                  </a:lnTo>
                  <a:lnTo>
                    <a:pt x="4343" y="4443"/>
                  </a:lnTo>
                  <a:lnTo>
                    <a:pt x="4343" y="4443"/>
                  </a:lnTo>
                  <a:lnTo>
                    <a:pt x="3964" y="4209"/>
                  </a:lnTo>
                  <a:lnTo>
                    <a:pt x="3597" y="3964"/>
                  </a:lnTo>
                  <a:lnTo>
                    <a:pt x="3597" y="3964"/>
                  </a:lnTo>
                  <a:lnTo>
                    <a:pt x="3241" y="3697"/>
                  </a:lnTo>
                  <a:lnTo>
                    <a:pt x="2895" y="3419"/>
                  </a:lnTo>
                  <a:lnTo>
                    <a:pt x="2561" y="3118"/>
                  </a:lnTo>
                  <a:lnTo>
                    <a:pt x="2239" y="2817"/>
                  </a:lnTo>
                  <a:lnTo>
                    <a:pt x="2239" y="2817"/>
                  </a:lnTo>
                  <a:lnTo>
                    <a:pt x="1916" y="2495"/>
                  </a:lnTo>
                  <a:lnTo>
                    <a:pt x="1615" y="2172"/>
                  </a:lnTo>
                  <a:lnTo>
                    <a:pt x="1326" y="1827"/>
                  </a:lnTo>
                  <a:lnTo>
                    <a:pt x="1047" y="1481"/>
                  </a:lnTo>
                  <a:lnTo>
                    <a:pt x="1047" y="1481"/>
                  </a:lnTo>
                  <a:lnTo>
                    <a:pt x="769" y="1114"/>
                  </a:lnTo>
                  <a:lnTo>
                    <a:pt x="502" y="758"/>
                  </a:lnTo>
                  <a:lnTo>
                    <a:pt x="502" y="758"/>
                  </a:lnTo>
                  <a:lnTo>
                    <a:pt x="246" y="379"/>
                  </a:lnTo>
                  <a:lnTo>
                    <a:pt x="246" y="379"/>
                  </a:lnTo>
                  <a:lnTo>
                    <a:pt x="123" y="1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1482433" y="1597460"/>
              <a:ext cx="61414" cy="32409"/>
            </a:xfrm>
            <a:custGeom>
              <a:rect b="b" l="l" r="r" t="t"/>
              <a:pathLst>
                <a:path extrusionOk="0" h="1381" w="2617">
                  <a:moveTo>
                    <a:pt x="980" y="0"/>
                  </a:moveTo>
                  <a:lnTo>
                    <a:pt x="858" y="11"/>
                  </a:lnTo>
                  <a:lnTo>
                    <a:pt x="735" y="34"/>
                  </a:lnTo>
                  <a:lnTo>
                    <a:pt x="624" y="56"/>
                  </a:lnTo>
                  <a:lnTo>
                    <a:pt x="524" y="89"/>
                  </a:lnTo>
                  <a:lnTo>
                    <a:pt x="424" y="123"/>
                  </a:lnTo>
                  <a:lnTo>
                    <a:pt x="334" y="156"/>
                  </a:lnTo>
                  <a:lnTo>
                    <a:pt x="257" y="201"/>
                  </a:lnTo>
                  <a:lnTo>
                    <a:pt x="190" y="256"/>
                  </a:lnTo>
                  <a:lnTo>
                    <a:pt x="123" y="312"/>
                  </a:lnTo>
                  <a:lnTo>
                    <a:pt x="78" y="368"/>
                  </a:lnTo>
                  <a:lnTo>
                    <a:pt x="34" y="423"/>
                  </a:lnTo>
                  <a:lnTo>
                    <a:pt x="12" y="490"/>
                  </a:lnTo>
                  <a:lnTo>
                    <a:pt x="0" y="557"/>
                  </a:lnTo>
                  <a:lnTo>
                    <a:pt x="0" y="635"/>
                  </a:lnTo>
                  <a:lnTo>
                    <a:pt x="12" y="702"/>
                  </a:lnTo>
                  <a:lnTo>
                    <a:pt x="34" y="769"/>
                  </a:lnTo>
                  <a:lnTo>
                    <a:pt x="67" y="835"/>
                  </a:lnTo>
                  <a:lnTo>
                    <a:pt x="123" y="902"/>
                  </a:lnTo>
                  <a:lnTo>
                    <a:pt x="179" y="958"/>
                  </a:lnTo>
                  <a:lnTo>
                    <a:pt x="257" y="1025"/>
                  </a:lnTo>
                  <a:lnTo>
                    <a:pt x="334" y="1080"/>
                  </a:lnTo>
                  <a:lnTo>
                    <a:pt x="424" y="1125"/>
                  </a:lnTo>
                  <a:lnTo>
                    <a:pt x="513" y="1180"/>
                  </a:lnTo>
                  <a:lnTo>
                    <a:pt x="624" y="1225"/>
                  </a:lnTo>
                  <a:lnTo>
                    <a:pt x="735" y="1258"/>
                  </a:lnTo>
                  <a:lnTo>
                    <a:pt x="847" y="1292"/>
                  </a:lnTo>
                  <a:lnTo>
                    <a:pt x="980" y="1325"/>
                  </a:lnTo>
                  <a:lnTo>
                    <a:pt x="1103" y="1347"/>
                  </a:lnTo>
                  <a:lnTo>
                    <a:pt x="1236" y="1370"/>
                  </a:lnTo>
                  <a:lnTo>
                    <a:pt x="1370" y="1370"/>
                  </a:lnTo>
                  <a:lnTo>
                    <a:pt x="1503" y="1381"/>
                  </a:lnTo>
                  <a:lnTo>
                    <a:pt x="1626" y="1370"/>
                  </a:lnTo>
                  <a:lnTo>
                    <a:pt x="1748" y="1359"/>
                  </a:lnTo>
                  <a:lnTo>
                    <a:pt x="1871" y="1347"/>
                  </a:lnTo>
                  <a:lnTo>
                    <a:pt x="1982" y="1325"/>
                  </a:lnTo>
                  <a:lnTo>
                    <a:pt x="2082" y="1292"/>
                  </a:lnTo>
                  <a:lnTo>
                    <a:pt x="2183" y="1258"/>
                  </a:lnTo>
                  <a:lnTo>
                    <a:pt x="2272" y="1214"/>
                  </a:lnTo>
                  <a:lnTo>
                    <a:pt x="2350" y="1169"/>
                  </a:lnTo>
                  <a:lnTo>
                    <a:pt x="2428" y="1125"/>
                  </a:lnTo>
                  <a:lnTo>
                    <a:pt x="2483" y="1069"/>
                  </a:lnTo>
                  <a:lnTo>
                    <a:pt x="2528" y="1013"/>
                  </a:lnTo>
                  <a:lnTo>
                    <a:pt x="2572" y="947"/>
                  </a:lnTo>
                  <a:lnTo>
                    <a:pt x="2595" y="891"/>
                  </a:lnTo>
                  <a:lnTo>
                    <a:pt x="2617" y="813"/>
                  </a:lnTo>
                  <a:lnTo>
                    <a:pt x="2617" y="746"/>
                  </a:lnTo>
                  <a:lnTo>
                    <a:pt x="2595" y="679"/>
                  </a:lnTo>
                  <a:lnTo>
                    <a:pt x="2572" y="613"/>
                  </a:lnTo>
                  <a:lnTo>
                    <a:pt x="2539" y="546"/>
                  </a:lnTo>
                  <a:lnTo>
                    <a:pt x="2483" y="479"/>
                  </a:lnTo>
                  <a:lnTo>
                    <a:pt x="2428" y="412"/>
                  </a:lnTo>
                  <a:lnTo>
                    <a:pt x="2361" y="357"/>
                  </a:lnTo>
                  <a:lnTo>
                    <a:pt x="2272" y="301"/>
                  </a:lnTo>
                  <a:lnTo>
                    <a:pt x="2183" y="245"/>
                  </a:lnTo>
                  <a:lnTo>
                    <a:pt x="2094" y="201"/>
                  </a:lnTo>
                  <a:lnTo>
                    <a:pt x="1982" y="156"/>
                  </a:lnTo>
                  <a:lnTo>
                    <a:pt x="1871" y="112"/>
                  </a:lnTo>
                  <a:lnTo>
                    <a:pt x="1760" y="78"/>
                  </a:lnTo>
                  <a:lnTo>
                    <a:pt x="1637" y="56"/>
                  </a:lnTo>
                  <a:lnTo>
                    <a:pt x="1503" y="34"/>
                  </a:lnTo>
                  <a:lnTo>
                    <a:pt x="1370" y="11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FF9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1638421" y="1608701"/>
              <a:ext cx="30578" cy="30578"/>
            </a:xfrm>
            <a:custGeom>
              <a:rect b="b" l="l" r="r" t="t"/>
              <a:pathLst>
                <a:path extrusionOk="0" h="1303" w="1303">
                  <a:moveTo>
                    <a:pt x="1047" y="0"/>
                  </a:moveTo>
                  <a:lnTo>
                    <a:pt x="813" y="22"/>
                  </a:lnTo>
                  <a:lnTo>
                    <a:pt x="590" y="67"/>
                  </a:lnTo>
                  <a:lnTo>
                    <a:pt x="501" y="100"/>
                  </a:lnTo>
                  <a:lnTo>
                    <a:pt x="401" y="134"/>
                  </a:lnTo>
                  <a:lnTo>
                    <a:pt x="323" y="167"/>
                  </a:lnTo>
                  <a:lnTo>
                    <a:pt x="245" y="212"/>
                  </a:lnTo>
                  <a:lnTo>
                    <a:pt x="178" y="267"/>
                  </a:lnTo>
                  <a:lnTo>
                    <a:pt x="123" y="312"/>
                  </a:lnTo>
                  <a:lnTo>
                    <a:pt x="78" y="367"/>
                  </a:lnTo>
                  <a:lnTo>
                    <a:pt x="34" y="434"/>
                  </a:lnTo>
                  <a:lnTo>
                    <a:pt x="11" y="490"/>
                  </a:lnTo>
                  <a:lnTo>
                    <a:pt x="0" y="557"/>
                  </a:lnTo>
                  <a:lnTo>
                    <a:pt x="0" y="624"/>
                  </a:lnTo>
                  <a:lnTo>
                    <a:pt x="11" y="679"/>
                  </a:lnTo>
                  <a:lnTo>
                    <a:pt x="22" y="735"/>
                  </a:lnTo>
                  <a:lnTo>
                    <a:pt x="45" y="791"/>
                  </a:lnTo>
                  <a:lnTo>
                    <a:pt x="89" y="846"/>
                  </a:lnTo>
                  <a:lnTo>
                    <a:pt x="123" y="902"/>
                  </a:lnTo>
                  <a:lnTo>
                    <a:pt x="234" y="1002"/>
                  </a:lnTo>
                  <a:lnTo>
                    <a:pt x="368" y="1091"/>
                  </a:lnTo>
                  <a:lnTo>
                    <a:pt x="523" y="1180"/>
                  </a:lnTo>
                  <a:lnTo>
                    <a:pt x="713" y="1247"/>
                  </a:lnTo>
                  <a:lnTo>
                    <a:pt x="902" y="1303"/>
                  </a:lnTo>
                  <a:lnTo>
                    <a:pt x="1013" y="991"/>
                  </a:lnTo>
                  <a:lnTo>
                    <a:pt x="1125" y="657"/>
                  </a:lnTo>
                  <a:lnTo>
                    <a:pt x="1214" y="334"/>
                  </a:lnTo>
                  <a:lnTo>
                    <a:pt x="1303" y="11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FF9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1426510" y="1410119"/>
              <a:ext cx="114991" cy="138247"/>
            </a:xfrm>
            <a:custGeom>
              <a:rect b="b" l="l" r="r" t="t"/>
              <a:pathLst>
                <a:path extrusionOk="0" h="5891" w="4900">
                  <a:moveTo>
                    <a:pt x="4722" y="1"/>
                  </a:moveTo>
                  <a:lnTo>
                    <a:pt x="4688" y="12"/>
                  </a:lnTo>
                  <a:lnTo>
                    <a:pt x="4666" y="23"/>
                  </a:lnTo>
                  <a:lnTo>
                    <a:pt x="4632" y="79"/>
                  </a:lnTo>
                  <a:lnTo>
                    <a:pt x="4610" y="145"/>
                  </a:lnTo>
                  <a:lnTo>
                    <a:pt x="4588" y="312"/>
                  </a:lnTo>
                  <a:lnTo>
                    <a:pt x="4555" y="491"/>
                  </a:lnTo>
                  <a:lnTo>
                    <a:pt x="4521" y="658"/>
                  </a:lnTo>
                  <a:lnTo>
                    <a:pt x="4477" y="836"/>
                  </a:lnTo>
                  <a:lnTo>
                    <a:pt x="4421" y="1003"/>
                  </a:lnTo>
                  <a:lnTo>
                    <a:pt x="4354" y="1159"/>
                  </a:lnTo>
                  <a:lnTo>
                    <a:pt x="4287" y="1326"/>
                  </a:lnTo>
                  <a:lnTo>
                    <a:pt x="4198" y="1481"/>
                  </a:lnTo>
                  <a:lnTo>
                    <a:pt x="4098" y="1637"/>
                  </a:lnTo>
                  <a:lnTo>
                    <a:pt x="3998" y="1782"/>
                  </a:lnTo>
                  <a:lnTo>
                    <a:pt x="3875" y="1916"/>
                  </a:lnTo>
                  <a:lnTo>
                    <a:pt x="3753" y="2049"/>
                  </a:lnTo>
                  <a:lnTo>
                    <a:pt x="3619" y="2161"/>
                  </a:lnTo>
                  <a:lnTo>
                    <a:pt x="3475" y="2272"/>
                  </a:lnTo>
                  <a:lnTo>
                    <a:pt x="3319" y="2372"/>
                  </a:lnTo>
                  <a:lnTo>
                    <a:pt x="3163" y="2461"/>
                  </a:lnTo>
                  <a:lnTo>
                    <a:pt x="2985" y="2550"/>
                  </a:lnTo>
                  <a:lnTo>
                    <a:pt x="2807" y="2628"/>
                  </a:lnTo>
                  <a:lnTo>
                    <a:pt x="2450" y="2773"/>
                  </a:lnTo>
                  <a:lnTo>
                    <a:pt x="2094" y="2929"/>
                  </a:lnTo>
                  <a:lnTo>
                    <a:pt x="1916" y="3018"/>
                  </a:lnTo>
                  <a:lnTo>
                    <a:pt x="1749" y="3118"/>
                  </a:lnTo>
                  <a:lnTo>
                    <a:pt x="1604" y="3207"/>
                  </a:lnTo>
                  <a:lnTo>
                    <a:pt x="1459" y="3318"/>
                  </a:lnTo>
                  <a:lnTo>
                    <a:pt x="1315" y="3430"/>
                  </a:lnTo>
                  <a:lnTo>
                    <a:pt x="1181" y="3541"/>
                  </a:lnTo>
                  <a:lnTo>
                    <a:pt x="1047" y="3675"/>
                  </a:lnTo>
                  <a:lnTo>
                    <a:pt x="925" y="3797"/>
                  </a:lnTo>
                  <a:lnTo>
                    <a:pt x="814" y="3931"/>
                  </a:lnTo>
                  <a:lnTo>
                    <a:pt x="702" y="4075"/>
                  </a:lnTo>
                  <a:lnTo>
                    <a:pt x="580" y="4242"/>
                  </a:lnTo>
                  <a:lnTo>
                    <a:pt x="480" y="4409"/>
                  </a:lnTo>
                  <a:lnTo>
                    <a:pt x="379" y="4576"/>
                  </a:lnTo>
                  <a:lnTo>
                    <a:pt x="279" y="4755"/>
                  </a:lnTo>
                  <a:lnTo>
                    <a:pt x="201" y="4944"/>
                  </a:lnTo>
                  <a:lnTo>
                    <a:pt x="135" y="5133"/>
                  </a:lnTo>
                  <a:lnTo>
                    <a:pt x="68" y="5322"/>
                  </a:lnTo>
                  <a:lnTo>
                    <a:pt x="12" y="5512"/>
                  </a:lnTo>
                  <a:lnTo>
                    <a:pt x="1" y="5601"/>
                  </a:lnTo>
                  <a:lnTo>
                    <a:pt x="12" y="5690"/>
                  </a:lnTo>
                  <a:lnTo>
                    <a:pt x="34" y="5768"/>
                  </a:lnTo>
                  <a:lnTo>
                    <a:pt x="57" y="5812"/>
                  </a:lnTo>
                  <a:lnTo>
                    <a:pt x="90" y="5846"/>
                  </a:lnTo>
                  <a:lnTo>
                    <a:pt x="112" y="5868"/>
                  </a:lnTo>
                  <a:lnTo>
                    <a:pt x="146" y="5879"/>
                  </a:lnTo>
                  <a:lnTo>
                    <a:pt x="168" y="5890"/>
                  </a:lnTo>
                  <a:lnTo>
                    <a:pt x="201" y="5879"/>
                  </a:lnTo>
                  <a:lnTo>
                    <a:pt x="224" y="5879"/>
                  </a:lnTo>
                  <a:lnTo>
                    <a:pt x="246" y="5857"/>
                  </a:lnTo>
                  <a:lnTo>
                    <a:pt x="268" y="5835"/>
                  </a:lnTo>
                  <a:lnTo>
                    <a:pt x="279" y="5801"/>
                  </a:lnTo>
                  <a:lnTo>
                    <a:pt x="324" y="5623"/>
                  </a:lnTo>
                  <a:lnTo>
                    <a:pt x="379" y="5456"/>
                  </a:lnTo>
                  <a:lnTo>
                    <a:pt x="446" y="5289"/>
                  </a:lnTo>
                  <a:lnTo>
                    <a:pt x="513" y="5133"/>
                  </a:lnTo>
                  <a:lnTo>
                    <a:pt x="591" y="4977"/>
                  </a:lnTo>
                  <a:lnTo>
                    <a:pt x="680" y="4821"/>
                  </a:lnTo>
                  <a:lnTo>
                    <a:pt x="769" y="4666"/>
                  </a:lnTo>
                  <a:lnTo>
                    <a:pt x="869" y="4521"/>
                  </a:lnTo>
                  <a:lnTo>
                    <a:pt x="970" y="4387"/>
                  </a:lnTo>
                  <a:lnTo>
                    <a:pt x="1092" y="4242"/>
                  </a:lnTo>
                  <a:lnTo>
                    <a:pt x="1203" y="4120"/>
                  </a:lnTo>
                  <a:lnTo>
                    <a:pt x="1337" y="3998"/>
                  </a:lnTo>
                  <a:lnTo>
                    <a:pt x="1459" y="3875"/>
                  </a:lnTo>
                  <a:lnTo>
                    <a:pt x="1604" y="3764"/>
                  </a:lnTo>
                  <a:lnTo>
                    <a:pt x="1749" y="3664"/>
                  </a:lnTo>
                  <a:lnTo>
                    <a:pt x="1894" y="3563"/>
                  </a:lnTo>
                  <a:lnTo>
                    <a:pt x="2061" y="3463"/>
                  </a:lnTo>
                  <a:lnTo>
                    <a:pt x="2239" y="3374"/>
                  </a:lnTo>
                  <a:lnTo>
                    <a:pt x="2606" y="3207"/>
                  </a:lnTo>
                  <a:lnTo>
                    <a:pt x="2974" y="3051"/>
                  </a:lnTo>
                  <a:lnTo>
                    <a:pt x="3152" y="2973"/>
                  </a:lnTo>
                  <a:lnTo>
                    <a:pt x="3330" y="2895"/>
                  </a:lnTo>
                  <a:lnTo>
                    <a:pt x="3486" y="2795"/>
                  </a:lnTo>
                  <a:lnTo>
                    <a:pt x="3642" y="2706"/>
                  </a:lnTo>
                  <a:lnTo>
                    <a:pt x="3786" y="2595"/>
                  </a:lnTo>
                  <a:lnTo>
                    <a:pt x="3931" y="2472"/>
                  </a:lnTo>
                  <a:lnTo>
                    <a:pt x="4053" y="2339"/>
                  </a:lnTo>
                  <a:lnTo>
                    <a:pt x="4176" y="2205"/>
                  </a:lnTo>
                  <a:lnTo>
                    <a:pt x="4287" y="2060"/>
                  </a:lnTo>
                  <a:lnTo>
                    <a:pt x="4388" y="1904"/>
                  </a:lnTo>
                  <a:lnTo>
                    <a:pt x="4488" y="1726"/>
                  </a:lnTo>
                  <a:lnTo>
                    <a:pt x="4577" y="1537"/>
                  </a:lnTo>
                  <a:lnTo>
                    <a:pt x="4666" y="1337"/>
                  </a:lnTo>
                  <a:lnTo>
                    <a:pt x="4733" y="1136"/>
                  </a:lnTo>
                  <a:lnTo>
                    <a:pt x="4788" y="936"/>
                  </a:lnTo>
                  <a:lnTo>
                    <a:pt x="4833" y="735"/>
                  </a:lnTo>
                  <a:lnTo>
                    <a:pt x="4866" y="535"/>
                  </a:lnTo>
                  <a:lnTo>
                    <a:pt x="4900" y="324"/>
                  </a:lnTo>
                  <a:lnTo>
                    <a:pt x="4900" y="246"/>
                  </a:lnTo>
                  <a:lnTo>
                    <a:pt x="4877" y="157"/>
                  </a:lnTo>
                  <a:lnTo>
                    <a:pt x="4844" y="79"/>
                  </a:lnTo>
                  <a:lnTo>
                    <a:pt x="4811" y="45"/>
                  </a:lnTo>
                  <a:lnTo>
                    <a:pt x="4788" y="23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5E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1623777" y="1578381"/>
              <a:ext cx="72914" cy="158617"/>
            </a:xfrm>
            <a:custGeom>
              <a:rect b="b" l="l" r="r" t="t"/>
              <a:pathLst>
                <a:path extrusionOk="0" h="6759" w="3107">
                  <a:moveTo>
                    <a:pt x="2906" y="1"/>
                  </a:moveTo>
                  <a:lnTo>
                    <a:pt x="2873" y="12"/>
                  </a:lnTo>
                  <a:lnTo>
                    <a:pt x="2851" y="34"/>
                  </a:lnTo>
                  <a:lnTo>
                    <a:pt x="2829" y="67"/>
                  </a:lnTo>
                  <a:lnTo>
                    <a:pt x="2806" y="134"/>
                  </a:lnTo>
                  <a:lnTo>
                    <a:pt x="2806" y="201"/>
                  </a:lnTo>
                  <a:lnTo>
                    <a:pt x="2817" y="580"/>
                  </a:lnTo>
                  <a:lnTo>
                    <a:pt x="2817" y="947"/>
                  </a:lnTo>
                  <a:lnTo>
                    <a:pt x="2795" y="1325"/>
                  </a:lnTo>
                  <a:lnTo>
                    <a:pt x="2773" y="1504"/>
                  </a:lnTo>
                  <a:lnTo>
                    <a:pt x="2739" y="1693"/>
                  </a:lnTo>
                  <a:lnTo>
                    <a:pt x="2673" y="2016"/>
                  </a:lnTo>
                  <a:lnTo>
                    <a:pt x="2595" y="2327"/>
                  </a:lnTo>
                  <a:lnTo>
                    <a:pt x="2483" y="2628"/>
                  </a:lnTo>
                  <a:lnTo>
                    <a:pt x="2372" y="2929"/>
                  </a:lnTo>
                  <a:lnTo>
                    <a:pt x="2227" y="3229"/>
                  </a:lnTo>
                  <a:lnTo>
                    <a:pt x="2083" y="3519"/>
                  </a:lnTo>
                  <a:lnTo>
                    <a:pt x="1927" y="3808"/>
                  </a:lnTo>
                  <a:lnTo>
                    <a:pt x="1749" y="4098"/>
                  </a:lnTo>
                  <a:lnTo>
                    <a:pt x="1570" y="4376"/>
                  </a:lnTo>
                  <a:lnTo>
                    <a:pt x="1381" y="4643"/>
                  </a:lnTo>
                  <a:lnTo>
                    <a:pt x="1192" y="4910"/>
                  </a:lnTo>
                  <a:lnTo>
                    <a:pt x="992" y="5166"/>
                  </a:lnTo>
                  <a:lnTo>
                    <a:pt x="524" y="5768"/>
                  </a:lnTo>
                  <a:lnTo>
                    <a:pt x="34" y="6347"/>
                  </a:lnTo>
                  <a:lnTo>
                    <a:pt x="23" y="6369"/>
                  </a:lnTo>
                  <a:lnTo>
                    <a:pt x="12" y="6402"/>
                  </a:lnTo>
                  <a:lnTo>
                    <a:pt x="1" y="6480"/>
                  </a:lnTo>
                  <a:lnTo>
                    <a:pt x="23" y="6569"/>
                  </a:lnTo>
                  <a:lnTo>
                    <a:pt x="45" y="6647"/>
                  </a:lnTo>
                  <a:lnTo>
                    <a:pt x="90" y="6714"/>
                  </a:lnTo>
                  <a:lnTo>
                    <a:pt x="123" y="6736"/>
                  </a:lnTo>
                  <a:lnTo>
                    <a:pt x="145" y="6759"/>
                  </a:lnTo>
                  <a:lnTo>
                    <a:pt x="201" y="6759"/>
                  </a:lnTo>
                  <a:lnTo>
                    <a:pt x="234" y="6747"/>
                  </a:lnTo>
                  <a:lnTo>
                    <a:pt x="268" y="6714"/>
                  </a:lnTo>
                  <a:lnTo>
                    <a:pt x="702" y="6191"/>
                  </a:lnTo>
                  <a:lnTo>
                    <a:pt x="1125" y="5656"/>
                  </a:lnTo>
                  <a:lnTo>
                    <a:pt x="1337" y="5378"/>
                  </a:lnTo>
                  <a:lnTo>
                    <a:pt x="1548" y="5100"/>
                  </a:lnTo>
                  <a:lnTo>
                    <a:pt x="1737" y="4821"/>
                  </a:lnTo>
                  <a:lnTo>
                    <a:pt x="1927" y="4532"/>
                  </a:lnTo>
                  <a:lnTo>
                    <a:pt x="2116" y="4242"/>
                  </a:lnTo>
                  <a:lnTo>
                    <a:pt x="2283" y="3942"/>
                  </a:lnTo>
                  <a:lnTo>
                    <a:pt x="2439" y="3641"/>
                  </a:lnTo>
                  <a:lnTo>
                    <a:pt x="2584" y="3329"/>
                  </a:lnTo>
                  <a:lnTo>
                    <a:pt x="2706" y="3007"/>
                  </a:lnTo>
                  <a:lnTo>
                    <a:pt x="2829" y="2684"/>
                  </a:lnTo>
                  <a:lnTo>
                    <a:pt x="2918" y="2361"/>
                  </a:lnTo>
                  <a:lnTo>
                    <a:pt x="2996" y="2016"/>
                  </a:lnTo>
                  <a:lnTo>
                    <a:pt x="3040" y="1804"/>
                  </a:lnTo>
                  <a:lnTo>
                    <a:pt x="3062" y="1582"/>
                  </a:lnTo>
                  <a:lnTo>
                    <a:pt x="3085" y="1370"/>
                  </a:lnTo>
                  <a:lnTo>
                    <a:pt x="3096" y="1147"/>
                  </a:lnTo>
                  <a:lnTo>
                    <a:pt x="3107" y="702"/>
                  </a:lnTo>
                  <a:lnTo>
                    <a:pt x="3096" y="268"/>
                  </a:lnTo>
                  <a:lnTo>
                    <a:pt x="3085" y="190"/>
                  </a:lnTo>
                  <a:lnTo>
                    <a:pt x="3051" y="112"/>
                  </a:lnTo>
                  <a:lnTo>
                    <a:pt x="3029" y="67"/>
                  </a:lnTo>
                  <a:lnTo>
                    <a:pt x="3007" y="34"/>
                  </a:lnTo>
                  <a:lnTo>
                    <a:pt x="2973" y="12"/>
                  </a:lnTo>
                  <a:lnTo>
                    <a:pt x="2940" y="1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1677612" y="1683938"/>
              <a:ext cx="33723" cy="58810"/>
            </a:xfrm>
            <a:custGeom>
              <a:rect b="b" l="l" r="r" t="t"/>
              <a:pathLst>
                <a:path extrusionOk="0" h="2506" w="1437">
                  <a:moveTo>
                    <a:pt x="1247" y="0"/>
                  </a:moveTo>
                  <a:lnTo>
                    <a:pt x="1225" y="12"/>
                  </a:lnTo>
                  <a:lnTo>
                    <a:pt x="1203" y="23"/>
                  </a:lnTo>
                  <a:lnTo>
                    <a:pt x="1180" y="56"/>
                  </a:lnTo>
                  <a:lnTo>
                    <a:pt x="1169" y="90"/>
                  </a:lnTo>
                  <a:lnTo>
                    <a:pt x="1091" y="357"/>
                  </a:lnTo>
                  <a:lnTo>
                    <a:pt x="991" y="635"/>
                  </a:lnTo>
                  <a:lnTo>
                    <a:pt x="880" y="891"/>
                  </a:lnTo>
                  <a:lnTo>
                    <a:pt x="746" y="1147"/>
                  </a:lnTo>
                  <a:lnTo>
                    <a:pt x="601" y="1392"/>
                  </a:lnTo>
                  <a:lnTo>
                    <a:pt x="434" y="1626"/>
                  </a:lnTo>
                  <a:lnTo>
                    <a:pt x="256" y="1849"/>
                  </a:lnTo>
                  <a:lnTo>
                    <a:pt x="56" y="2060"/>
                  </a:lnTo>
                  <a:lnTo>
                    <a:pt x="34" y="2094"/>
                  </a:lnTo>
                  <a:lnTo>
                    <a:pt x="11" y="2127"/>
                  </a:lnTo>
                  <a:lnTo>
                    <a:pt x="0" y="2205"/>
                  </a:lnTo>
                  <a:lnTo>
                    <a:pt x="0" y="2283"/>
                  </a:lnTo>
                  <a:lnTo>
                    <a:pt x="22" y="2361"/>
                  </a:lnTo>
                  <a:lnTo>
                    <a:pt x="56" y="2416"/>
                  </a:lnTo>
                  <a:lnTo>
                    <a:pt x="100" y="2472"/>
                  </a:lnTo>
                  <a:lnTo>
                    <a:pt x="134" y="2494"/>
                  </a:lnTo>
                  <a:lnTo>
                    <a:pt x="167" y="2505"/>
                  </a:lnTo>
                  <a:lnTo>
                    <a:pt x="201" y="2505"/>
                  </a:lnTo>
                  <a:lnTo>
                    <a:pt x="223" y="2483"/>
                  </a:lnTo>
                  <a:lnTo>
                    <a:pt x="434" y="2261"/>
                  </a:lnTo>
                  <a:lnTo>
                    <a:pt x="635" y="2027"/>
                  </a:lnTo>
                  <a:lnTo>
                    <a:pt x="813" y="1771"/>
                  </a:lnTo>
                  <a:lnTo>
                    <a:pt x="980" y="1515"/>
                  </a:lnTo>
                  <a:lnTo>
                    <a:pt x="1113" y="1236"/>
                  </a:lnTo>
                  <a:lnTo>
                    <a:pt x="1247" y="958"/>
                  </a:lnTo>
                  <a:lnTo>
                    <a:pt x="1347" y="668"/>
                  </a:lnTo>
                  <a:lnTo>
                    <a:pt x="1425" y="368"/>
                  </a:lnTo>
                  <a:lnTo>
                    <a:pt x="1436" y="279"/>
                  </a:lnTo>
                  <a:lnTo>
                    <a:pt x="1436" y="201"/>
                  </a:lnTo>
                  <a:lnTo>
                    <a:pt x="1403" y="112"/>
                  </a:lnTo>
                  <a:lnTo>
                    <a:pt x="1392" y="78"/>
                  </a:lnTo>
                  <a:lnTo>
                    <a:pt x="1358" y="45"/>
                  </a:lnTo>
                  <a:lnTo>
                    <a:pt x="1336" y="23"/>
                  </a:lnTo>
                  <a:lnTo>
                    <a:pt x="1303" y="12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33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1570483" y="1348728"/>
              <a:ext cx="151295" cy="89106"/>
            </a:xfrm>
            <a:custGeom>
              <a:rect b="b" l="l" r="r" t="t"/>
              <a:pathLst>
                <a:path extrusionOk="0" h="3797" w="6447">
                  <a:moveTo>
                    <a:pt x="6269" y="0"/>
                  </a:moveTo>
                  <a:lnTo>
                    <a:pt x="6235" y="11"/>
                  </a:lnTo>
                  <a:lnTo>
                    <a:pt x="6213" y="34"/>
                  </a:lnTo>
                  <a:lnTo>
                    <a:pt x="6179" y="78"/>
                  </a:lnTo>
                  <a:lnTo>
                    <a:pt x="6157" y="145"/>
                  </a:lnTo>
                  <a:lnTo>
                    <a:pt x="6124" y="368"/>
                  </a:lnTo>
                  <a:lnTo>
                    <a:pt x="6079" y="590"/>
                  </a:lnTo>
                  <a:lnTo>
                    <a:pt x="6024" y="802"/>
                  </a:lnTo>
                  <a:lnTo>
                    <a:pt x="5968" y="1025"/>
                  </a:lnTo>
                  <a:lnTo>
                    <a:pt x="5901" y="1236"/>
                  </a:lnTo>
                  <a:lnTo>
                    <a:pt x="5823" y="1448"/>
                  </a:lnTo>
                  <a:lnTo>
                    <a:pt x="5734" y="1659"/>
                  </a:lnTo>
                  <a:lnTo>
                    <a:pt x="5645" y="1860"/>
                  </a:lnTo>
                  <a:lnTo>
                    <a:pt x="5556" y="2038"/>
                  </a:lnTo>
                  <a:lnTo>
                    <a:pt x="5467" y="2194"/>
                  </a:lnTo>
                  <a:lnTo>
                    <a:pt x="5356" y="2349"/>
                  </a:lnTo>
                  <a:lnTo>
                    <a:pt x="5233" y="2494"/>
                  </a:lnTo>
                  <a:lnTo>
                    <a:pt x="5100" y="2628"/>
                  </a:lnTo>
                  <a:lnTo>
                    <a:pt x="4944" y="2739"/>
                  </a:lnTo>
                  <a:lnTo>
                    <a:pt x="4866" y="2784"/>
                  </a:lnTo>
                  <a:lnTo>
                    <a:pt x="4777" y="2828"/>
                  </a:lnTo>
                  <a:lnTo>
                    <a:pt x="4688" y="2862"/>
                  </a:lnTo>
                  <a:lnTo>
                    <a:pt x="4587" y="2895"/>
                  </a:lnTo>
                  <a:lnTo>
                    <a:pt x="4387" y="2940"/>
                  </a:lnTo>
                  <a:lnTo>
                    <a:pt x="4175" y="2962"/>
                  </a:lnTo>
                  <a:lnTo>
                    <a:pt x="3975" y="2973"/>
                  </a:lnTo>
                  <a:lnTo>
                    <a:pt x="3764" y="2962"/>
                  </a:lnTo>
                  <a:lnTo>
                    <a:pt x="3563" y="2940"/>
                  </a:lnTo>
                  <a:lnTo>
                    <a:pt x="3352" y="2906"/>
                  </a:lnTo>
                  <a:lnTo>
                    <a:pt x="2951" y="2817"/>
                  </a:lnTo>
                  <a:lnTo>
                    <a:pt x="2539" y="2717"/>
                  </a:lnTo>
                  <a:lnTo>
                    <a:pt x="2338" y="2672"/>
                  </a:lnTo>
                  <a:lnTo>
                    <a:pt x="2127" y="2639"/>
                  </a:lnTo>
                  <a:lnTo>
                    <a:pt x="1927" y="2606"/>
                  </a:lnTo>
                  <a:lnTo>
                    <a:pt x="1715" y="2594"/>
                  </a:lnTo>
                  <a:lnTo>
                    <a:pt x="1515" y="2583"/>
                  </a:lnTo>
                  <a:lnTo>
                    <a:pt x="1303" y="2606"/>
                  </a:lnTo>
                  <a:lnTo>
                    <a:pt x="1114" y="2639"/>
                  </a:lnTo>
                  <a:lnTo>
                    <a:pt x="925" y="2683"/>
                  </a:lnTo>
                  <a:lnTo>
                    <a:pt x="746" y="2750"/>
                  </a:lnTo>
                  <a:lnTo>
                    <a:pt x="568" y="2839"/>
                  </a:lnTo>
                  <a:lnTo>
                    <a:pt x="412" y="2940"/>
                  </a:lnTo>
                  <a:lnTo>
                    <a:pt x="268" y="3073"/>
                  </a:lnTo>
                  <a:lnTo>
                    <a:pt x="201" y="3140"/>
                  </a:lnTo>
                  <a:lnTo>
                    <a:pt x="134" y="3218"/>
                  </a:lnTo>
                  <a:lnTo>
                    <a:pt x="78" y="3296"/>
                  </a:lnTo>
                  <a:lnTo>
                    <a:pt x="34" y="3385"/>
                  </a:lnTo>
                  <a:lnTo>
                    <a:pt x="0" y="3463"/>
                  </a:lnTo>
                  <a:lnTo>
                    <a:pt x="0" y="3541"/>
                  </a:lnTo>
                  <a:lnTo>
                    <a:pt x="12" y="3630"/>
                  </a:lnTo>
                  <a:lnTo>
                    <a:pt x="56" y="3708"/>
                  </a:lnTo>
                  <a:lnTo>
                    <a:pt x="90" y="3752"/>
                  </a:lnTo>
                  <a:lnTo>
                    <a:pt x="145" y="3786"/>
                  </a:lnTo>
                  <a:lnTo>
                    <a:pt x="179" y="3797"/>
                  </a:lnTo>
                  <a:lnTo>
                    <a:pt x="212" y="3797"/>
                  </a:lnTo>
                  <a:lnTo>
                    <a:pt x="234" y="3775"/>
                  </a:lnTo>
                  <a:lnTo>
                    <a:pt x="257" y="3752"/>
                  </a:lnTo>
                  <a:lnTo>
                    <a:pt x="301" y="3674"/>
                  </a:lnTo>
                  <a:lnTo>
                    <a:pt x="346" y="3596"/>
                  </a:lnTo>
                  <a:lnTo>
                    <a:pt x="457" y="3474"/>
                  </a:lnTo>
                  <a:lnTo>
                    <a:pt x="591" y="3363"/>
                  </a:lnTo>
                  <a:lnTo>
                    <a:pt x="735" y="3274"/>
                  </a:lnTo>
                  <a:lnTo>
                    <a:pt x="891" y="3196"/>
                  </a:lnTo>
                  <a:lnTo>
                    <a:pt x="1047" y="3140"/>
                  </a:lnTo>
                  <a:lnTo>
                    <a:pt x="1214" y="3095"/>
                  </a:lnTo>
                  <a:lnTo>
                    <a:pt x="1392" y="3062"/>
                  </a:lnTo>
                  <a:lnTo>
                    <a:pt x="1604" y="3051"/>
                  </a:lnTo>
                  <a:lnTo>
                    <a:pt x="1826" y="3051"/>
                  </a:lnTo>
                  <a:lnTo>
                    <a:pt x="2038" y="3073"/>
                  </a:lnTo>
                  <a:lnTo>
                    <a:pt x="2261" y="3107"/>
                  </a:lnTo>
                  <a:lnTo>
                    <a:pt x="2472" y="3151"/>
                  </a:lnTo>
                  <a:lnTo>
                    <a:pt x="2684" y="3207"/>
                  </a:lnTo>
                  <a:lnTo>
                    <a:pt x="3107" y="3307"/>
                  </a:lnTo>
                  <a:lnTo>
                    <a:pt x="3307" y="3351"/>
                  </a:lnTo>
                  <a:lnTo>
                    <a:pt x="3507" y="3385"/>
                  </a:lnTo>
                  <a:lnTo>
                    <a:pt x="3708" y="3407"/>
                  </a:lnTo>
                  <a:lnTo>
                    <a:pt x="3919" y="3429"/>
                  </a:lnTo>
                  <a:lnTo>
                    <a:pt x="4120" y="3429"/>
                  </a:lnTo>
                  <a:lnTo>
                    <a:pt x="4320" y="3418"/>
                  </a:lnTo>
                  <a:lnTo>
                    <a:pt x="4521" y="3396"/>
                  </a:lnTo>
                  <a:lnTo>
                    <a:pt x="4721" y="3340"/>
                  </a:lnTo>
                  <a:lnTo>
                    <a:pt x="4821" y="3307"/>
                  </a:lnTo>
                  <a:lnTo>
                    <a:pt x="4910" y="3274"/>
                  </a:lnTo>
                  <a:lnTo>
                    <a:pt x="5088" y="3173"/>
                  </a:lnTo>
                  <a:lnTo>
                    <a:pt x="5244" y="3062"/>
                  </a:lnTo>
                  <a:lnTo>
                    <a:pt x="5400" y="2928"/>
                  </a:lnTo>
                  <a:lnTo>
                    <a:pt x="5523" y="2784"/>
                  </a:lnTo>
                  <a:lnTo>
                    <a:pt x="5645" y="2628"/>
                  </a:lnTo>
                  <a:lnTo>
                    <a:pt x="5756" y="2461"/>
                  </a:lnTo>
                  <a:lnTo>
                    <a:pt x="5845" y="2283"/>
                  </a:lnTo>
                  <a:lnTo>
                    <a:pt x="5957" y="2049"/>
                  </a:lnTo>
                  <a:lnTo>
                    <a:pt x="6057" y="1815"/>
                  </a:lnTo>
                  <a:lnTo>
                    <a:pt x="6146" y="1570"/>
                  </a:lnTo>
                  <a:lnTo>
                    <a:pt x="6224" y="1325"/>
                  </a:lnTo>
                  <a:lnTo>
                    <a:pt x="6291" y="1080"/>
                  </a:lnTo>
                  <a:lnTo>
                    <a:pt x="6346" y="835"/>
                  </a:lnTo>
                  <a:lnTo>
                    <a:pt x="6402" y="579"/>
                  </a:lnTo>
                  <a:lnTo>
                    <a:pt x="6447" y="323"/>
                  </a:lnTo>
                  <a:lnTo>
                    <a:pt x="6447" y="245"/>
                  </a:lnTo>
                  <a:lnTo>
                    <a:pt x="6424" y="156"/>
                  </a:lnTo>
                  <a:lnTo>
                    <a:pt x="6391" y="78"/>
                  </a:lnTo>
                  <a:lnTo>
                    <a:pt x="6358" y="45"/>
                  </a:lnTo>
                  <a:lnTo>
                    <a:pt x="6335" y="23"/>
                  </a:lnTo>
                  <a:lnTo>
                    <a:pt x="6291" y="11"/>
                  </a:lnTo>
                  <a:lnTo>
                    <a:pt x="6269" y="0"/>
                  </a:lnTo>
                  <a:close/>
                </a:path>
              </a:pathLst>
            </a:custGeom>
            <a:solidFill>
              <a:srgbClr val="5E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2"/>
            <p:cNvSpPr/>
            <p:nvPr/>
          </p:nvSpPr>
          <p:spPr>
            <a:xfrm>
              <a:off x="1342379" y="1289144"/>
              <a:ext cx="223434" cy="280906"/>
            </a:xfrm>
            <a:custGeom>
              <a:rect b="b" l="l" r="r" t="t"/>
              <a:pathLst>
                <a:path extrusionOk="0" h="11970" w="9521">
                  <a:moveTo>
                    <a:pt x="9331" y="1"/>
                  </a:moveTo>
                  <a:lnTo>
                    <a:pt x="9297" y="12"/>
                  </a:lnTo>
                  <a:lnTo>
                    <a:pt x="9275" y="34"/>
                  </a:lnTo>
                  <a:lnTo>
                    <a:pt x="9253" y="68"/>
                  </a:lnTo>
                  <a:lnTo>
                    <a:pt x="9242" y="135"/>
                  </a:lnTo>
                  <a:lnTo>
                    <a:pt x="9231" y="201"/>
                  </a:lnTo>
                  <a:lnTo>
                    <a:pt x="9219" y="379"/>
                  </a:lnTo>
                  <a:lnTo>
                    <a:pt x="9208" y="569"/>
                  </a:lnTo>
                  <a:lnTo>
                    <a:pt x="9175" y="747"/>
                  </a:lnTo>
                  <a:lnTo>
                    <a:pt x="9142" y="914"/>
                  </a:lnTo>
                  <a:lnTo>
                    <a:pt x="9097" y="1092"/>
                  </a:lnTo>
                  <a:lnTo>
                    <a:pt x="9041" y="1270"/>
                  </a:lnTo>
                  <a:lnTo>
                    <a:pt x="8975" y="1437"/>
                  </a:lnTo>
                  <a:lnTo>
                    <a:pt x="8908" y="1604"/>
                  </a:lnTo>
                  <a:lnTo>
                    <a:pt x="8830" y="1771"/>
                  </a:lnTo>
                  <a:lnTo>
                    <a:pt x="8752" y="1927"/>
                  </a:lnTo>
                  <a:lnTo>
                    <a:pt x="8574" y="2250"/>
                  </a:lnTo>
                  <a:lnTo>
                    <a:pt x="8373" y="2550"/>
                  </a:lnTo>
                  <a:lnTo>
                    <a:pt x="8162" y="2840"/>
                  </a:lnTo>
                  <a:lnTo>
                    <a:pt x="7906" y="3129"/>
                  </a:lnTo>
                  <a:lnTo>
                    <a:pt x="7638" y="3408"/>
                  </a:lnTo>
                  <a:lnTo>
                    <a:pt x="7360" y="3675"/>
                  </a:lnTo>
                  <a:lnTo>
                    <a:pt x="7082" y="3931"/>
                  </a:lnTo>
                  <a:lnTo>
                    <a:pt x="6514" y="4421"/>
                  </a:lnTo>
                  <a:lnTo>
                    <a:pt x="6236" y="4677"/>
                  </a:lnTo>
                  <a:lnTo>
                    <a:pt x="6102" y="4811"/>
                  </a:lnTo>
                  <a:lnTo>
                    <a:pt x="5980" y="4944"/>
                  </a:lnTo>
                  <a:lnTo>
                    <a:pt x="5579" y="5434"/>
                  </a:lnTo>
                  <a:lnTo>
                    <a:pt x="5479" y="5545"/>
                  </a:lnTo>
                  <a:lnTo>
                    <a:pt x="5367" y="5657"/>
                  </a:lnTo>
                  <a:lnTo>
                    <a:pt x="5256" y="5768"/>
                  </a:lnTo>
                  <a:lnTo>
                    <a:pt x="5133" y="5857"/>
                  </a:lnTo>
                  <a:lnTo>
                    <a:pt x="4978" y="5968"/>
                  </a:lnTo>
                  <a:lnTo>
                    <a:pt x="4811" y="6057"/>
                  </a:lnTo>
                  <a:lnTo>
                    <a:pt x="4477" y="6236"/>
                  </a:lnTo>
                  <a:lnTo>
                    <a:pt x="3686" y="6625"/>
                  </a:lnTo>
                  <a:lnTo>
                    <a:pt x="2962" y="6993"/>
                  </a:lnTo>
                  <a:lnTo>
                    <a:pt x="2228" y="7360"/>
                  </a:lnTo>
                  <a:lnTo>
                    <a:pt x="1927" y="7527"/>
                  </a:lnTo>
                  <a:lnTo>
                    <a:pt x="1782" y="7616"/>
                  </a:lnTo>
                  <a:lnTo>
                    <a:pt x="1638" y="7716"/>
                  </a:lnTo>
                  <a:lnTo>
                    <a:pt x="1493" y="7828"/>
                  </a:lnTo>
                  <a:lnTo>
                    <a:pt x="1359" y="7939"/>
                  </a:lnTo>
                  <a:lnTo>
                    <a:pt x="1237" y="8050"/>
                  </a:lnTo>
                  <a:lnTo>
                    <a:pt x="1125" y="8184"/>
                  </a:lnTo>
                  <a:lnTo>
                    <a:pt x="992" y="8362"/>
                  </a:lnTo>
                  <a:lnTo>
                    <a:pt x="881" y="8551"/>
                  </a:lnTo>
                  <a:lnTo>
                    <a:pt x="780" y="8741"/>
                  </a:lnTo>
                  <a:lnTo>
                    <a:pt x="702" y="8941"/>
                  </a:lnTo>
                  <a:lnTo>
                    <a:pt x="636" y="9153"/>
                  </a:lnTo>
                  <a:lnTo>
                    <a:pt x="569" y="9364"/>
                  </a:lnTo>
                  <a:lnTo>
                    <a:pt x="457" y="9776"/>
                  </a:lnTo>
                  <a:lnTo>
                    <a:pt x="335" y="10244"/>
                  </a:lnTo>
                  <a:lnTo>
                    <a:pt x="224" y="10711"/>
                  </a:lnTo>
                  <a:lnTo>
                    <a:pt x="12" y="11646"/>
                  </a:lnTo>
                  <a:lnTo>
                    <a:pt x="1" y="11724"/>
                  </a:lnTo>
                  <a:lnTo>
                    <a:pt x="23" y="11813"/>
                  </a:lnTo>
                  <a:lnTo>
                    <a:pt x="68" y="11891"/>
                  </a:lnTo>
                  <a:lnTo>
                    <a:pt x="90" y="11925"/>
                  </a:lnTo>
                  <a:lnTo>
                    <a:pt x="123" y="11947"/>
                  </a:lnTo>
                  <a:lnTo>
                    <a:pt x="157" y="11969"/>
                  </a:lnTo>
                  <a:lnTo>
                    <a:pt x="190" y="11969"/>
                  </a:lnTo>
                  <a:lnTo>
                    <a:pt x="224" y="11958"/>
                  </a:lnTo>
                  <a:lnTo>
                    <a:pt x="246" y="11947"/>
                  </a:lnTo>
                  <a:lnTo>
                    <a:pt x="279" y="11891"/>
                  </a:lnTo>
                  <a:lnTo>
                    <a:pt x="290" y="11825"/>
                  </a:lnTo>
                  <a:lnTo>
                    <a:pt x="480" y="10990"/>
                  </a:lnTo>
                  <a:lnTo>
                    <a:pt x="691" y="10166"/>
                  </a:lnTo>
                  <a:lnTo>
                    <a:pt x="791" y="9787"/>
                  </a:lnTo>
                  <a:lnTo>
                    <a:pt x="903" y="9409"/>
                  </a:lnTo>
                  <a:lnTo>
                    <a:pt x="970" y="9219"/>
                  </a:lnTo>
                  <a:lnTo>
                    <a:pt x="1048" y="9030"/>
                  </a:lnTo>
                  <a:lnTo>
                    <a:pt x="1137" y="8863"/>
                  </a:lnTo>
                  <a:lnTo>
                    <a:pt x="1237" y="8696"/>
                  </a:lnTo>
                  <a:lnTo>
                    <a:pt x="1348" y="8562"/>
                  </a:lnTo>
                  <a:lnTo>
                    <a:pt x="1459" y="8429"/>
                  </a:lnTo>
                  <a:lnTo>
                    <a:pt x="1582" y="8318"/>
                  </a:lnTo>
                  <a:lnTo>
                    <a:pt x="1716" y="8206"/>
                  </a:lnTo>
                  <a:lnTo>
                    <a:pt x="1860" y="8106"/>
                  </a:lnTo>
                  <a:lnTo>
                    <a:pt x="2005" y="8006"/>
                  </a:lnTo>
                  <a:lnTo>
                    <a:pt x="2306" y="7839"/>
                  </a:lnTo>
                  <a:lnTo>
                    <a:pt x="2662" y="7650"/>
                  </a:lnTo>
                  <a:lnTo>
                    <a:pt x="3029" y="7460"/>
                  </a:lnTo>
                  <a:lnTo>
                    <a:pt x="3764" y="7104"/>
                  </a:lnTo>
                  <a:lnTo>
                    <a:pt x="4521" y="6714"/>
                  </a:lnTo>
                  <a:lnTo>
                    <a:pt x="4889" y="6536"/>
                  </a:lnTo>
                  <a:lnTo>
                    <a:pt x="5067" y="6436"/>
                  </a:lnTo>
                  <a:lnTo>
                    <a:pt x="5245" y="6336"/>
                  </a:lnTo>
                  <a:lnTo>
                    <a:pt x="5367" y="6236"/>
                  </a:lnTo>
                  <a:lnTo>
                    <a:pt x="5490" y="6135"/>
                  </a:lnTo>
                  <a:lnTo>
                    <a:pt x="5601" y="6024"/>
                  </a:lnTo>
                  <a:lnTo>
                    <a:pt x="5712" y="5902"/>
                  </a:lnTo>
                  <a:lnTo>
                    <a:pt x="5913" y="5668"/>
                  </a:lnTo>
                  <a:lnTo>
                    <a:pt x="6113" y="5412"/>
                  </a:lnTo>
                  <a:lnTo>
                    <a:pt x="6236" y="5278"/>
                  </a:lnTo>
                  <a:lnTo>
                    <a:pt x="6369" y="5145"/>
                  </a:lnTo>
                  <a:lnTo>
                    <a:pt x="6625" y="4900"/>
                  </a:lnTo>
                  <a:lnTo>
                    <a:pt x="7171" y="4421"/>
                  </a:lnTo>
                  <a:lnTo>
                    <a:pt x="7460" y="4165"/>
                  </a:lnTo>
                  <a:lnTo>
                    <a:pt x="7750" y="3898"/>
                  </a:lnTo>
                  <a:lnTo>
                    <a:pt x="8017" y="3619"/>
                  </a:lnTo>
                  <a:lnTo>
                    <a:pt x="8284" y="3330"/>
                  </a:lnTo>
                  <a:lnTo>
                    <a:pt x="8418" y="3163"/>
                  </a:lnTo>
                  <a:lnTo>
                    <a:pt x="8540" y="2996"/>
                  </a:lnTo>
                  <a:lnTo>
                    <a:pt x="8663" y="2818"/>
                  </a:lnTo>
                  <a:lnTo>
                    <a:pt x="8774" y="2640"/>
                  </a:lnTo>
                  <a:lnTo>
                    <a:pt x="8885" y="2461"/>
                  </a:lnTo>
                  <a:lnTo>
                    <a:pt x="8986" y="2283"/>
                  </a:lnTo>
                  <a:lnTo>
                    <a:pt x="9075" y="2094"/>
                  </a:lnTo>
                  <a:lnTo>
                    <a:pt x="9164" y="1905"/>
                  </a:lnTo>
                  <a:lnTo>
                    <a:pt x="9242" y="1704"/>
                  </a:lnTo>
                  <a:lnTo>
                    <a:pt x="9309" y="1504"/>
                  </a:lnTo>
                  <a:lnTo>
                    <a:pt x="9364" y="1304"/>
                  </a:lnTo>
                  <a:lnTo>
                    <a:pt x="9420" y="1103"/>
                  </a:lnTo>
                  <a:lnTo>
                    <a:pt x="9464" y="903"/>
                  </a:lnTo>
                  <a:lnTo>
                    <a:pt x="9487" y="691"/>
                  </a:lnTo>
                  <a:lnTo>
                    <a:pt x="9509" y="480"/>
                  </a:lnTo>
                  <a:lnTo>
                    <a:pt x="9520" y="268"/>
                  </a:lnTo>
                  <a:lnTo>
                    <a:pt x="9509" y="190"/>
                  </a:lnTo>
                  <a:lnTo>
                    <a:pt x="9476" y="112"/>
                  </a:lnTo>
                  <a:lnTo>
                    <a:pt x="9453" y="68"/>
                  </a:lnTo>
                  <a:lnTo>
                    <a:pt x="9431" y="45"/>
                  </a:lnTo>
                  <a:lnTo>
                    <a:pt x="9398" y="23"/>
                  </a:lnTo>
                  <a:lnTo>
                    <a:pt x="9364" y="1"/>
                  </a:lnTo>
                  <a:close/>
                </a:path>
              </a:pathLst>
            </a:custGeom>
            <a:solidFill>
              <a:srgbClr val="5E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1432259" y="1297522"/>
              <a:ext cx="90162" cy="107927"/>
            </a:xfrm>
            <a:custGeom>
              <a:rect b="b" l="l" r="r" t="t"/>
              <a:pathLst>
                <a:path extrusionOk="0" h="4599" w="3842">
                  <a:moveTo>
                    <a:pt x="3653" y="0"/>
                  </a:moveTo>
                  <a:lnTo>
                    <a:pt x="3630" y="11"/>
                  </a:lnTo>
                  <a:lnTo>
                    <a:pt x="3608" y="22"/>
                  </a:lnTo>
                  <a:lnTo>
                    <a:pt x="3575" y="78"/>
                  </a:lnTo>
                  <a:lnTo>
                    <a:pt x="3552" y="145"/>
                  </a:lnTo>
                  <a:lnTo>
                    <a:pt x="3497" y="390"/>
                  </a:lnTo>
                  <a:lnTo>
                    <a:pt x="3430" y="624"/>
                  </a:lnTo>
                  <a:lnTo>
                    <a:pt x="3341" y="857"/>
                  </a:lnTo>
                  <a:lnTo>
                    <a:pt x="3230" y="1080"/>
                  </a:lnTo>
                  <a:lnTo>
                    <a:pt x="3107" y="1292"/>
                  </a:lnTo>
                  <a:lnTo>
                    <a:pt x="2973" y="1492"/>
                  </a:lnTo>
                  <a:lnTo>
                    <a:pt x="2818" y="1681"/>
                  </a:lnTo>
                  <a:lnTo>
                    <a:pt x="2651" y="1871"/>
                  </a:lnTo>
                  <a:lnTo>
                    <a:pt x="2450" y="2060"/>
                  </a:lnTo>
                  <a:lnTo>
                    <a:pt x="2261" y="2249"/>
                  </a:lnTo>
                  <a:lnTo>
                    <a:pt x="1860" y="2605"/>
                  </a:lnTo>
                  <a:lnTo>
                    <a:pt x="1036" y="3318"/>
                  </a:lnTo>
                  <a:lnTo>
                    <a:pt x="57" y="4153"/>
                  </a:lnTo>
                  <a:lnTo>
                    <a:pt x="34" y="4175"/>
                  </a:lnTo>
                  <a:lnTo>
                    <a:pt x="23" y="4209"/>
                  </a:lnTo>
                  <a:lnTo>
                    <a:pt x="1" y="4287"/>
                  </a:lnTo>
                  <a:lnTo>
                    <a:pt x="12" y="4364"/>
                  </a:lnTo>
                  <a:lnTo>
                    <a:pt x="34" y="4454"/>
                  </a:lnTo>
                  <a:lnTo>
                    <a:pt x="68" y="4531"/>
                  </a:lnTo>
                  <a:lnTo>
                    <a:pt x="112" y="4587"/>
                  </a:lnTo>
                  <a:lnTo>
                    <a:pt x="146" y="4598"/>
                  </a:lnTo>
                  <a:lnTo>
                    <a:pt x="201" y="4598"/>
                  </a:lnTo>
                  <a:lnTo>
                    <a:pt x="224" y="4576"/>
                  </a:lnTo>
                  <a:lnTo>
                    <a:pt x="1125" y="3819"/>
                  </a:lnTo>
                  <a:lnTo>
                    <a:pt x="2016" y="3040"/>
                  </a:lnTo>
                  <a:lnTo>
                    <a:pt x="2417" y="2683"/>
                  </a:lnTo>
                  <a:lnTo>
                    <a:pt x="2617" y="2494"/>
                  </a:lnTo>
                  <a:lnTo>
                    <a:pt x="2806" y="2305"/>
                  </a:lnTo>
                  <a:lnTo>
                    <a:pt x="2996" y="2116"/>
                  </a:lnTo>
                  <a:lnTo>
                    <a:pt x="3163" y="1904"/>
                  </a:lnTo>
                  <a:lnTo>
                    <a:pt x="3319" y="1681"/>
                  </a:lnTo>
                  <a:lnTo>
                    <a:pt x="3463" y="1459"/>
                  </a:lnTo>
                  <a:lnTo>
                    <a:pt x="3586" y="1180"/>
                  </a:lnTo>
                  <a:lnTo>
                    <a:pt x="3697" y="902"/>
                  </a:lnTo>
                  <a:lnTo>
                    <a:pt x="3775" y="624"/>
                  </a:lnTo>
                  <a:lnTo>
                    <a:pt x="3842" y="323"/>
                  </a:lnTo>
                  <a:lnTo>
                    <a:pt x="3842" y="245"/>
                  </a:lnTo>
                  <a:lnTo>
                    <a:pt x="3820" y="156"/>
                  </a:lnTo>
                  <a:lnTo>
                    <a:pt x="3775" y="78"/>
                  </a:lnTo>
                  <a:lnTo>
                    <a:pt x="3753" y="45"/>
                  </a:lnTo>
                  <a:lnTo>
                    <a:pt x="3719" y="22"/>
                  </a:lnTo>
                  <a:lnTo>
                    <a:pt x="3686" y="0"/>
                  </a:lnTo>
                  <a:close/>
                </a:path>
              </a:pathLst>
            </a:custGeom>
            <a:solidFill>
              <a:srgbClr val="5E1A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1828625" y="2563641"/>
              <a:ext cx="334459" cy="75260"/>
            </a:xfrm>
            <a:custGeom>
              <a:rect b="b" l="l" r="r" t="t"/>
              <a:pathLst>
                <a:path extrusionOk="0" h="3207" w="14252">
                  <a:moveTo>
                    <a:pt x="6613" y="0"/>
                  </a:moveTo>
                  <a:lnTo>
                    <a:pt x="6547" y="12"/>
                  </a:lnTo>
                  <a:lnTo>
                    <a:pt x="6402" y="67"/>
                  </a:lnTo>
                  <a:lnTo>
                    <a:pt x="5968" y="268"/>
                  </a:lnTo>
                  <a:lnTo>
                    <a:pt x="5745" y="368"/>
                  </a:lnTo>
                  <a:lnTo>
                    <a:pt x="5534" y="479"/>
                  </a:lnTo>
                  <a:lnTo>
                    <a:pt x="5322" y="591"/>
                  </a:lnTo>
                  <a:lnTo>
                    <a:pt x="5122" y="724"/>
                  </a:lnTo>
                  <a:lnTo>
                    <a:pt x="4932" y="869"/>
                  </a:lnTo>
                  <a:lnTo>
                    <a:pt x="4754" y="1025"/>
                  </a:lnTo>
                  <a:lnTo>
                    <a:pt x="4543" y="1236"/>
                  </a:lnTo>
                  <a:lnTo>
                    <a:pt x="4431" y="1336"/>
                  </a:lnTo>
                  <a:lnTo>
                    <a:pt x="4320" y="1437"/>
                  </a:lnTo>
                  <a:lnTo>
                    <a:pt x="4209" y="1526"/>
                  </a:lnTo>
                  <a:lnTo>
                    <a:pt x="4086" y="1593"/>
                  </a:lnTo>
                  <a:lnTo>
                    <a:pt x="3953" y="1648"/>
                  </a:lnTo>
                  <a:lnTo>
                    <a:pt x="3886" y="1659"/>
                  </a:lnTo>
                  <a:lnTo>
                    <a:pt x="3819" y="1670"/>
                  </a:lnTo>
                  <a:lnTo>
                    <a:pt x="3730" y="1670"/>
                  </a:lnTo>
                  <a:lnTo>
                    <a:pt x="3630" y="1659"/>
                  </a:lnTo>
                  <a:lnTo>
                    <a:pt x="3541" y="1648"/>
                  </a:lnTo>
                  <a:lnTo>
                    <a:pt x="3452" y="1615"/>
                  </a:lnTo>
                  <a:lnTo>
                    <a:pt x="3285" y="1548"/>
                  </a:lnTo>
                  <a:lnTo>
                    <a:pt x="3106" y="1459"/>
                  </a:lnTo>
                  <a:lnTo>
                    <a:pt x="2939" y="1381"/>
                  </a:lnTo>
                  <a:lnTo>
                    <a:pt x="2761" y="1314"/>
                  </a:lnTo>
                  <a:lnTo>
                    <a:pt x="2672" y="1292"/>
                  </a:lnTo>
                  <a:lnTo>
                    <a:pt x="2572" y="1281"/>
                  </a:lnTo>
                  <a:lnTo>
                    <a:pt x="2483" y="1270"/>
                  </a:lnTo>
                  <a:lnTo>
                    <a:pt x="2394" y="1281"/>
                  </a:lnTo>
                  <a:lnTo>
                    <a:pt x="2305" y="1314"/>
                  </a:lnTo>
                  <a:lnTo>
                    <a:pt x="2216" y="1359"/>
                  </a:lnTo>
                  <a:lnTo>
                    <a:pt x="2138" y="1414"/>
                  </a:lnTo>
                  <a:lnTo>
                    <a:pt x="2082" y="1492"/>
                  </a:lnTo>
                  <a:lnTo>
                    <a:pt x="2038" y="1570"/>
                  </a:lnTo>
                  <a:lnTo>
                    <a:pt x="2004" y="1659"/>
                  </a:lnTo>
                  <a:lnTo>
                    <a:pt x="2004" y="1748"/>
                  </a:lnTo>
                  <a:lnTo>
                    <a:pt x="2004" y="1793"/>
                  </a:lnTo>
                  <a:lnTo>
                    <a:pt x="2027" y="1837"/>
                  </a:lnTo>
                  <a:lnTo>
                    <a:pt x="2060" y="1904"/>
                  </a:lnTo>
                  <a:lnTo>
                    <a:pt x="2093" y="1971"/>
                  </a:lnTo>
                  <a:lnTo>
                    <a:pt x="2127" y="2049"/>
                  </a:lnTo>
                  <a:lnTo>
                    <a:pt x="2127" y="2082"/>
                  </a:lnTo>
                  <a:lnTo>
                    <a:pt x="2127" y="2116"/>
                  </a:lnTo>
                  <a:lnTo>
                    <a:pt x="2104" y="2171"/>
                  </a:lnTo>
                  <a:lnTo>
                    <a:pt x="2071" y="2205"/>
                  </a:lnTo>
                  <a:lnTo>
                    <a:pt x="2015" y="2227"/>
                  </a:lnTo>
                  <a:lnTo>
                    <a:pt x="1960" y="2238"/>
                  </a:lnTo>
                  <a:lnTo>
                    <a:pt x="1904" y="2238"/>
                  </a:lnTo>
                  <a:lnTo>
                    <a:pt x="1837" y="2227"/>
                  </a:lnTo>
                  <a:lnTo>
                    <a:pt x="1726" y="2205"/>
                  </a:lnTo>
                  <a:lnTo>
                    <a:pt x="1514" y="2149"/>
                  </a:lnTo>
                  <a:lnTo>
                    <a:pt x="1292" y="2105"/>
                  </a:lnTo>
                  <a:lnTo>
                    <a:pt x="1080" y="2082"/>
                  </a:lnTo>
                  <a:lnTo>
                    <a:pt x="858" y="2071"/>
                  </a:lnTo>
                  <a:lnTo>
                    <a:pt x="646" y="2082"/>
                  </a:lnTo>
                  <a:lnTo>
                    <a:pt x="423" y="2105"/>
                  </a:lnTo>
                  <a:lnTo>
                    <a:pt x="212" y="2149"/>
                  </a:lnTo>
                  <a:lnTo>
                    <a:pt x="0" y="2205"/>
                  </a:lnTo>
                  <a:lnTo>
                    <a:pt x="0" y="2283"/>
                  </a:lnTo>
                  <a:lnTo>
                    <a:pt x="34" y="2361"/>
                  </a:lnTo>
                  <a:lnTo>
                    <a:pt x="78" y="2428"/>
                  </a:lnTo>
                  <a:lnTo>
                    <a:pt x="134" y="2483"/>
                  </a:lnTo>
                  <a:lnTo>
                    <a:pt x="212" y="2539"/>
                  </a:lnTo>
                  <a:lnTo>
                    <a:pt x="290" y="2583"/>
                  </a:lnTo>
                  <a:lnTo>
                    <a:pt x="446" y="2650"/>
                  </a:lnTo>
                  <a:lnTo>
                    <a:pt x="1982" y="3196"/>
                  </a:lnTo>
                  <a:lnTo>
                    <a:pt x="7771" y="2995"/>
                  </a:lnTo>
                  <a:lnTo>
                    <a:pt x="8217" y="3073"/>
                  </a:lnTo>
                  <a:lnTo>
                    <a:pt x="8673" y="3129"/>
                  </a:lnTo>
                  <a:lnTo>
                    <a:pt x="9130" y="3162"/>
                  </a:lnTo>
                  <a:lnTo>
                    <a:pt x="9586" y="3185"/>
                  </a:lnTo>
                  <a:lnTo>
                    <a:pt x="10043" y="3207"/>
                  </a:lnTo>
                  <a:lnTo>
                    <a:pt x="10510" y="3207"/>
                  </a:lnTo>
                  <a:lnTo>
                    <a:pt x="10967" y="3196"/>
                  </a:lnTo>
                  <a:lnTo>
                    <a:pt x="11423" y="3173"/>
                  </a:lnTo>
                  <a:lnTo>
                    <a:pt x="11768" y="3162"/>
                  </a:lnTo>
                  <a:lnTo>
                    <a:pt x="12102" y="3129"/>
                  </a:lnTo>
                  <a:lnTo>
                    <a:pt x="12447" y="3073"/>
                  </a:lnTo>
                  <a:lnTo>
                    <a:pt x="12614" y="3040"/>
                  </a:lnTo>
                  <a:lnTo>
                    <a:pt x="12781" y="3006"/>
                  </a:lnTo>
                  <a:lnTo>
                    <a:pt x="12948" y="2951"/>
                  </a:lnTo>
                  <a:lnTo>
                    <a:pt x="13104" y="2895"/>
                  </a:lnTo>
                  <a:lnTo>
                    <a:pt x="13260" y="2839"/>
                  </a:lnTo>
                  <a:lnTo>
                    <a:pt x="13405" y="2762"/>
                  </a:lnTo>
                  <a:lnTo>
                    <a:pt x="13550" y="2684"/>
                  </a:lnTo>
                  <a:lnTo>
                    <a:pt x="13694" y="2595"/>
                  </a:lnTo>
                  <a:lnTo>
                    <a:pt x="13828" y="2494"/>
                  </a:lnTo>
                  <a:lnTo>
                    <a:pt x="13950" y="2372"/>
                  </a:lnTo>
                  <a:lnTo>
                    <a:pt x="14017" y="2294"/>
                  </a:lnTo>
                  <a:lnTo>
                    <a:pt x="14084" y="2216"/>
                  </a:lnTo>
                  <a:lnTo>
                    <a:pt x="14151" y="2127"/>
                  </a:lnTo>
                  <a:lnTo>
                    <a:pt x="14195" y="2038"/>
                  </a:lnTo>
                  <a:lnTo>
                    <a:pt x="14229" y="1938"/>
                  </a:lnTo>
                  <a:lnTo>
                    <a:pt x="14251" y="1837"/>
                  </a:lnTo>
                  <a:lnTo>
                    <a:pt x="14251" y="1737"/>
                  </a:lnTo>
                  <a:lnTo>
                    <a:pt x="14240" y="1637"/>
                  </a:lnTo>
                  <a:lnTo>
                    <a:pt x="14195" y="1537"/>
                  </a:lnTo>
                  <a:lnTo>
                    <a:pt x="14129" y="1448"/>
                  </a:lnTo>
                  <a:lnTo>
                    <a:pt x="14062" y="1370"/>
                  </a:lnTo>
                  <a:lnTo>
                    <a:pt x="13973" y="1314"/>
                  </a:lnTo>
                  <a:lnTo>
                    <a:pt x="13872" y="1259"/>
                  </a:lnTo>
                  <a:lnTo>
                    <a:pt x="13761" y="1225"/>
                  </a:lnTo>
                  <a:lnTo>
                    <a:pt x="13650" y="1203"/>
                  </a:lnTo>
                  <a:lnTo>
                    <a:pt x="13538" y="1192"/>
                  </a:lnTo>
                  <a:lnTo>
                    <a:pt x="13327" y="1192"/>
                  </a:lnTo>
                  <a:lnTo>
                    <a:pt x="13104" y="1214"/>
                  </a:lnTo>
                  <a:lnTo>
                    <a:pt x="12893" y="1236"/>
                  </a:lnTo>
                  <a:lnTo>
                    <a:pt x="12670" y="1236"/>
                  </a:lnTo>
                  <a:lnTo>
                    <a:pt x="12626" y="1225"/>
                  </a:lnTo>
                  <a:lnTo>
                    <a:pt x="12581" y="1214"/>
                  </a:lnTo>
                  <a:lnTo>
                    <a:pt x="12536" y="1192"/>
                  </a:lnTo>
                  <a:lnTo>
                    <a:pt x="12503" y="1158"/>
                  </a:lnTo>
                  <a:lnTo>
                    <a:pt x="12492" y="1114"/>
                  </a:lnTo>
                  <a:lnTo>
                    <a:pt x="12481" y="1058"/>
                  </a:lnTo>
                  <a:lnTo>
                    <a:pt x="12470" y="1002"/>
                  </a:lnTo>
                  <a:lnTo>
                    <a:pt x="12459" y="947"/>
                  </a:lnTo>
                  <a:lnTo>
                    <a:pt x="12436" y="913"/>
                  </a:lnTo>
                  <a:lnTo>
                    <a:pt x="12403" y="891"/>
                  </a:lnTo>
                  <a:lnTo>
                    <a:pt x="12369" y="880"/>
                  </a:lnTo>
                  <a:lnTo>
                    <a:pt x="12325" y="869"/>
                  </a:lnTo>
                  <a:lnTo>
                    <a:pt x="12247" y="858"/>
                  </a:lnTo>
                  <a:lnTo>
                    <a:pt x="12158" y="869"/>
                  </a:lnTo>
                  <a:lnTo>
                    <a:pt x="11946" y="925"/>
                  </a:lnTo>
                  <a:lnTo>
                    <a:pt x="11724" y="980"/>
                  </a:lnTo>
                  <a:lnTo>
                    <a:pt x="11523" y="1047"/>
                  </a:lnTo>
                  <a:lnTo>
                    <a:pt x="11312" y="1125"/>
                  </a:lnTo>
                  <a:lnTo>
                    <a:pt x="11111" y="1203"/>
                  </a:lnTo>
                  <a:lnTo>
                    <a:pt x="10911" y="1303"/>
                  </a:lnTo>
                  <a:lnTo>
                    <a:pt x="10711" y="1403"/>
                  </a:lnTo>
                  <a:lnTo>
                    <a:pt x="10521" y="1515"/>
                  </a:lnTo>
                  <a:lnTo>
                    <a:pt x="10666" y="579"/>
                  </a:lnTo>
                  <a:lnTo>
                    <a:pt x="10688" y="479"/>
                  </a:lnTo>
                  <a:lnTo>
                    <a:pt x="10688" y="368"/>
                  </a:lnTo>
                  <a:lnTo>
                    <a:pt x="10677" y="312"/>
                  </a:lnTo>
                  <a:lnTo>
                    <a:pt x="10655" y="268"/>
                  </a:lnTo>
                  <a:lnTo>
                    <a:pt x="10633" y="223"/>
                  </a:lnTo>
                  <a:lnTo>
                    <a:pt x="10599" y="190"/>
                  </a:lnTo>
                  <a:lnTo>
                    <a:pt x="10566" y="156"/>
                  </a:lnTo>
                  <a:lnTo>
                    <a:pt x="10521" y="145"/>
                  </a:lnTo>
                  <a:lnTo>
                    <a:pt x="10477" y="134"/>
                  </a:lnTo>
                  <a:lnTo>
                    <a:pt x="10432" y="134"/>
                  </a:lnTo>
                  <a:lnTo>
                    <a:pt x="10343" y="145"/>
                  </a:lnTo>
                  <a:lnTo>
                    <a:pt x="10243" y="167"/>
                  </a:lnTo>
                  <a:lnTo>
                    <a:pt x="9998" y="245"/>
                  </a:lnTo>
                  <a:lnTo>
                    <a:pt x="9742" y="346"/>
                  </a:lnTo>
                  <a:lnTo>
                    <a:pt x="9497" y="457"/>
                  </a:lnTo>
                  <a:lnTo>
                    <a:pt x="9263" y="579"/>
                  </a:lnTo>
                  <a:lnTo>
                    <a:pt x="9041" y="713"/>
                  </a:lnTo>
                  <a:lnTo>
                    <a:pt x="8818" y="869"/>
                  </a:lnTo>
                  <a:lnTo>
                    <a:pt x="8606" y="1036"/>
                  </a:lnTo>
                  <a:lnTo>
                    <a:pt x="8395" y="1203"/>
                  </a:lnTo>
                  <a:lnTo>
                    <a:pt x="8306" y="1292"/>
                  </a:lnTo>
                  <a:lnTo>
                    <a:pt x="8250" y="1314"/>
                  </a:lnTo>
                  <a:lnTo>
                    <a:pt x="8194" y="1325"/>
                  </a:lnTo>
                  <a:lnTo>
                    <a:pt x="8150" y="1325"/>
                  </a:lnTo>
                  <a:lnTo>
                    <a:pt x="8105" y="1314"/>
                  </a:lnTo>
                  <a:lnTo>
                    <a:pt x="8016" y="1281"/>
                  </a:lnTo>
                  <a:lnTo>
                    <a:pt x="7927" y="1225"/>
                  </a:lnTo>
                  <a:lnTo>
                    <a:pt x="7849" y="1169"/>
                  </a:lnTo>
                  <a:lnTo>
                    <a:pt x="7771" y="1103"/>
                  </a:lnTo>
                  <a:lnTo>
                    <a:pt x="7705" y="1036"/>
                  </a:lnTo>
                  <a:lnTo>
                    <a:pt x="7560" y="880"/>
                  </a:lnTo>
                  <a:lnTo>
                    <a:pt x="7437" y="713"/>
                  </a:lnTo>
                  <a:lnTo>
                    <a:pt x="7304" y="546"/>
                  </a:lnTo>
                  <a:lnTo>
                    <a:pt x="7170" y="379"/>
                  </a:lnTo>
                  <a:lnTo>
                    <a:pt x="7037" y="234"/>
                  </a:lnTo>
                  <a:lnTo>
                    <a:pt x="6959" y="156"/>
                  </a:lnTo>
                  <a:lnTo>
                    <a:pt x="6881" y="101"/>
                  </a:lnTo>
                  <a:lnTo>
                    <a:pt x="6780" y="34"/>
                  </a:lnTo>
                  <a:lnTo>
                    <a:pt x="6736" y="23"/>
                  </a:lnTo>
                  <a:lnTo>
                    <a:pt x="6680" y="0"/>
                  </a:lnTo>
                  <a:close/>
                </a:path>
              </a:pathLst>
            </a:custGeom>
            <a:solidFill>
              <a:srgbClr val="7082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1828625" y="2563641"/>
              <a:ext cx="334459" cy="75260"/>
            </a:xfrm>
            <a:custGeom>
              <a:rect b="b" l="l" r="r" t="t"/>
              <a:pathLst>
                <a:path extrusionOk="0" fill="none" h="3207" w="14252">
                  <a:moveTo>
                    <a:pt x="1982" y="3196"/>
                  </a:moveTo>
                  <a:lnTo>
                    <a:pt x="1982" y="3196"/>
                  </a:lnTo>
                  <a:lnTo>
                    <a:pt x="446" y="2650"/>
                  </a:lnTo>
                  <a:lnTo>
                    <a:pt x="446" y="2650"/>
                  </a:lnTo>
                  <a:lnTo>
                    <a:pt x="290" y="2583"/>
                  </a:lnTo>
                  <a:lnTo>
                    <a:pt x="212" y="2539"/>
                  </a:lnTo>
                  <a:lnTo>
                    <a:pt x="134" y="2483"/>
                  </a:lnTo>
                  <a:lnTo>
                    <a:pt x="78" y="2428"/>
                  </a:lnTo>
                  <a:lnTo>
                    <a:pt x="34" y="2361"/>
                  </a:lnTo>
                  <a:lnTo>
                    <a:pt x="0" y="2283"/>
                  </a:lnTo>
                  <a:lnTo>
                    <a:pt x="0" y="2205"/>
                  </a:lnTo>
                  <a:lnTo>
                    <a:pt x="0" y="2205"/>
                  </a:lnTo>
                  <a:lnTo>
                    <a:pt x="212" y="2149"/>
                  </a:lnTo>
                  <a:lnTo>
                    <a:pt x="423" y="2105"/>
                  </a:lnTo>
                  <a:lnTo>
                    <a:pt x="646" y="2082"/>
                  </a:lnTo>
                  <a:lnTo>
                    <a:pt x="858" y="2071"/>
                  </a:lnTo>
                  <a:lnTo>
                    <a:pt x="1080" y="2082"/>
                  </a:lnTo>
                  <a:lnTo>
                    <a:pt x="1292" y="2105"/>
                  </a:lnTo>
                  <a:lnTo>
                    <a:pt x="1514" y="2149"/>
                  </a:lnTo>
                  <a:lnTo>
                    <a:pt x="1726" y="2205"/>
                  </a:lnTo>
                  <a:lnTo>
                    <a:pt x="1726" y="2205"/>
                  </a:lnTo>
                  <a:lnTo>
                    <a:pt x="1837" y="2227"/>
                  </a:lnTo>
                  <a:lnTo>
                    <a:pt x="1904" y="2238"/>
                  </a:lnTo>
                  <a:lnTo>
                    <a:pt x="1960" y="2238"/>
                  </a:lnTo>
                  <a:lnTo>
                    <a:pt x="2015" y="2227"/>
                  </a:lnTo>
                  <a:lnTo>
                    <a:pt x="2071" y="2205"/>
                  </a:lnTo>
                  <a:lnTo>
                    <a:pt x="2104" y="2171"/>
                  </a:lnTo>
                  <a:lnTo>
                    <a:pt x="2127" y="2116"/>
                  </a:lnTo>
                  <a:lnTo>
                    <a:pt x="2127" y="2116"/>
                  </a:lnTo>
                  <a:lnTo>
                    <a:pt x="2127" y="2082"/>
                  </a:lnTo>
                  <a:lnTo>
                    <a:pt x="2127" y="2049"/>
                  </a:lnTo>
                  <a:lnTo>
                    <a:pt x="2093" y="1971"/>
                  </a:lnTo>
                  <a:lnTo>
                    <a:pt x="2060" y="1904"/>
                  </a:lnTo>
                  <a:lnTo>
                    <a:pt x="2027" y="1837"/>
                  </a:lnTo>
                  <a:lnTo>
                    <a:pt x="2027" y="1837"/>
                  </a:lnTo>
                  <a:lnTo>
                    <a:pt x="2004" y="1793"/>
                  </a:lnTo>
                  <a:lnTo>
                    <a:pt x="2004" y="1748"/>
                  </a:lnTo>
                  <a:lnTo>
                    <a:pt x="2004" y="1659"/>
                  </a:lnTo>
                  <a:lnTo>
                    <a:pt x="2038" y="1570"/>
                  </a:lnTo>
                  <a:lnTo>
                    <a:pt x="2082" y="1492"/>
                  </a:lnTo>
                  <a:lnTo>
                    <a:pt x="2138" y="1414"/>
                  </a:lnTo>
                  <a:lnTo>
                    <a:pt x="2216" y="1359"/>
                  </a:lnTo>
                  <a:lnTo>
                    <a:pt x="2305" y="1314"/>
                  </a:lnTo>
                  <a:lnTo>
                    <a:pt x="2394" y="1281"/>
                  </a:lnTo>
                  <a:lnTo>
                    <a:pt x="2394" y="1281"/>
                  </a:lnTo>
                  <a:lnTo>
                    <a:pt x="2483" y="1270"/>
                  </a:lnTo>
                  <a:lnTo>
                    <a:pt x="2572" y="1281"/>
                  </a:lnTo>
                  <a:lnTo>
                    <a:pt x="2672" y="1292"/>
                  </a:lnTo>
                  <a:lnTo>
                    <a:pt x="2761" y="1314"/>
                  </a:lnTo>
                  <a:lnTo>
                    <a:pt x="2939" y="1381"/>
                  </a:lnTo>
                  <a:lnTo>
                    <a:pt x="3106" y="1459"/>
                  </a:lnTo>
                  <a:lnTo>
                    <a:pt x="3106" y="1459"/>
                  </a:lnTo>
                  <a:lnTo>
                    <a:pt x="3285" y="1548"/>
                  </a:lnTo>
                  <a:lnTo>
                    <a:pt x="3452" y="1615"/>
                  </a:lnTo>
                  <a:lnTo>
                    <a:pt x="3541" y="1648"/>
                  </a:lnTo>
                  <a:lnTo>
                    <a:pt x="3630" y="1659"/>
                  </a:lnTo>
                  <a:lnTo>
                    <a:pt x="3730" y="1670"/>
                  </a:lnTo>
                  <a:lnTo>
                    <a:pt x="3819" y="1670"/>
                  </a:lnTo>
                  <a:lnTo>
                    <a:pt x="3819" y="1670"/>
                  </a:lnTo>
                  <a:lnTo>
                    <a:pt x="3886" y="1659"/>
                  </a:lnTo>
                  <a:lnTo>
                    <a:pt x="3953" y="1648"/>
                  </a:lnTo>
                  <a:lnTo>
                    <a:pt x="4086" y="1593"/>
                  </a:lnTo>
                  <a:lnTo>
                    <a:pt x="4209" y="1526"/>
                  </a:lnTo>
                  <a:lnTo>
                    <a:pt x="4320" y="1437"/>
                  </a:lnTo>
                  <a:lnTo>
                    <a:pt x="4431" y="1336"/>
                  </a:lnTo>
                  <a:lnTo>
                    <a:pt x="4543" y="1236"/>
                  </a:lnTo>
                  <a:lnTo>
                    <a:pt x="4754" y="1025"/>
                  </a:lnTo>
                  <a:lnTo>
                    <a:pt x="4754" y="1025"/>
                  </a:lnTo>
                  <a:lnTo>
                    <a:pt x="4932" y="869"/>
                  </a:lnTo>
                  <a:lnTo>
                    <a:pt x="5122" y="724"/>
                  </a:lnTo>
                  <a:lnTo>
                    <a:pt x="5322" y="591"/>
                  </a:lnTo>
                  <a:lnTo>
                    <a:pt x="5534" y="479"/>
                  </a:lnTo>
                  <a:lnTo>
                    <a:pt x="5745" y="368"/>
                  </a:lnTo>
                  <a:lnTo>
                    <a:pt x="5968" y="268"/>
                  </a:lnTo>
                  <a:lnTo>
                    <a:pt x="6402" y="67"/>
                  </a:lnTo>
                  <a:lnTo>
                    <a:pt x="6402" y="67"/>
                  </a:lnTo>
                  <a:lnTo>
                    <a:pt x="6547" y="12"/>
                  </a:lnTo>
                  <a:lnTo>
                    <a:pt x="6613" y="0"/>
                  </a:lnTo>
                  <a:lnTo>
                    <a:pt x="6680" y="0"/>
                  </a:lnTo>
                  <a:lnTo>
                    <a:pt x="6680" y="0"/>
                  </a:lnTo>
                  <a:lnTo>
                    <a:pt x="6736" y="23"/>
                  </a:lnTo>
                  <a:lnTo>
                    <a:pt x="6780" y="34"/>
                  </a:lnTo>
                  <a:lnTo>
                    <a:pt x="6881" y="101"/>
                  </a:lnTo>
                  <a:lnTo>
                    <a:pt x="6881" y="101"/>
                  </a:lnTo>
                  <a:lnTo>
                    <a:pt x="6959" y="156"/>
                  </a:lnTo>
                  <a:lnTo>
                    <a:pt x="7037" y="234"/>
                  </a:lnTo>
                  <a:lnTo>
                    <a:pt x="7170" y="379"/>
                  </a:lnTo>
                  <a:lnTo>
                    <a:pt x="7304" y="546"/>
                  </a:lnTo>
                  <a:lnTo>
                    <a:pt x="7437" y="713"/>
                  </a:lnTo>
                  <a:lnTo>
                    <a:pt x="7560" y="880"/>
                  </a:lnTo>
                  <a:lnTo>
                    <a:pt x="7705" y="1036"/>
                  </a:lnTo>
                  <a:lnTo>
                    <a:pt x="7771" y="1103"/>
                  </a:lnTo>
                  <a:lnTo>
                    <a:pt x="7849" y="1169"/>
                  </a:lnTo>
                  <a:lnTo>
                    <a:pt x="7927" y="1225"/>
                  </a:lnTo>
                  <a:lnTo>
                    <a:pt x="8016" y="1281"/>
                  </a:lnTo>
                  <a:lnTo>
                    <a:pt x="8016" y="1281"/>
                  </a:lnTo>
                  <a:lnTo>
                    <a:pt x="8105" y="1314"/>
                  </a:lnTo>
                  <a:lnTo>
                    <a:pt x="8150" y="1325"/>
                  </a:lnTo>
                  <a:lnTo>
                    <a:pt x="8194" y="1325"/>
                  </a:lnTo>
                  <a:lnTo>
                    <a:pt x="8194" y="1325"/>
                  </a:lnTo>
                  <a:lnTo>
                    <a:pt x="8250" y="1314"/>
                  </a:lnTo>
                  <a:lnTo>
                    <a:pt x="8306" y="1292"/>
                  </a:lnTo>
                  <a:lnTo>
                    <a:pt x="8395" y="1203"/>
                  </a:lnTo>
                  <a:lnTo>
                    <a:pt x="8395" y="1203"/>
                  </a:lnTo>
                  <a:lnTo>
                    <a:pt x="8606" y="1036"/>
                  </a:lnTo>
                  <a:lnTo>
                    <a:pt x="8818" y="869"/>
                  </a:lnTo>
                  <a:lnTo>
                    <a:pt x="9041" y="713"/>
                  </a:lnTo>
                  <a:lnTo>
                    <a:pt x="9263" y="579"/>
                  </a:lnTo>
                  <a:lnTo>
                    <a:pt x="9497" y="457"/>
                  </a:lnTo>
                  <a:lnTo>
                    <a:pt x="9742" y="346"/>
                  </a:lnTo>
                  <a:lnTo>
                    <a:pt x="9998" y="245"/>
                  </a:lnTo>
                  <a:lnTo>
                    <a:pt x="10243" y="167"/>
                  </a:lnTo>
                  <a:lnTo>
                    <a:pt x="10243" y="167"/>
                  </a:lnTo>
                  <a:lnTo>
                    <a:pt x="10343" y="145"/>
                  </a:lnTo>
                  <a:lnTo>
                    <a:pt x="10432" y="134"/>
                  </a:lnTo>
                  <a:lnTo>
                    <a:pt x="10477" y="134"/>
                  </a:lnTo>
                  <a:lnTo>
                    <a:pt x="10521" y="145"/>
                  </a:lnTo>
                  <a:lnTo>
                    <a:pt x="10566" y="156"/>
                  </a:lnTo>
                  <a:lnTo>
                    <a:pt x="10599" y="190"/>
                  </a:lnTo>
                  <a:lnTo>
                    <a:pt x="10599" y="190"/>
                  </a:lnTo>
                  <a:lnTo>
                    <a:pt x="10633" y="223"/>
                  </a:lnTo>
                  <a:lnTo>
                    <a:pt x="10655" y="268"/>
                  </a:lnTo>
                  <a:lnTo>
                    <a:pt x="10677" y="312"/>
                  </a:lnTo>
                  <a:lnTo>
                    <a:pt x="10688" y="368"/>
                  </a:lnTo>
                  <a:lnTo>
                    <a:pt x="10688" y="479"/>
                  </a:lnTo>
                  <a:lnTo>
                    <a:pt x="10666" y="579"/>
                  </a:lnTo>
                  <a:lnTo>
                    <a:pt x="10666" y="579"/>
                  </a:lnTo>
                  <a:lnTo>
                    <a:pt x="10521" y="1515"/>
                  </a:lnTo>
                  <a:lnTo>
                    <a:pt x="10521" y="1515"/>
                  </a:lnTo>
                  <a:lnTo>
                    <a:pt x="10711" y="1403"/>
                  </a:lnTo>
                  <a:lnTo>
                    <a:pt x="10911" y="1303"/>
                  </a:lnTo>
                  <a:lnTo>
                    <a:pt x="11111" y="1203"/>
                  </a:lnTo>
                  <a:lnTo>
                    <a:pt x="11312" y="1125"/>
                  </a:lnTo>
                  <a:lnTo>
                    <a:pt x="11523" y="1047"/>
                  </a:lnTo>
                  <a:lnTo>
                    <a:pt x="11724" y="980"/>
                  </a:lnTo>
                  <a:lnTo>
                    <a:pt x="11946" y="925"/>
                  </a:lnTo>
                  <a:lnTo>
                    <a:pt x="12158" y="869"/>
                  </a:lnTo>
                  <a:lnTo>
                    <a:pt x="12158" y="869"/>
                  </a:lnTo>
                  <a:lnTo>
                    <a:pt x="12247" y="858"/>
                  </a:lnTo>
                  <a:lnTo>
                    <a:pt x="12325" y="869"/>
                  </a:lnTo>
                  <a:lnTo>
                    <a:pt x="12369" y="880"/>
                  </a:lnTo>
                  <a:lnTo>
                    <a:pt x="12403" y="891"/>
                  </a:lnTo>
                  <a:lnTo>
                    <a:pt x="12436" y="913"/>
                  </a:lnTo>
                  <a:lnTo>
                    <a:pt x="12459" y="947"/>
                  </a:lnTo>
                  <a:lnTo>
                    <a:pt x="12459" y="947"/>
                  </a:lnTo>
                  <a:lnTo>
                    <a:pt x="12470" y="1002"/>
                  </a:lnTo>
                  <a:lnTo>
                    <a:pt x="12481" y="1058"/>
                  </a:lnTo>
                  <a:lnTo>
                    <a:pt x="12492" y="1114"/>
                  </a:lnTo>
                  <a:lnTo>
                    <a:pt x="12503" y="1158"/>
                  </a:lnTo>
                  <a:lnTo>
                    <a:pt x="12503" y="1158"/>
                  </a:lnTo>
                  <a:lnTo>
                    <a:pt x="12536" y="1192"/>
                  </a:lnTo>
                  <a:lnTo>
                    <a:pt x="12581" y="1214"/>
                  </a:lnTo>
                  <a:lnTo>
                    <a:pt x="12626" y="1225"/>
                  </a:lnTo>
                  <a:lnTo>
                    <a:pt x="12670" y="1236"/>
                  </a:lnTo>
                  <a:lnTo>
                    <a:pt x="12670" y="1236"/>
                  </a:lnTo>
                  <a:lnTo>
                    <a:pt x="12781" y="1236"/>
                  </a:lnTo>
                  <a:lnTo>
                    <a:pt x="12893" y="1236"/>
                  </a:lnTo>
                  <a:lnTo>
                    <a:pt x="13104" y="1214"/>
                  </a:lnTo>
                  <a:lnTo>
                    <a:pt x="13327" y="1192"/>
                  </a:lnTo>
                  <a:lnTo>
                    <a:pt x="13427" y="1192"/>
                  </a:lnTo>
                  <a:lnTo>
                    <a:pt x="13538" y="1192"/>
                  </a:lnTo>
                  <a:lnTo>
                    <a:pt x="13538" y="1192"/>
                  </a:lnTo>
                  <a:lnTo>
                    <a:pt x="13650" y="1203"/>
                  </a:lnTo>
                  <a:lnTo>
                    <a:pt x="13761" y="1225"/>
                  </a:lnTo>
                  <a:lnTo>
                    <a:pt x="13872" y="1259"/>
                  </a:lnTo>
                  <a:lnTo>
                    <a:pt x="13973" y="1314"/>
                  </a:lnTo>
                  <a:lnTo>
                    <a:pt x="14062" y="1370"/>
                  </a:lnTo>
                  <a:lnTo>
                    <a:pt x="14129" y="1448"/>
                  </a:lnTo>
                  <a:lnTo>
                    <a:pt x="14195" y="1537"/>
                  </a:lnTo>
                  <a:lnTo>
                    <a:pt x="14240" y="1637"/>
                  </a:lnTo>
                  <a:lnTo>
                    <a:pt x="14240" y="1637"/>
                  </a:lnTo>
                  <a:lnTo>
                    <a:pt x="14251" y="1737"/>
                  </a:lnTo>
                  <a:lnTo>
                    <a:pt x="14251" y="1837"/>
                  </a:lnTo>
                  <a:lnTo>
                    <a:pt x="14229" y="1938"/>
                  </a:lnTo>
                  <a:lnTo>
                    <a:pt x="14195" y="2038"/>
                  </a:lnTo>
                  <a:lnTo>
                    <a:pt x="14151" y="2127"/>
                  </a:lnTo>
                  <a:lnTo>
                    <a:pt x="14084" y="2216"/>
                  </a:lnTo>
                  <a:lnTo>
                    <a:pt x="14017" y="2294"/>
                  </a:lnTo>
                  <a:lnTo>
                    <a:pt x="13950" y="2372"/>
                  </a:lnTo>
                  <a:lnTo>
                    <a:pt x="13950" y="2372"/>
                  </a:lnTo>
                  <a:lnTo>
                    <a:pt x="13828" y="2494"/>
                  </a:lnTo>
                  <a:lnTo>
                    <a:pt x="13694" y="2595"/>
                  </a:lnTo>
                  <a:lnTo>
                    <a:pt x="13550" y="2684"/>
                  </a:lnTo>
                  <a:lnTo>
                    <a:pt x="13405" y="2762"/>
                  </a:lnTo>
                  <a:lnTo>
                    <a:pt x="13260" y="2839"/>
                  </a:lnTo>
                  <a:lnTo>
                    <a:pt x="13104" y="2895"/>
                  </a:lnTo>
                  <a:lnTo>
                    <a:pt x="12948" y="2951"/>
                  </a:lnTo>
                  <a:lnTo>
                    <a:pt x="12781" y="3006"/>
                  </a:lnTo>
                  <a:lnTo>
                    <a:pt x="12614" y="3040"/>
                  </a:lnTo>
                  <a:lnTo>
                    <a:pt x="12447" y="3073"/>
                  </a:lnTo>
                  <a:lnTo>
                    <a:pt x="12102" y="3129"/>
                  </a:lnTo>
                  <a:lnTo>
                    <a:pt x="11768" y="3162"/>
                  </a:lnTo>
                  <a:lnTo>
                    <a:pt x="11423" y="3173"/>
                  </a:lnTo>
                  <a:lnTo>
                    <a:pt x="11423" y="3173"/>
                  </a:lnTo>
                  <a:lnTo>
                    <a:pt x="10967" y="3196"/>
                  </a:lnTo>
                  <a:lnTo>
                    <a:pt x="10510" y="3207"/>
                  </a:lnTo>
                  <a:lnTo>
                    <a:pt x="10043" y="3207"/>
                  </a:lnTo>
                  <a:lnTo>
                    <a:pt x="9586" y="3185"/>
                  </a:lnTo>
                  <a:lnTo>
                    <a:pt x="9130" y="3162"/>
                  </a:lnTo>
                  <a:lnTo>
                    <a:pt x="8673" y="3129"/>
                  </a:lnTo>
                  <a:lnTo>
                    <a:pt x="8217" y="3073"/>
                  </a:lnTo>
                  <a:lnTo>
                    <a:pt x="7771" y="299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1968398" y="2594993"/>
              <a:ext cx="70567" cy="39472"/>
            </a:xfrm>
            <a:custGeom>
              <a:rect b="b" l="l" r="r" t="t"/>
              <a:pathLst>
                <a:path extrusionOk="0" h="1682" w="3007">
                  <a:moveTo>
                    <a:pt x="836" y="0"/>
                  </a:moveTo>
                  <a:lnTo>
                    <a:pt x="691" y="12"/>
                  </a:lnTo>
                  <a:lnTo>
                    <a:pt x="535" y="34"/>
                  </a:lnTo>
                  <a:lnTo>
                    <a:pt x="401" y="78"/>
                  </a:lnTo>
                  <a:lnTo>
                    <a:pt x="335" y="112"/>
                  </a:lnTo>
                  <a:lnTo>
                    <a:pt x="268" y="145"/>
                  </a:lnTo>
                  <a:lnTo>
                    <a:pt x="201" y="190"/>
                  </a:lnTo>
                  <a:lnTo>
                    <a:pt x="145" y="245"/>
                  </a:lnTo>
                  <a:lnTo>
                    <a:pt x="101" y="301"/>
                  </a:lnTo>
                  <a:lnTo>
                    <a:pt x="56" y="368"/>
                  </a:lnTo>
                  <a:lnTo>
                    <a:pt x="34" y="435"/>
                  </a:lnTo>
                  <a:lnTo>
                    <a:pt x="12" y="513"/>
                  </a:lnTo>
                  <a:lnTo>
                    <a:pt x="1" y="579"/>
                  </a:lnTo>
                  <a:lnTo>
                    <a:pt x="1" y="657"/>
                  </a:lnTo>
                  <a:lnTo>
                    <a:pt x="23" y="735"/>
                  </a:lnTo>
                  <a:lnTo>
                    <a:pt x="45" y="802"/>
                  </a:lnTo>
                  <a:lnTo>
                    <a:pt x="90" y="858"/>
                  </a:lnTo>
                  <a:lnTo>
                    <a:pt x="134" y="925"/>
                  </a:lnTo>
                  <a:lnTo>
                    <a:pt x="234" y="1036"/>
                  </a:lnTo>
                  <a:lnTo>
                    <a:pt x="357" y="1125"/>
                  </a:lnTo>
                  <a:lnTo>
                    <a:pt x="479" y="1214"/>
                  </a:lnTo>
                  <a:lnTo>
                    <a:pt x="613" y="1292"/>
                  </a:lnTo>
                  <a:lnTo>
                    <a:pt x="747" y="1370"/>
                  </a:lnTo>
                  <a:lnTo>
                    <a:pt x="891" y="1437"/>
                  </a:lnTo>
                  <a:lnTo>
                    <a:pt x="1025" y="1503"/>
                  </a:lnTo>
                  <a:lnTo>
                    <a:pt x="1181" y="1559"/>
                  </a:lnTo>
                  <a:lnTo>
                    <a:pt x="1325" y="1604"/>
                  </a:lnTo>
                  <a:lnTo>
                    <a:pt x="1470" y="1637"/>
                  </a:lnTo>
                  <a:lnTo>
                    <a:pt x="1626" y="1659"/>
                  </a:lnTo>
                  <a:lnTo>
                    <a:pt x="1771" y="1670"/>
                  </a:lnTo>
                  <a:lnTo>
                    <a:pt x="1927" y="1682"/>
                  </a:lnTo>
                  <a:lnTo>
                    <a:pt x="2071" y="1670"/>
                  </a:lnTo>
                  <a:lnTo>
                    <a:pt x="2227" y="1648"/>
                  </a:lnTo>
                  <a:lnTo>
                    <a:pt x="2372" y="1626"/>
                  </a:lnTo>
                  <a:lnTo>
                    <a:pt x="2517" y="1581"/>
                  </a:lnTo>
                  <a:lnTo>
                    <a:pt x="2650" y="1526"/>
                  </a:lnTo>
                  <a:lnTo>
                    <a:pt x="2728" y="1481"/>
                  </a:lnTo>
                  <a:lnTo>
                    <a:pt x="2806" y="1437"/>
                  </a:lnTo>
                  <a:lnTo>
                    <a:pt x="2873" y="1381"/>
                  </a:lnTo>
                  <a:lnTo>
                    <a:pt x="2929" y="1314"/>
                  </a:lnTo>
                  <a:lnTo>
                    <a:pt x="2973" y="1236"/>
                  </a:lnTo>
                  <a:lnTo>
                    <a:pt x="2996" y="1147"/>
                  </a:lnTo>
                  <a:lnTo>
                    <a:pt x="3007" y="1058"/>
                  </a:lnTo>
                  <a:lnTo>
                    <a:pt x="2996" y="969"/>
                  </a:lnTo>
                  <a:lnTo>
                    <a:pt x="2973" y="869"/>
                  </a:lnTo>
                  <a:lnTo>
                    <a:pt x="2940" y="780"/>
                  </a:lnTo>
                  <a:lnTo>
                    <a:pt x="2895" y="702"/>
                  </a:lnTo>
                  <a:lnTo>
                    <a:pt x="2829" y="624"/>
                  </a:lnTo>
                  <a:lnTo>
                    <a:pt x="2717" y="513"/>
                  </a:lnTo>
                  <a:lnTo>
                    <a:pt x="2584" y="412"/>
                  </a:lnTo>
                  <a:lnTo>
                    <a:pt x="2439" y="334"/>
                  </a:lnTo>
                  <a:lnTo>
                    <a:pt x="2283" y="279"/>
                  </a:lnTo>
                  <a:lnTo>
                    <a:pt x="2127" y="223"/>
                  </a:lnTo>
                  <a:lnTo>
                    <a:pt x="1971" y="179"/>
                  </a:lnTo>
                  <a:lnTo>
                    <a:pt x="1660" y="90"/>
                  </a:lnTo>
                  <a:lnTo>
                    <a:pt x="1459" y="45"/>
                  </a:lnTo>
                  <a:lnTo>
                    <a:pt x="1248" y="12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934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1980413" y="2608839"/>
              <a:ext cx="18586" cy="9434"/>
            </a:xfrm>
            <a:custGeom>
              <a:rect b="b" l="l" r="r" t="t"/>
              <a:pathLst>
                <a:path extrusionOk="0" h="402" w="792">
                  <a:moveTo>
                    <a:pt x="413" y="1"/>
                  </a:moveTo>
                  <a:lnTo>
                    <a:pt x="324" y="12"/>
                  </a:lnTo>
                  <a:lnTo>
                    <a:pt x="223" y="12"/>
                  </a:lnTo>
                  <a:lnTo>
                    <a:pt x="134" y="34"/>
                  </a:lnTo>
                  <a:lnTo>
                    <a:pt x="45" y="67"/>
                  </a:lnTo>
                  <a:lnTo>
                    <a:pt x="12" y="90"/>
                  </a:lnTo>
                  <a:lnTo>
                    <a:pt x="1" y="134"/>
                  </a:lnTo>
                  <a:lnTo>
                    <a:pt x="1" y="145"/>
                  </a:lnTo>
                  <a:lnTo>
                    <a:pt x="12" y="168"/>
                  </a:lnTo>
                  <a:lnTo>
                    <a:pt x="23" y="179"/>
                  </a:lnTo>
                  <a:lnTo>
                    <a:pt x="45" y="190"/>
                  </a:lnTo>
                  <a:lnTo>
                    <a:pt x="145" y="201"/>
                  </a:lnTo>
                  <a:lnTo>
                    <a:pt x="235" y="212"/>
                  </a:lnTo>
                  <a:lnTo>
                    <a:pt x="591" y="212"/>
                  </a:lnTo>
                  <a:lnTo>
                    <a:pt x="630" y="207"/>
                  </a:lnTo>
                  <a:lnTo>
                    <a:pt x="630" y="207"/>
                  </a:lnTo>
                  <a:lnTo>
                    <a:pt x="613" y="223"/>
                  </a:lnTo>
                  <a:lnTo>
                    <a:pt x="513" y="323"/>
                  </a:lnTo>
                  <a:lnTo>
                    <a:pt x="513" y="357"/>
                  </a:lnTo>
                  <a:lnTo>
                    <a:pt x="524" y="379"/>
                  </a:lnTo>
                  <a:lnTo>
                    <a:pt x="557" y="401"/>
                  </a:lnTo>
                  <a:lnTo>
                    <a:pt x="580" y="390"/>
                  </a:lnTo>
                  <a:lnTo>
                    <a:pt x="658" y="335"/>
                  </a:lnTo>
                  <a:lnTo>
                    <a:pt x="702" y="290"/>
                  </a:lnTo>
                  <a:lnTo>
                    <a:pt x="747" y="245"/>
                  </a:lnTo>
                  <a:lnTo>
                    <a:pt x="780" y="190"/>
                  </a:lnTo>
                  <a:lnTo>
                    <a:pt x="791" y="145"/>
                  </a:lnTo>
                  <a:lnTo>
                    <a:pt x="791" y="123"/>
                  </a:lnTo>
                  <a:lnTo>
                    <a:pt x="780" y="101"/>
                  </a:lnTo>
                  <a:lnTo>
                    <a:pt x="769" y="78"/>
                  </a:lnTo>
                  <a:lnTo>
                    <a:pt x="747" y="67"/>
                  </a:lnTo>
                  <a:lnTo>
                    <a:pt x="669" y="34"/>
                  </a:lnTo>
                  <a:lnTo>
                    <a:pt x="580" y="12"/>
                  </a:lnTo>
                  <a:lnTo>
                    <a:pt x="491" y="12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2001064" y="2612242"/>
              <a:ext cx="5515" cy="7345"/>
            </a:xfrm>
            <a:custGeom>
              <a:rect b="b" l="l" r="r" t="t"/>
              <a:pathLst>
                <a:path extrusionOk="0" h="313" w="235">
                  <a:moveTo>
                    <a:pt x="101" y="0"/>
                  </a:moveTo>
                  <a:lnTo>
                    <a:pt x="67" y="23"/>
                  </a:lnTo>
                  <a:lnTo>
                    <a:pt x="34" y="56"/>
                  </a:lnTo>
                  <a:lnTo>
                    <a:pt x="11" y="89"/>
                  </a:lnTo>
                  <a:lnTo>
                    <a:pt x="0" y="134"/>
                  </a:lnTo>
                  <a:lnTo>
                    <a:pt x="0" y="190"/>
                  </a:lnTo>
                  <a:lnTo>
                    <a:pt x="0" y="234"/>
                  </a:lnTo>
                  <a:lnTo>
                    <a:pt x="23" y="267"/>
                  </a:lnTo>
                  <a:lnTo>
                    <a:pt x="45" y="290"/>
                  </a:lnTo>
                  <a:lnTo>
                    <a:pt x="67" y="301"/>
                  </a:lnTo>
                  <a:lnTo>
                    <a:pt x="101" y="312"/>
                  </a:lnTo>
                  <a:lnTo>
                    <a:pt x="134" y="301"/>
                  </a:lnTo>
                  <a:lnTo>
                    <a:pt x="167" y="290"/>
                  </a:lnTo>
                  <a:lnTo>
                    <a:pt x="190" y="267"/>
                  </a:lnTo>
                  <a:lnTo>
                    <a:pt x="212" y="234"/>
                  </a:lnTo>
                  <a:lnTo>
                    <a:pt x="223" y="178"/>
                  </a:lnTo>
                  <a:lnTo>
                    <a:pt x="223" y="167"/>
                  </a:lnTo>
                  <a:lnTo>
                    <a:pt x="234" y="145"/>
                  </a:lnTo>
                  <a:lnTo>
                    <a:pt x="223" y="156"/>
                  </a:lnTo>
                  <a:lnTo>
                    <a:pt x="223" y="156"/>
                  </a:lnTo>
                  <a:lnTo>
                    <a:pt x="234" y="123"/>
                  </a:lnTo>
                  <a:lnTo>
                    <a:pt x="234" y="78"/>
                  </a:lnTo>
                  <a:lnTo>
                    <a:pt x="223" y="45"/>
                  </a:lnTo>
                  <a:lnTo>
                    <a:pt x="190" y="1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2001581" y="2621910"/>
              <a:ext cx="8636" cy="4975"/>
            </a:xfrm>
            <a:custGeom>
              <a:rect b="b" l="l" r="r" t="t"/>
              <a:pathLst>
                <a:path extrusionOk="0" h="212" w="368">
                  <a:moveTo>
                    <a:pt x="134" y="0"/>
                  </a:moveTo>
                  <a:lnTo>
                    <a:pt x="56" y="11"/>
                  </a:lnTo>
                  <a:lnTo>
                    <a:pt x="34" y="22"/>
                  </a:lnTo>
                  <a:lnTo>
                    <a:pt x="12" y="45"/>
                  </a:lnTo>
                  <a:lnTo>
                    <a:pt x="1" y="67"/>
                  </a:lnTo>
                  <a:lnTo>
                    <a:pt x="1" y="89"/>
                  </a:lnTo>
                  <a:lnTo>
                    <a:pt x="1" y="123"/>
                  </a:lnTo>
                  <a:lnTo>
                    <a:pt x="12" y="145"/>
                  </a:lnTo>
                  <a:lnTo>
                    <a:pt x="34" y="167"/>
                  </a:lnTo>
                  <a:lnTo>
                    <a:pt x="56" y="178"/>
                  </a:lnTo>
                  <a:lnTo>
                    <a:pt x="123" y="201"/>
                  </a:lnTo>
                  <a:lnTo>
                    <a:pt x="179" y="212"/>
                  </a:lnTo>
                  <a:lnTo>
                    <a:pt x="246" y="201"/>
                  </a:lnTo>
                  <a:lnTo>
                    <a:pt x="301" y="189"/>
                  </a:lnTo>
                  <a:lnTo>
                    <a:pt x="346" y="156"/>
                  </a:lnTo>
                  <a:lnTo>
                    <a:pt x="368" y="123"/>
                  </a:lnTo>
                  <a:lnTo>
                    <a:pt x="357" y="78"/>
                  </a:lnTo>
                  <a:lnTo>
                    <a:pt x="346" y="56"/>
                  </a:lnTo>
                  <a:lnTo>
                    <a:pt x="323" y="45"/>
                  </a:lnTo>
                  <a:lnTo>
                    <a:pt x="257" y="11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2009677" y="2614072"/>
              <a:ext cx="12579" cy="10467"/>
            </a:xfrm>
            <a:custGeom>
              <a:rect b="b" l="l" r="r" t="t"/>
              <a:pathLst>
                <a:path extrusionOk="0" h="446" w="536">
                  <a:moveTo>
                    <a:pt x="45" y="0"/>
                  </a:moveTo>
                  <a:lnTo>
                    <a:pt x="12" y="11"/>
                  </a:lnTo>
                  <a:lnTo>
                    <a:pt x="1" y="34"/>
                  </a:lnTo>
                  <a:lnTo>
                    <a:pt x="12" y="45"/>
                  </a:lnTo>
                  <a:lnTo>
                    <a:pt x="12" y="56"/>
                  </a:lnTo>
                  <a:lnTo>
                    <a:pt x="257" y="267"/>
                  </a:lnTo>
                  <a:lnTo>
                    <a:pt x="368" y="356"/>
                  </a:lnTo>
                  <a:lnTo>
                    <a:pt x="424" y="401"/>
                  </a:lnTo>
                  <a:lnTo>
                    <a:pt x="491" y="446"/>
                  </a:lnTo>
                  <a:lnTo>
                    <a:pt x="513" y="446"/>
                  </a:lnTo>
                  <a:lnTo>
                    <a:pt x="524" y="434"/>
                  </a:lnTo>
                  <a:lnTo>
                    <a:pt x="535" y="412"/>
                  </a:lnTo>
                  <a:lnTo>
                    <a:pt x="524" y="390"/>
                  </a:lnTo>
                  <a:lnTo>
                    <a:pt x="479" y="345"/>
                  </a:lnTo>
                  <a:lnTo>
                    <a:pt x="413" y="290"/>
                  </a:lnTo>
                  <a:lnTo>
                    <a:pt x="301" y="201"/>
                  </a:lnTo>
                  <a:lnTo>
                    <a:pt x="68" y="11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2011507" y="2609097"/>
              <a:ext cx="17014" cy="8660"/>
            </a:xfrm>
            <a:custGeom>
              <a:rect b="b" l="l" r="r" t="t"/>
              <a:pathLst>
                <a:path extrusionOk="0" h="369" w="725">
                  <a:moveTo>
                    <a:pt x="56" y="1"/>
                  </a:moveTo>
                  <a:lnTo>
                    <a:pt x="34" y="12"/>
                  </a:lnTo>
                  <a:lnTo>
                    <a:pt x="12" y="23"/>
                  </a:lnTo>
                  <a:lnTo>
                    <a:pt x="1" y="45"/>
                  </a:lnTo>
                  <a:lnTo>
                    <a:pt x="1" y="67"/>
                  </a:lnTo>
                  <a:lnTo>
                    <a:pt x="1" y="90"/>
                  </a:lnTo>
                  <a:lnTo>
                    <a:pt x="12" y="112"/>
                  </a:lnTo>
                  <a:lnTo>
                    <a:pt x="23" y="123"/>
                  </a:lnTo>
                  <a:lnTo>
                    <a:pt x="390" y="279"/>
                  </a:lnTo>
                  <a:lnTo>
                    <a:pt x="546" y="346"/>
                  </a:lnTo>
                  <a:lnTo>
                    <a:pt x="624" y="368"/>
                  </a:lnTo>
                  <a:lnTo>
                    <a:pt x="702" y="368"/>
                  </a:lnTo>
                  <a:lnTo>
                    <a:pt x="713" y="357"/>
                  </a:lnTo>
                  <a:lnTo>
                    <a:pt x="724" y="335"/>
                  </a:lnTo>
                  <a:lnTo>
                    <a:pt x="724" y="324"/>
                  </a:lnTo>
                  <a:lnTo>
                    <a:pt x="724" y="301"/>
                  </a:lnTo>
                  <a:lnTo>
                    <a:pt x="702" y="268"/>
                  </a:lnTo>
                  <a:lnTo>
                    <a:pt x="680" y="246"/>
                  </a:lnTo>
                  <a:lnTo>
                    <a:pt x="602" y="201"/>
                  </a:lnTo>
                  <a:lnTo>
                    <a:pt x="446" y="145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2009419" y="2604404"/>
              <a:ext cx="7087" cy="6031"/>
            </a:xfrm>
            <a:custGeom>
              <a:rect b="b" l="l" r="r" t="t"/>
              <a:pathLst>
                <a:path extrusionOk="0" h="257" w="302">
                  <a:moveTo>
                    <a:pt x="234" y="0"/>
                  </a:moveTo>
                  <a:lnTo>
                    <a:pt x="156" y="34"/>
                  </a:lnTo>
                  <a:lnTo>
                    <a:pt x="79" y="78"/>
                  </a:lnTo>
                  <a:lnTo>
                    <a:pt x="45" y="112"/>
                  </a:lnTo>
                  <a:lnTo>
                    <a:pt x="12" y="134"/>
                  </a:lnTo>
                  <a:lnTo>
                    <a:pt x="1" y="178"/>
                  </a:lnTo>
                  <a:lnTo>
                    <a:pt x="1" y="223"/>
                  </a:lnTo>
                  <a:lnTo>
                    <a:pt x="12" y="245"/>
                  </a:lnTo>
                  <a:lnTo>
                    <a:pt x="45" y="256"/>
                  </a:lnTo>
                  <a:lnTo>
                    <a:pt x="79" y="245"/>
                  </a:lnTo>
                  <a:lnTo>
                    <a:pt x="112" y="234"/>
                  </a:lnTo>
                  <a:lnTo>
                    <a:pt x="168" y="190"/>
                  </a:lnTo>
                  <a:lnTo>
                    <a:pt x="223" y="145"/>
                  </a:lnTo>
                  <a:lnTo>
                    <a:pt x="279" y="100"/>
                  </a:lnTo>
                  <a:lnTo>
                    <a:pt x="290" y="89"/>
                  </a:lnTo>
                  <a:lnTo>
                    <a:pt x="301" y="67"/>
                  </a:lnTo>
                  <a:lnTo>
                    <a:pt x="301" y="34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1989823" y="2601259"/>
              <a:ext cx="4999" cy="3943"/>
            </a:xfrm>
            <a:custGeom>
              <a:rect b="b" l="l" r="r" t="t"/>
              <a:pathLst>
                <a:path extrusionOk="0" h="168" w="213">
                  <a:moveTo>
                    <a:pt x="56" y="1"/>
                  </a:moveTo>
                  <a:lnTo>
                    <a:pt x="23" y="23"/>
                  </a:lnTo>
                  <a:lnTo>
                    <a:pt x="1" y="45"/>
                  </a:lnTo>
                  <a:lnTo>
                    <a:pt x="1" y="79"/>
                  </a:lnTo>
                  <a:lnTo>
                    <a:pt x="1" y="112"/>
                  </a:lnTo>
                  <a:lnTo>
                    <a:pt x="23" y="145"/>
                  </a:lnTo>
                  <a:lnTo>
                    <a:pt x="56" y="157"/>
                  </a:lnTo>
                  <a:lnTo>
                    <a:pt x="123" y="168"/>
                  </a:lnTo>
                  <a:lnTo>
                    <a:pt x="168" y="168"/>
                  </a:lnTo>
                  <a:lnTo>
                    <a:pt x="190" y="145"/>
                  </a:lnTo>
                  <a:lnTo>
                    <a:pt x="201" y="123"/>
                  </a:lnTo>
                  <a:lnTo>
                    <a:pt x="212" y="101"/>
                  </a:lnTo>
                  <a:lnTo>
                    <a:pt x="212" y="79"/>
                  </a:lnTo>
                  <a:lnTo>
                    <a:pt x="201" y="56"/>
                  </a:lnTo>
                  <a:lnTo>
                    <a:pt x="179" y="34"/>
                  </a:lnTo>
                  <a:lnTo>
                    <a:pt x="123" y="12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2141353" y="2595768"/>
              <a:ext cx="70567" cy="39496"/>
            </a:xfrm>
            <a:custGeom>
              <a:rect b="b" l="l" r="r" t="t"/>
              <a:pathLst>
                <a:path extrusionOk="0" h="1683" w="3007">
                  <a:moveTo>
                    <a:pt x="836" y="1"/>
                  </a:moveTo>
                  <a:lnTo>
                    <a:pt x="680" y="12"/>
                  </a:lnTo>
                  <a:lnTo>
                    <a:pt x="535" y="34"/>
                  </a:lnTo>
                  <a:lnTo>
                    <a:pt x="391" y="79"/>
                  </a:lnTo>
                  <a:lnTo>
                    <a:pt x="324" y="112"/>
                  </a:lnTo>
                  <a:lnTo>
                    <a:pt x="257" y="146"/>
                  </a:lnTo>
                  <a:lnTo>
                    <a:pt x="201" y="201"/>
                  </a:lnTo>
                  <a:lnTo>
                    <a:pt x="146" y="246"/>
                  </a:lnTo>
                  <a:lnTo>
                    <a:pt x="101" y="313"/>
                  </a:lnTo>
                  <a:lnTo>
                    <a:pt x="57" y="368"/>
                  </a:lnTo>
                  <a:lnTo>
                    <a:pt x="23" y="435"/>
                  </a:lnTo>
                  <a:lnTo>
                    <a:pt x="1" y="513"/>
                  </a:lnTo>
                  <a:lnTo>
                    <a:pt x="1" y="591"/>
                  </a:lnTo>
                  <a:lnTo>
                    <a:pt x="1" y="658"/>
                  </a:lnTo>
                  <a:lnTo>
                    <a:pt x="12" y="736"/>
                  </a:lnTo>
                  <a:lnTo>
                    <a:pt x="45" y="802"/>
                  </a:lnTo>
                  <a:lnTo>
                    <a:pt x="79" y="869"/>
                  </a:lnTo>
                  <a:lnTo>
                    <a:pt x="123" y="925"/>
                  </a:lnTo>
                  <a:lnTo>
                    <a:pt x="235" y="1036"/>
                  </a:lnTo>
                  <a:lnTo>
                    <a:pt x="346" y="1125"/>
                  </a:lnTo>
                  <a:lnTo>
                    <a:pt x="480" y="1214"/>
                  </a:lnTo>
                  <a:lnTo>
                    <a:pt x="613" y="1303"/>
                  </a:lnTo>
                  <a:lnTo>
                    <a:pt x="747" y="1381"/>
                  </a:lnTo>
                  <a:lnTo>
                    <a:pt x="880" y="1448"/>
                  </a:lnTo>
                  <a:lnTo>
                    <a:pt x="1025" y="1504"/>
                  </a:lnTo>
                  <a:lnTo>
                    <a:pt x="1170" y="1560"/>
                  </a:lnTo>
                  <a:lnTo>
                    <a:pt x="1326" y="1604"/>
                  </a:lnTo>
                  <a:lnTo>
                    <a:pt x="1471" y="1637"/>
                  </a:lnTo>
                  <a:lnTo>
                    <a:pt x="1615" y="1660"/>
                  </a:lnTo>
                  <a:lnTo>
                    <a:pt x="1771" y="1682"/>
                  </a:lnTo>
                  <a:lnTo>
                    <a:pt x="2072" y="1682"/>
                  </a:lnTo>
                  <a:lnTo>
                    <a:pt x="2216" y="1660"/>
                  </a:lnTo>
                  <a:lnTo>
                    <a:pt x="2372" y="1626"/>
                  </a:lnTo>
                  <a:lnTo>
                    <a:pt x="2506" y="1582"/>
                  </a:lnTo>
                  <a:lnTo>
                    <a:pt x="2651" y="1526"/>
                  </a:lnTo>
                  <a:lnTo>
                    <a:pt x="2729" y="1482"/>
                  </a:lnTo>
                  <a:lnTo>
                    <a:pt x="2807" y="1437"/>
                  </a:lnTo>
                  <a:lnTo>
                    <a:pt x="2862" y="1393"/>
                  </a:lnTo>
                  <a:lnTo>
                    <a:pt x="2918" y="1326"/>
                  </a:lnTo>
                  <a:lnTo>
                    <a:pt x="2962" y="1248"/>
                  </a:lnTo>
                  <a:lnTo>
                    <a:pt x="2996" y="1159"/>
                  </a:lnTo>
                  <a:lnTo>
                    <a:pt x="3007" y="1059"/>
                  </a:lnTo>
                  <a:lnTo>
                    <a:pt x="2996" y="969"/>
                  </a:lnTo>
                  <a:lnTo>
                    <a:pt x="2974" y="880"/>
                  </a:lnTo>
                  <a:lnTo>
                    <a:pt x="2940" y="791"/>
                  </a:lnTo>
                  <a:lnTo>
                    <a:pt x="2884" y="702"/>
                  </a:lnTo>
                  <a:lnTo>
                    <a:pt x="2829" y="624"/>
                  </a:lnTo>
                  <a:lnTo>
                    <a:pt x="2706" y="513"/>
                  </a:lnTo>
                  <a:lnTo>
                    <a:pt x="2573" y="424"/>
                  </a:lnTo>
                  <a:lnTo>
                    <a:pt x="2439" y="346"/>
                  </a:lnTo>
                  <a:lnTo>
                    <a:pt x="2283" y="279"/>
                  </a:lnTo>
                  <a:lnTo>
                    <a:pt x="2127" y="224"/>
                  </a:lnTo>
                  <a:lnTo>
                    <a:pt x="1972" y="179"/>
                  </a:lnTo>
                  <a:lnTo>
                    <a:pt x="1660" y="90"/>
                  </a:lnTo>
                  <a:lnTo>
                    <a:pt x="1459" y="45"/>
                  </a:lnTo>
                  <a:lnTo>
                    <a:pt x="1248" y="12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934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2153392" y="2609895"/>
              <a:ext cx="18563" cy="9152"/>
            </a:xfrm>
            <a:custGeom>
              <a:rect b="b" l="l" r="r" t="t"/>
              <a:pathLst>
                <a:path extrusionOk="0" h="390" w="791">
                  <a:moveTo>
                    <a:pt x="323" y="0"/>
                  </a:moveTo>
                  <a:lnTo>
                    <a:pt x="223" y="11"/>
                  </a:lnTo>
                  <a:lnTo>
                    <a:pt x="134" y="22"/>
                  </a:lnTo>
                  <a:lnTo>
                    <a:pt x="45" y="56"/>
                  </a:lnTo>
                  <a:lnTo>
                    <a:pt x="11" y="78"/>
                  </a:lnTo>
                  <a:lnTo>
                    <a:pt x="0" y="123"/>
                  </a:lnTo>
                  <a:lnTo>
                    <a:pt x="0" y="145"/>
                  </a:lnTo>
                  <a:lnTo>
                    <a:pt x="11" y="156"/>
                  </a:lnTo>
                  <a:lnTo>
                    <a:pt x="22" y="178"/>
                  </a:lnTo>
                  <a:lnTo>
                    <a:pt x="45" y="178"/>
                  </a:lnTo>
                  <a:lnTo>
                    <a:pt x="134" y="200"/>
                  </a:lnTo>
                  <a:lnTo>
                    <a:pt x="579" y="200"/>
                  </a:lnTo>
                  <a:lnTo>
                    <a:pt x="643" y="193"/>
                  </a:lnTo>
                  <a:lnTo>
                    <a:pt x="643" y="193"/>
                  </a:lnTo>
                  <a:lnTo>
                    <a:pt x="612" y="223"/>
                  </a:lnTo>
                  <a:lnTo>
                    <a:pt x="512" y="312"/>
                  </a:lnTo>
                  <a:lnTo>
                    <a:pt x="512" y="345"/>
                  </a:lnTo>
                  <a:lnTo>
                    <a:pt x="523" y="379"/>
                  </a:lnTo>
                  <a:lnTo>
                    <a:pt x="546" y="390"/>
                  </a:lnTo>
                  <a:lnTo>
                    <a:pt x="579" y="379"/>
                  </a:lnTo>
                  <a:lnTo>
                    <a:pt x="657" y="323"/>
                  </a:lnTo>
                  <a:lnTo>
                    <a:pt x="701" y="278"/>
                  </a:lnTo>
                  <a:lnTo>
                    <a:pt x="735" y="234"/>
                  </a:lnTo>
                  <a:lnTo>
                    <a:pt x="768" y="189"/>
                  </a:lnTo>
                  <a:lnTo>
                    <a:pt x="791" y="134"/>
                  </a:lnTo>
                  <a:lnTo>
                    <a:pt x="779" y="111"/>
                  </a:lnTo>
                  <a:lnTo>
                    <a:pt x="779" y="89"/>
                  </a:lnTo>
                  <a:lnTo>
                    <a:pt x="768" y="78"/>
                  </a:lnTo>
                  <a:lnTo>
                    <a:pt x="735" y="56"/>
                  </a:lnTo>
                  <a:lnTo>
                    <a:pt x="668" y="22"/>
                  </a:lnTo>
                  <a:lnTo>
                    <a:pt x="579" y="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2173762" y="2613016"/>
              <a:ext cx="5773" cy="7345"/>
            </a:xfrm>
            <a:custGeom>
              <a:rect b="b" l="l" r="r" t="t"/>
              <a:pathLst>
                <a:path extrusionOk="0" h="313" w="246">
                  <a:moveTo>
                    <a:pt x="112" y="1"/>
                  </a:moveTo>
                  <a:lnTo>
                    <a:pt x="78" y="23"/>
                  </a:lnTo>
                  <a:lnTo>
                    <a:pt x="45" y="56"/>
                  </a:lnTo>
                  <a:lnTo>
                    <a:pt x="23" y="101"/>
                  </a:lnTo>
                  <a:lnTo>
                    <a:pt x="0" y="145"/>
                  </a:lnTo>
                  <a:lnTo>
                    <a:pt x="0" y="190"/>
                  </a:lnTo>
                  <a:lnTo>
                    <a:pt x="12" y="234"/>
                  </a:lnTo>
                  <a:lnTo>
                    <a:pt x="34" y="268"/>
                  </a:lnTo>
                  <a:lnTo>
                    <a:pt x="56" y="290"/>
                  </a:lnTo>
                  <a:lnTo>
                    <a:pt x="78" y="312"/>
                  </a:lnTo>
                  <a:lnTo>
                    <a:pt x="145" y="312"/>
                  </a:lnTo>
                  <a:lnTo>
                    <a:pt x="179" y="290"/>
                  </a:lnTo>
                  <a:lnTo>
                    <a:pt x="201" y="268"/>
                  </a:lnTo>
                  <a:lnTo>
                    <a:pt x="212" y="234"/>
                  </a:lnTo>
                  <a:lnTo>
                    <a:pt x="223" y="179"/>
                  </a:lnTo>
                  <a:lnTo>
                    <a:pt x="234" y="168"/>
                  </a:lnTo>
                  <a:lnTo>
                    <a:pt x="245" y="123"/>
                  </a:lnTo>
                  <a:lnTo>
                    <a:pt x="245" y="79"/>
                  </a:lnTo>
                  <a:lnTo>
                    <a:pt x="223" y="45"/>
                  </a:lnTo>
                  <a:lnTo>
                    <a:pt x="190" y="1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2174278" y="2622685"/>
              <a:ext cx="8660" cy="4999"/>
            </a:xfrm>
            <a:custGeom>
              <a:rect b="b" l="l" r="r" t="t"/>
              <a:pathLst>
                <a:path extrusionOk="0" h="213" w="369">
                  <a:moveTo>
                    <a:pt x="134" y="1"/>
                  </a:moveTo>
                  <a:lnTo>
                    <a:pt x="68" y="12"/>
                  </a:lnTo>
                  <a:lnTo>
                    <a:pt x="45" y="23"/>
                  </a:lnTo>
                  <a:lnTo>
                    <a:pt x="23" y="45"/>
                  </a:lnTo>
                  <a:lnTo>
                    <a:pt x="12" y="67"/>
                  </a:lnTo>
                  <a:lnTo>
                    <a:pt x="1" y="101"/>
                  </a:lnTo>
                  <a:lnTo>
                    <a:pt x="12" y="123"/>
                  </a:lnTo>
                  <a:lnTo>
                    <a:pt x="23" y="145"/>
                  </a:lnTo>
                  <a:lnTo>
                    <a:pt x="45" y="168"/>
                  </a:lnTo>
                  <a:lnTo>
                    <a:pt x="68" y="179"/>
                  </a:lnTo>
                  <a:lnTo>
                    <a:pt x="123" y="201"/>
                  </a:lnTo>
                  <a:lnTo>
                    <a:pt x="190" y="212"/>
                  </a:lnTo>
                  <a:lnTo>
                    <a:pt x="257" y="212"/>
                  </a:lnTo>
                  <a:lnTo>
                    <a:pt x="312" y="190"/>
                  </a:lnTo>
                  <a:lnTo>
                    <a:pt x="357" y="168"/>
                  </a:lnTo>
                  <a:lnTo>
                    <a:pt x="368" y="123"/>
                  </a:lnTo>
                  <a:lnTo>
                    <a:pt x="368" y="79"/>
                  </a:lnTo>
                  <a:lnTo>
                    <a:pt x="357" y="56"/>
                  </a:lnTo>
                  <a:lnTo>
                    <a:pt x="335" y="45"/>
                  </a:lnTo>
                  <a:lnTo>
                    <a:pt x="268" y="12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2182656" y="2614847"/>
              <a:ext cx="12555" cy="10467"/>
            </a:xfrm>
            <a:custGeom>
              <a:rect b="b" l="l" r="r" t="t"/>
              <a:pathLst>
                <a:path extrusionOk="0" h="446" w="535">
                  <a:moveTo>
                    <a:pt x="33" y="1"/>
                  </a:moveTo>
                  <a:lnTo>
                    <a:pt x="11" y="12"/>
                  </a:lnTo>
                  <a:lnTo>
                    <a:pt x="0" y="34"/>
                  </a:lnTo>
                  <a:lnTo>
                    <a:pt x="0" y="56"/>
                  </a:lnTo>
                  <a:lnTo>
                    <a:pt x="11" y="67"/>
                  </a:lnTo>
                  <a:lnTo>
                    <a:pt x="256" y="268"/>
                  </a:lnTo>
                  <a:lnTo>
                    <a:pt x="367" y="368"/>
                  </a:lnTo>
                  <a:lnTo>
                    <a:pt x="423" y="413"/>
                  </a:lnTo>
                  <a:lnTo>
                    <a:pt x="479" y="446"/>
                  </a:lnTo>
                  <a:lnTo>
                    <a:pt x="501" y="446"/>
                  </a:lnTo>
                  <a:lnTo>
                    <a:pt x="523" y="435"/>
                  </a:lnTo>
                  <a:lnTo>
                    <a:pt x="534" y="424"/>
                  </a:lnTo>
                  <a:lnTo>
                    <a:pt x="523" y="401"/>
                  </a:lnTo>
                  <a:lnTo>
                    <a:pt x="468" y="346"/>
                  </a:lnTo>
                  <a:lnTo>
                    <a:pt x="412" y="290"/>
                  </a:lnTo>
                  <a:lnTo>
                    <a:pt x="301" y="201"/>
                  </a:lnTo>
                  <a:lnTo>
                    <a:pt x="67" y="12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2184205" y="2610153"/>
              <a:ext cx="17272" cy="8636"/>
            </a:xfrm>
            <a:custGeom>
              <a:rect b="b" l="l" r="r" t="t"/>
              <a:pathLst>
                <a:path extrusionOk="0" h="368" w="736">
                  <a:moveTo>
                    <a:pt x="34" y="0"/>
                  </a:moveTo>
                  <a:lnTo>
                    <a:pt x="23" y="11"/>
                  </a:lnTo>
                  <a:lnTo>
                    <a:pt x="12" y="34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12" y="100"/>
                  </a:lnTo>
                  <a:lnTo>
                    <a:pt x="34" y="112"/>
                  </a:lnTo>
                  <a:lnTo>
                    <a:pt x="402" y="267"/>
                  </a:lnTo>
                  <a:lnTo>
                    <a:pt x="546" y="345"/>
                  </a:lnTo>
                  <a:lnTo>
                    <a:pt x="624" y="368"/>
                  </a:lnTo>
                  <a:lnTo>
                    <a:pt x="669" y="368"/>
                  </a:lnTo>
                  <a:lnTo>
                    <a:pt x="702" y="356"/>
                  </a:lnTo>
                  <a:lnTo>
                    <a:pt x="724" y="345"/>
                  </a:lnTo>
                  <a:lnTo>
                    <a:pt x="736" y="334"/>
                  </a:lnTo>
                  <a:lnTo>
                    <a:pt x="736" y="312"/>
                  </a:lnTo>
                  <a:lnTo>
                    <a:pt x="736" y="290"/>
                  </a:lnTo>
                  <a:lnTo>
                    <a:pt x="713" y="256"/>
                  </a:lnTo>
                  <a:lnTo>
                    <a:pt x="680" y="234"/>
                  </a:lnTo>
                  <a:lnTo>
                    <a:pt x="613" y="189"/>
                  </a:lnTo>
                  <a:lnTo>
                    <a:pt x="457" y="145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2182374" y="2605178"/>
              <a:ext cx="6829" cy="6031"/>
            </a:xfrm>
            <a:custGeom>
              <a:rect b="b" l="l" r="r" t="t"/>
              <a:pathLst>
                <a:path extrusionOk="0" h="257" w="291">
                  <a:moveTo>
                    <a:pt x="257" y="1"/>
                  </a:moveTo>
                  <a:lnTo>
                    <a:pt x="235" y="12"/>
                  </a:lnTo>
                  <a:lnTo>
                    <a:pt x="157" y="45"/>
                  </a:lnTo>
                  <a:lnTo>
                    <a:pt x="79" y="90"/>
                  </a:lnTo>
                  <a:lnTo>
                    <a:pt x="45" y="112"/>
                  </a:lnTo>
                  <a:lnTo>
                    <a:pt x="12" y="145"/>
                  </a:lnTo>
                  <a:lnTo>
                    <a:pt x="1" y="179"/>
                  </a:lnTo>
                  <a:lnTo>
                    <a:pt x="1" y="223"/>
                  </a:lnTo>
                  <a:lnTo>
                    <a:pt x="12" y="246"/>
                  </a:lnTo>
                  <a:lnTo>
                    <a:pt x="34" y="257"/>
                  </a:lnTo>
                  <a:lnTo>
                    <a:pt x="79" y="257"/>
                  </a:lnTo>
                  <a:lnTo>
                    <a:pt x="112" y="234"/>
                  </a:lnTo>
                  <a:lnTo>
                    <a:pt x="157" y="190"/>
                  </a:lnTo>
                  <a:lnTo>
                    <a:pt x="212" y="145"/>
                  </a:lnTo>
                  <a:lnTo>
                    <a:pt x="268" y="101"/>
                  </a:lnTo>
                  <a:lnTo>
                    <a:pt x="290" y="90"/>
                  </a:lnTo>
                  <a:lnTo>
                    <a:pt x="290" y="67"/>
                  </a:lnTo>
                  <a:lnTo>
                    <a:pt x="290" y="34"/>
                  </a:lnTo>
                  <a:lnTo>
                    <a:pt x="268" y="12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2162521" y="2602057"/>
              <a:ext cx="5257" cy="4201"/>
            </a:xfrm>
            <a:custGeom>
              <a:rect b="b" l="l" r="r" t="t"/>
              <a:pathLst>
                <a:path extrusionOk="0" h="179" w="224">
                  <a:moveTo>
                    <a:pt x="56" y="0"/>
                  </a:moveTo>
                  <a:lnTo>
                    <a:pt x="34" y="22"/>
                  </a:lnTo>
                  <a:lnTo>
                    <a:pt x="12" y="45"/>
                  </a:lnTo>
                  <a:lnTo>
                    <a:pt x="1" y="78"/>
                  </a:lnTo>
                  <a:lnTo>
                    <a:pt x="12" y="111"/>
                  </a:lnTo>
                  <a:lnTo>
                    <a:pt x="34" y="145"/>
                  </a:lnTo>
                  <a:lnTo>
                    <a:pt x="68" y="156"/>
                  </a:lnTo>
                  <a:lnTo>
                    <a:pt x="123" y="178"/>
                  </a:lnTo>
                  <a:lnTo>
                    <a:pt x="157" y="178"/>
                  </a:lnTo>
                  <a:lnTo>
                    <a:pt x="179" y="167"/>
                  </a:lnTo>
                  <a:lnTo>
                    <a:pt x="201" y="156"/>
                  </a:lnTo>
                  <a:lnTo>
                    <a:pt x="212" y="134"/>
                  </a:lnTo>
                  <a:lnTo>
                    <a:pt x="223" y="111"/>
                  </a:lnTo>
                  <a:lnTo>
                    <a:pt x="212" y="78"/>
                  </a:lnTo>
                  <a:lnTo>
                    <a:pt x="201" y="56"/>
                  </a:lnTo>
                  <a:lnTo>
                    <a:pt x="179" y="45"/>
                  </a:lnTo>
                  <a:lnTo>
                    <a:pt x="123" y="1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1840382" y="2578261"/>
              <a:ext cx="380174" cy="108467"/>
            </a:xfrm>
            <a:custGeom>
              <a:rect b="b" l="l" r="r" t="t"/>
              <a:pathLst>
                <a:path extrusionOk="0" h="4622" w="16200">
                  <a:moveTo>
                    <a:pt x="4142" y="1"/>
                  </a:moveTo>
                  <a:lnTo>
                    <a:pt x="3975" y="12"/>
                  </a:lnTo>
                  <a:lnTo>
                    <a:pt x="3819" y="45"/>
                  </a:lnTo>
                  <a:lnTo>
                    <a:pt x="3663" y="112"/>
                  </a:lnTo>
                  <a:lnTo>
                    <a:pt x="3596" y="146"/>
                  </a:lnTo>
                  <a:lnTo>
                    <a:pt x="3530" y="190"/>
                  </a:lnTo>
                  <a:lnTo>
                    <a:pt x="3463" y="235"/>
                  </a:lnTo>
                  <a:lnTo>
                    <a:pt x="3407" y="290"/>
                  </a:lnTo>
                  <a:lnTo>
                    <a:pt x="3351" y="357"/>
                  </a:lnTo>
                  <a:lnTo>
                    <a:pt x="3307" y="424"/>
                  </a:lnTo>
                  <a:lnTo>
                    <a:pt x="3251" y="524"/>
                  </a:lnTo>
                  <a:lnTo>
                    <a:pt x="3218" y="624"/>
                  </a:lnTo>
                  <a:lnTo>
                    <a:pt x="3184" y="725"/>
                  </a:lnTo>
                  <a:lnTo>
                    <a:pt x="3173" y="836"/>
                  </a:lnTo>
                  <a:lnTo>
                    <a:pt x="3162" y="947"/>
                  </a:lnTo>
                  <a:lnTo>
                    <a:pt x="3151" y="1059"/>
                  </a:lnTo>
                  <a:lnTo>
                    <a:pt x="3162" y="1281"/>
                  </a:lnTo>
                  <a:lnTo>
                    <a:pt x="3173" y="1515"/>
                  </a:lnTo>
                  <a:lnTo>
                    <a:pt x="3184" y="1749"/>
                  </a:lnTo>
                  <a:lnTo>
                    <a:pt x="3173" y="1860"/>
                  </a:lnTo>
                  <a:lnTo>
                    <a:pt x="3173" y="1972"/>
                  </a:lnTo>
                  <a:lnTo>
                    <a:pt x="3151" y="2083"/>
                  </a:lnTo>
                  <a:lnTo>
                    <a:pt x="3129" y="2194"/>
                  </a:lnTo>
                  <a:lnTo>
                    <a:pt x="2962" y="2172"/>
                  </a:lnTo>
                  <a:lnTo>
                    <a:pt x="2795" y="2161"/>
                  </a:lnTo>
                  <a:lnTo>
                    <a:pt x="2628" y="2161"/>
                  </a:lnTo>
                  <a:lnTo>
                    <a:pt x="2461" y="2172"/>
                  </a:lnTo>
                  <a:lnTo>
                    <a:pt x="2639" y="2706"/>
                  </a:lnTo>
                  <a:lnTo>
                    <a:pt x="2394" y="2606"/>
                  </a:lnTo>
                  <a:lnTo>
                    <a:pt x="2138" y="2517"/>
                  </a:lnTo>
                  <a:lnTo>
                    <a:pt x="1871" y="2450"/>
                  </a:lnTo>
                  <a:lnTo>
                    <a:pt x="1603" y="2395"/>
                  </a:lnTo>
                  <a:lnTo>
                    <a:pt x="1336" y="2350"/>
                  </a:lnTo>
                  <a:lnTo>
                    <a:pt x="1069" y="2328"/>
                  </a:lnTo>
                  <a:lnTo>
                    <a:pt x="802" y="2328"/>
                  </a:lnTo>
                  <a:lnTo>
                    <a:pt x="535" y="2339"/>
                  </a:lnTo>
                  <a:lnTo>
                    <a:pt x="434" y="2350"/>
                  </a:lnTo>
                  <a:lnTo>
                    <a:pt x="345" y="2361"/>
                  </a:lnTo>
                  <a:lnTo>
                    <a:pt x="256" y="2395"/>
                  </a:lnTo>
                  <a:lnTo>
                    <a:pt x="167" y="2439"/>
                  </a:lnTo>
                  <a:lnTo>
                    <a:pt x="89" y="2495"/>
                  </a:lnTo>
                  <a:lnTo>
                    <a:pt x="34" y="2550"/>
                  </a:lnTo>
                  <a:lnTo>
                    <a:pt x="23" y="2595"/>
                  </a:lnTo>
                  <a:lnTo>
                    <a:pt x="0" y="2628"/>
                  </a:lnTo>
                  <a:lnTo>
                    <a:pt x="0" y="2673"/>
                  </a:lnTo>
                  <a:lnTo>
                    <a:pt x="0" y="2717"/>
                  </a:lnTo>
                  <a:lnTo>
                    <a:pt x="0" y="2762"/>
                  </a:lnTo>
                  <a:lnTo>
                    <a:pt x="11" y="2807"/>
                  </a:lnTo>
                  <a:lnTo>
                    <a:pt x="56" y="2884"/>
                  </a:lnTo>
                  <a:lnTo>
                    <a:pt x="123" y="2951"/>
                  </a:lnTo>
                  <a:lnTo>
                    <a:pt x="190" y="3018"/>
                  </a:lnTo>
                  <a:lnTo>
                    <a:pt x="345" y="3141"/>
                  </a:lnTo>
                  <a:lnTo>
                    <a:pt x="501" y="3252"/>
                  </a:lnTo>
                  <a:lnTo>
                    <a:pt x="679" y="3352"/>
                  </a:lnTo>
                  <a:lnTo>
                    <a:pt x="858" y="3441"/>
                  </a:lnTo>
                  <a:lnTo>
                    <a:pt x="1047" y="3508"/>
                  </a:lnTo>
                  <a:lnTo>
                    <a:pt x="1236" y="3575"/>
                  </a:lnTo>
                  <a:lnTo>
                    <a:pt x="1425" y="3619"/>
                  </a:lnTo>
                  <a:lnTo>
                    <a:pt x="1626" y="3642"/>
                  </a:lnTo>
                  <a:lnTo>
                    <a:pt x="4242" y="4131"/>
                  </a:lnTo>
                  <a:lnTo>
                    <a:pt x="4064" y="4310"/>
                  </a:lnTo>
                  <a:lnTo>
                    <a:pt x="4298" y="4399"/>
                  </a:lnTo>
                  <a:lnTo>
                    <a:pt x="4532" y="4465"/>
                  </a:lnTo>
                  <a:lnTo>
                    <a:pt x="4776" y="4510"/>
                  </a:lnTo>
                  <a:lnTo>
                    <a:pt x="5021" y="4554"/>
                  </a:lnTo>
                  <a:lnTo>
                    <a:pt x="5266" y="4577"/>
                  </a:lnTo>
                  <a:lnTo>
                    <a:pt x="5511" y="4599"/>
                  </a:lnTo>
                  <a:lnTo>
                    <a:pt x="6012" y="4599"/>
                  </a:lnTo>
                  <a:lnTo>
                    <a:pt x="6513" y="4588"/>
                  </a:lnTo>
                  <a:lnTo>
                    <a:pt x="7025" y="4554"/>
                  </a:lnTo>
                  <a:lnTo>
                    <a:pt x="7526" y="4521"/>
                  </a:lnTo>
                  <a:lnTo>
                    <a:pt x="8027" y="4510"/>
                  </a:lnTo>
                  <a:lnTo>
                    <a:pt x="8350" y="4499"/>
                  </a:lnTo>
                  <a:lnTo>
                    <a:pt x="8662" y="4510"/>
                  </a:lnTo>
                  <a:lnTo>
                    <a:pt x="9308" y="4532"/>
                  </a:lnTo>
                  <a:lnTo>
                    <a:pt x="9942" y="4566"/>
                  </a:lnTo>
                  <a:lnTo>
                    <a:pt x="10577" y="4599"/>
                  </a:lnTo>
                  <a:lnTo>
                    <a:pt x="11212" y="4621"/>
                  </a:lnTo>
                  <a:lnTo>
                    <a:pt x="11523" y="4610"/>
                  </a:lnTo>
                  <a:lnTo>
                    <a:pt x="11846" y="4610"/>
                  </a:lnTo>
                  <a:lnTo>
                    <a:pt x="12158" y="4588"/>
                  </a:lnTo>
                  <a:lnTo>
                    <a:pt x="12470" y="4554"/>
                  </a:lnTo>
                  <a:lnTo>
                    <a:pt x="12781" y="4499"/>
                  </a:lnTo>
                  <a:lnTo>
                    <a:pt x="13093" y="4443"/>
                  </a:lnTo>
                  <a:lnTo>
                    <a:pt x="13394" y="4365"/>
                  </a:lnTo>
                  <a:lnTo>
                    <a:pt x="13694" y="4276"/>
                  </a:lnTo>
                  <a:lnTo>
                    <a:pt x="13984" y="4176"/>
                  </a:lnTo>
                  <a:lnTo>
                    <a:pt x="14273" y="4065"/>
                  </a:lnTo>
                  <a:lnTo>
                    <a:pt x="14563" y="3942"/>
                  </a:lnTo>
                  <a:lnTo>
                    <a:pt x="14852" y="3820"/>
                  </a:lnTo>
                  <a:lnTo>
                    <a:pt x="15420" y="3552"/>
                  </a:lnTo>
                  <a:lnTo>
                    <a:pt x="15665" y="3430"/>
                  </a:lnTo>
                  <a:lnTo>
                    <a:pt x="15787" y="3352"/>
                  </a:lnTo>
                  <a:lnTo>
                    <a:pt x="15899" y="3274"/>
                  </a:lnTo>
                  <a:lnTo>
                    <a:pt x="15999" y="3185"/>
                  </a:lnTo>
                  <a:lnTo>
                    <a:pt x="16088" y="3085"/>
                  </a:lnTo>
                  <a:lnTo>
                    <a:pt x="16144" y="2962"/>
                  </a:lnTo>
                  <a:lnTo>
                    <a:pt x="16166" y="2907"/>
                  </a:lnTo>
                  <a:lnTo>
                    <a:pt x="16188" y="2840"/>
                  </a:lnTo>
                  <a:lnTo>
                    <a:pt x="16199" y="2762"/>
                  </a:lnTo>
                  <a:lnTo>
                    <a:pt x="16199" y="2684"/>
                  </a:lnTo>
                  <a:lnTo>
                    <a:pt x="16188" y="2606"/>
                  </a:lnTo>
                  <a:lnTo>
                    <a:pt x="16166" y="2528"/>
                  </a:lnTo>
                  <a:lnTo>
                    <a:pt x="16133" y="2461"/>
                  </a:lnTo>
                  <a:lnTo>
                    <a:pt x="16099" y="2395"/>
                  </a:lnTo>
                  <a:lnTo>
                    <a:pt x="16055" y="2328"/>
                  </a:lnTo>
                  <a:lnTo>
                    <a:pt x="15999" y="2272"/>
                  </a:lnTo>
                  <a:lnTo>
                    <a:pt x="15943" y="2216"/>
                  </a:lnTo>
                  <a:lnTo>
                    <a:pt x="15876" y="2161"/>
                  </a:lnTo>
                  <a:lnTo>
                    <a:pt x="15810" y="2116"/>
                  </a:lnTo>
                  <a:lnTo>
                    <a:pt x="15743" y="2083"/>
                  </a:lnTo>
                  <a:lnTo>
                    <a:pt x="15665" y="2049"/>
                  </a:lnTo>
                  <a:lnTo>
                    <a:pt x="15598" y="2016"/>
                  </a:lnTo>
                  <a:lnTo>
                    <a:pt x="15520" y="2005"/>
                  </a:lnTo>
                  <a:lnTo>
                    <a:pt x="15442" y="1983"/>
                  </a:lnTo>
                  <a:lnTo>
                    <a:pt x="15286" y="1983"/>
                  </a:lnTo>
                  <a:lnTo>
                    <a:pt x="15131" y="1994"/>
                  </a:lnTo>
                  <a:lnTo>
                    <a:pt x="14975" y="2027"/>
                  </a:lnTo>
                  <a:lnTo>
                    <a:pt x="14830" y="2072"/>
                  </a:lnTo>
                  <a:lnTo>
                    <a:pt x="14674" y="2127"/>
                  </a:lnTo>
                  <a:lnTo>
                    <a:pt x="14529" y="2183"/>
                  </a:lnTo>
                  <a:lnTo>
                    <a:pt x="14240" y="2328"/>
                  </a:lnTo>
                  <a:lnTo>
                    <a:pt x="14240" y="2328"/>
                  </a:lnTo>
                  <a:lnTo>
                    <a:pt x="14997" y="992"/>
                  </a:lnTo>
                  <a:lnTo>
                    <a:pt x="15053" y="880"/>
                  </a:lnTo>
                  <a:lnTo>
                    <a:pt x="15097" y="769"/>
                  </a:lnTo>
                  <a:lnTo>
                    <a:pt x="15142" y="647"/>
                  </a:lnTo>
                  <a:lnTo>
                    <a:pt x="15164" y="535"/>
                  </a:lnTo>
                  <a:lnTo>
                    <a:pt x="15175" y="413"/>
                  </a:lnTo>
                  <a:lnTo>
                    <a:pt x="15153" y="313"/>
                  </a:lnTo>
                  <a:lnTo>
                    <a:pt x="15142" y="257"/>
                  </a:lnTo>
                  <a:lnTo>
                    <a:pt x="15108" y="212"/>
                  </a:lnTo>
                  <a:lnTo>
                    <a:pt x="15075" y="179"/>
                  </a:lnTo>
                  <a:lnTo>
                    <a:pt x="15041" y="135"/>
                  </a:lnTo>
                  <a:lnTo>
                    <a:pt x="14997" y="112"/>
                  </a:lnTo>
                  <a:lnTo>
                    <a:pt x="14952" y="90"/>
                  </a:lnTo>
                  <a:lnTo>
                    <a:pt x="14852" y="57"/>
                  </a:lnTo>
                  <a:lnTo>
                    <a:pt x="14641" y="57"/>
                  </a:lnTo>
                  <a:lnTo>
                    <a:pt x="14362" y="79"/>
                  </a:lnTo>
                  <a:lnTo>
                    <a:pt x="14084" y="112"/>
                  </a:lnTo>
                  <a:lnTo>
                    <a:pt x="13806" y="168"/>
                  </a:lnTo>
                  <a:lnTo>
                    <a:pt x="13538" y="235"/>
                  </a:lnTo>
                  <a:lnTo>
                    <a:pt x="13271" y="313"/>
                  </a:lnTo>
                  <a:lnTo>
                    <a:pt x="13004" y="402"/>
                  </a:lnTo>
                  <a:lnTo>
                    <a:pt x="12748" y="513"/>
                  </a:lnTo>
                  <a:lnTo>
                    <a:pt x="12492" y="636"/>
                  </a:lnTo>
                  <a:lnTo>
                    <a:pt x="12247" y="758"/>
                  </a:lnTo>
                  <a:lnTo>
                    <a:pt x="12002" y="903"/>
                  </a:lnTo>
                  <a:lnTo>
                    <a:pt x="11768" y="1059"/>
                  </a:lnTo>
                  <a:lnTo>
                    <a:pt x="11546" y="1226"/>
                  </a:lnTo>
                  <a:lnTo>
                    <a:pt x="11323" y="1404"/>
                  </a:lnTo>
                  <a:lnTo>
                    <a:pt x="11123" y="1593"/>
                  </a:lnTo>
                  <a:lnTo>
                    <a:pt x="10922" y="1793"/>
                  </a:lnTo>
                  <a:lnTo>
                    <a:pt x="10733" y="2005"/>
                  </a:lnTo>
                  <a:lnTo>
                    <a:pt x="10755" y="1938"/>
                  </a:lnTo>
                  <a:lnTo>
                    <a:pt x="10766" y="1871"/>
                  </a:lnTo>
                  <a:lnTo>
                    <a:pt x="10766" y="1805"/>
                  </a:lnTo>
                  <a:lnTo>
                    <a:pt x="10755" y="1738"/>
                  </a:lnTo>
                  <a:lnTo>
                    <a:pt x="10733" y="1671"/>
                  </a:lnTo>
                  <a:lnTo>
                    <a:pt x="10699" y="1615"/>
                  </a:lnTo>
                  <a:lnTo>
                    <a:pt x="10655" y="1560"/>
                  </a:lnTo>
                  <a:lnTo>
                    <a:pt x="10599" y="1504"/>
                  </a:lnTo>
                  <a:lnTo>
                    <a:pt x="10544" y="1459"/>
                  </a:lnTo>
                  <a:lnTo>
                    <a:pt x="10477" y="1415"/>
                  </a:lnTo>
                  <a:lnTo>
                    <a:pt x="10410" y="1381"/>
                  </a:lnTo>
                  <a:lnTo>
                    <a:pt x="10343" y="1359"/>
                  </a:lnTo>
                  <a:lnTo>
                    <a:pt x="10265" y="1337"/>
                  </a:lnTo>
                  <a:lnTo>
                    <a:pt x="10121" y="1337"/>
                  </a:lnTo>
                  <a:lnTo>
                    <a:pt x="10043" y="1348"/>
                  </a:lnTo>
                  <a:lnTo>
                    <a:pt x="9976" y="1370"/>
                  </a:lnTo>
                  <a:lnTo>
                    <a:pt x="9909" y="1404"/>
                  </a:lnTo>
                  <a:lnTo>
                    <a:pt x="9787" y="1471"/>
                  </a:lnTo>
                  <a:lnTo>
                    <a:pt x="9675" y="1560"/>
                  </a:lnTo>
                  <a:lnTo>
                    <a:pt x="9564" y="1671"/>
                  </a:lnTo>
                  <a:lnTo>
                    <a:pt x="9464" y="1782"/>
                  </a:lnTo>
                  <a:lnTo>
                    <a:pt x="9375" y="1916"/>
                  </a:lnTo>
                  <a:lnTo>
                    <a:pt x="9219" y="2172"/>
                  </a:lnTo>
                  <a:lnTo>
                    <a:pt x="9163" y="2083"/>
                  </a:lnTo>
                  <a:lnTo>
                    <a:pt x="9119" y="1994"/>
                  </a:lnTo>
                  <a:lnTo>
                    <a:pt x="9085" y="1894"/>
                  </a:lnTo>
                  <a:lnTo>
                    <a:pt x="9063" y="1793"/>
                  </a:lnTo>
                  <a:lnTo>
                    <a:pt x="9029" y="1582"/>
                  </a:lnTo>
                  <a:lnTo>
                    <a:pt x="9007" y="1359"/>
                  </a:lnTo>
                  <a:lnTo>
                    <a:pt x="8974" y="1159"/>
                  </a:lnTo>
                  <a:lnTo>
                    <a:pt x="8952" y="1047"/>
                  </a:lnTo>
                  <a:lnTo>
                    <a:pt x="8929" y="958"/>
                  </a:lnTo>
                  <a:lnTo>
                    <a:pt x="8896" y="869"/>
                  </a:lnTo>
                  <a:lnTo>
                    <a:pt x="8840" y="780"/>
                  </a:lnTo>
                  <a:lnTo>
                    <a:pt x="8785" y="702"/>
                  </a:lnTo>
                  <a:lnTo>
                    <a:pt x="8718" y="636"/>
                  </a:lnTo>
                  <a:lnTo>
                    <a:pt x="8651" y="591"/>
                  </a:lnTo>
                  <a:lnTo>
                    <a:pt x="8573" y="558"/>
                  </a:lnTo>
                  <a:lnTo>
                    <a:pt x="8506" y="535"/>
                  </a:lnTo>
                  <a:lnTo>
                    <a:pt x="8428" y="524"/>
                  </a:lnTo>
                  <a:lnTo>
                    <a:pt x="8284" y="524"/>
                  </a:lnTo>
                  <a:lnTo>
                    <a:pt x="8206" y="546"/>
                  </a:lnTo>
                  <a:lnTo>
                    <a:pt x="8128" y="569"/>
                  </a:lnTo>
                  <a:lnTo>
                    <a:pt x="8050" y="591"/>
                  </a:lnTo>
                  <a:lnTo>
                    <a:pt x="7972" y="636"/>
                  </a:lnTo>
                  <a:lnTo>
                    <a:pt x="7838" y="725"/>
                  </a:lnTo>
                  <a:lnTo>
                    <a:pt x="7716" y="836"/>
                  </a:lnTo>
                  <a:lnTo>
                    <a:pt x="7604" y="970"/>
                  </a:lnTo>
                  <a:lnTo>
                    <a:pt x="7515" y="1103"/>
                  </a:lnTo>
                  <a:lnTo>
                    <a:pt x="7437" y="1248"/>
                  </a:lnTo>
                  <a:lnTo>
                    <a:pt x="7304" y="1548"/>
                  </a:lnTo>
                  <a:lnTo>
                    <a:pt x="7170" y="1849"/>
                  </a:lnTo>
                  <a:lnTo>
                    <a:pt x="7092" y="1994"/>
                  </a:lnTo>
                  <a:lnTo>
                    <a:pt x="7014" y="2139"/>
                  </a:lnTo>
                  <a:lnTo>
                    <a:pt x="6669" y="1760"/>
                  </a:lnTo>
                  <a:lnTo>
                    <a:pt x="6313" y="1404"/>
                  </a:lnTo>
                  <a:lnTo>
                    <a:pt x="5945" y="1059"/>
                  </a:lnTo>
                  <a:lnTo>
                    <a:pt x="5578" y="713"/>
                  </a:lnTo>
                  <a:lnTo>
                    <a:pt x="5322" y="502"/>
                  </a:lnTo>
                  <a:lnTo>
                    <a:pt x="5188" y="402"/>
                  </a:lnTo>
                  <a:lnTo>
                    <a:pt x="5055" y="302"/>
                  </a:lnTo>
                  <a:lnTo>
                    <a:pt x="4921" y="224"/>
                  </a:lnTo>
                  <a:lnTo>
                    <a:pt x="4776" y="146"/>
                  </a:lnTo>
                  <a:lnTo>
                    <a:pt x="4621" y="79"/>
                  </a:lnTo>
                  <a:lnTo>
                    <a:pt x="4465" y="34"/>
                  </a:lnTo>
                  <a:lnTo>
                    <a:pt x="4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1864671" y="2606750"/>
              <a:ext cx="71365" cy="37126"/>
            </a:xfrm>
            <a:custGeom>
              <a:rect b="b" l="l" r="r" t="t"/>
              <a:pathLst>
                <a:path extrusionOk="0" h="1582" w="3041">
                  <a:moveTo>
                    <a:pt x="1927" y="0"/>
                  </a:moveTo>
                  <a:lnTo>
                    <a:pt x="1760" y="12"/>
                  </a:lnTo>
                  <a:lnTo>
                    <a:pt x="1437" y="34"/>
                  </a:lnTo>
                  <a:lnTo>
                    <a:pt x="1225" y="56"/>
                  </a:lnTo>
                  <a:lnTo>
                    <a:pt x="1025" y="90"/>
                  </a:lnTo>
                  <a:lnTo>
                    <a:pt x="825" y="145"/>
                  </a:lnTo>
                  <a:lnTo>
                    <a:pt x="624" y="223"/>
                  </a:lnTo>
                  <a:lnTo>
                    <a:pt x="491" y="279"/>
                  </a:lnTo>
                  <a:lnTo>
                    <a:pt x="357" y="357"/>
                  </a:lnTo>
                  <a:lnTo>
                    <a:pt x="234" y="446"/>
                  </a:lnTo>
                  <a:lnTo>
                    <a:pt x="179" y="490"/>
                  </a:lnTo>
                  <a:lnTo>
                    <a:pt x="134" y="546"/>
                  </a:lnTo>
                  <a:lnTo>
                    <a:pt x="90" y="613"/>
                  </a:lnTo>
                  <a:lnTo>
                    <a:pt x="56" y="680"/>
                  </a:lnTo>
                  <a:lnTo>
                    <a:pt x="34" y="758"/>
                  </a:lnTo>
                  <a:lnTo>
                    <a:pt x="12" y="824"/>
                  </a:lnTo>
                  <a:lnTo>
                    <a:pt x="1" y="902"/>
                  </a:lnTo>
                  <a:lnTo>
                    <a:pt x="12" y="980"/>
                  </a:lnTo>
                  <a:lnTo>
                    <a:pt x="23" y="1047"/>
                  </a:lnTo>
                  <a:lnTo>
                    <a:pt x="45" y="1125"/>
                  </a:lnTo>
                  <a:lnTo>
                    <a:pt x="90" y="1181"/>
                  </a:lnTo>
                  <a:lnTo>
                    <a:pt x="134" y="1236"/>
                  </a:lnTo>
                  <a:lnTo>
                    <a:pt x="190" y="1292"/>
                  </a:lnTo>
                  <a:lnTo>
                    <a:pt x="246" y="1325"/>
                  </a:lnTo>
                  <a:lnTo>
                    <a:pt x="390" y="1392"/>
                  </a:lnTo>
                  <a:lnTo>
                    <a:pt x="524" y="1448"/>
                  </a:lnTo>
                  <a:lnTo>
                    <a:pt x="680" y="1492"/>
                  </a:lnTo>
                  <a:lnTo>
                    <a:pt x="825" y="1526"/>
                  </a:lnTo>
                  <a:lnTo>
                    <a:pt x="980" y="1548"/>
                  </a:lnTo>
                  <a:lnTo>
                    <a:pt x="1136" y="1570"/>
                  </a:lnTo>
                  <a:lnTo>
                    <a:pt x="1281" y="1581"/>
                  </a:lnTo>
                  <a:lnTo>
                    <a:pt x="1437" y="1581"/>
                  </a:lnTo>
                  <a:lnTo>
                    <a:pt x="1593" y="1570"/>
                  </a:lnTo>
                  <a:lnTo>
                    <a:pt x="1749" y="1559"/>
                  </a:lnTo>
                  <a:lnTo>
                    <a:pt x="1893" y="1526"/>
                  </a:lnTo>
                  <a:lnTo>
                    <a:pt x="2049" y="1492"/>
                  </a:lnTo>
                  <a:lnTo>
                    <a:pt x="2194" y="1448"/>
                  </a:lnTo>
                  <a:lnTo>
                    <a:pt x="2328" y="1392"/>
                  </a:lnTo>
                  <a:lnTo>
                    <a:pt x="2461" y="1325"/>
                  </a:lnTo>
                  <a:lnTo>
                    <a:pt x="2595" y="1247"/>
                  </a:lnTo>
                  <a:lnTo>
                    <a:pt x="2717" y="1158"/>
                  </a:lnTo>
                  <a:lnTo>
                    <a:pt x="2829" y="1058"/>
                  </a:lnTo>
                  <a:lnTo>
                    <a:pt x="2895" y="991"/>
                  </a:lnTo>
                  <a:lnTo>
                    <a:pt x="2940" y="925"/>
                  </a:lnTo>
                  <a:lnTo>
                    <a:pt x="2984" y="858"/>
                  </a:lnTo>
                  <a:lnTo>
                    <a:pt x="3018" y="780"/>
                  </a:lnTo>
                  <a:lnTo>
                    <a:pt x="3040" y="680"/>
                  </a:lnTo>
                  <a:lnTo>
                    <a:pt x="3040" y="591"/>
                  </a:lnTo>
                  <a:lnTo>
                    <a:pt x="3018" y="501"/>
                  </a:lnTo>
                  <a:lnTo>
                    <a:pt x="2973" y="412"/>
                  </a:lnTo>
                  <a:lnTo>
                    <a:pt x="2929" y="334"/>
                  </a:lnTo>
                  <a:lnTo>
                    <a:pt x="2862" y="268"/>
                  </a:lnTo>
                  <a:lnTo>
                    <a:pt x="2795" y="201"/>
                  </a:lnTo>
                  <a:lnTo>
                    <a:pt x="2717" y="145"/>
                  </a:lnTo>
                  <a:lnTo>
                    <a:pt x="2561" y="78"/>
                  </a:lnTo>
                  <a:lnTo>
                    <a:pt x="2405" y="34"/>
                  </a:lnTo>
                  <a:lnTo>
                    <a:pt x="2250" y="12"/>
                  </a:lnTo>
                  <a:lnTo>
                    <a:pt x="2083" y="0"/>
                  </a:lnTo>
                  <a:close/>
                </a:path>
              </a:pathLst>
            </a:custGeom>
            <a:solidFill>
              <a:srgbClr val="934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1877485" y="2623201"/>
              <a:ext cx="17788" cy="8918"/>
            </a:xfrm>
            <a:custGeom>
              <a:rect b="b" l="l" r="r" t="t"/>
              <a:pathLst>
                <a:path extrusionOk="0" h="380" w="758">
                  <a:moveTo>
                    <a:pt x="579" y="1"/>
                  </a:moveTo>
                  <a:lnTo>
                    <a:pt x="490" y="12"/>
                  </a:lnTo>
                  <a:lnTo>
                    <a:pt x="401" y="34"/>
                  </a:lnTo>
                  <a:lnTo>
                    <a:pt x="323" y="57"/>
                  </a:lnTo>
                  <a:lnTo>
                    <a:pt x="234" y="101"/>
                  </a:lnTo>
                  <a:lnTo>
                    <a:pt x="156" y="134"/>
                  </a:lnTo>
                  <a:lnTo>
                    <a:pt x="89" y="190"/>
                  </a:lnTo>
                  <a:lnTo>
                    <a:pt x="22" y="235"/>
                  </a:lnTo>
                  <a:lnTo>
                    <a:pt x="0" y="257"/>
                  </a:lnTo>
                  <a:lnTo>
                    <a:pt x="0" y="279"/>
                  </a:lnTo>
                  <a:lnTo>
                    <a:pt x="0" y="301"/>
                  </a:lnTo>
                  <a:lnTo>
                    <a:pt x="11" y="313"/>
                  </a:lnTo>
                  <a:lnTo>
                    <a:pt x="45" y="346"/>
                  </a:lnTo>
                  <a:lnTo>
                    <a:pt x="78" y="346"/>
                  </a:lnTo>
                  <a:lnTo>
                    <a:pt x="178" y="335"/>
                  </a:lnTo>
                  <a:lnTo>
                    <a:pt x="256" y="301"/>
                  </a:lnTo>
                  <a:lnTo>
                    <a:pt x="434" y="246"/>
                  </a:lnTo>
                  <a:lnTo>
                    <a:pt x="590" y="190"/>
                  </a:lnTo>
                  <a:lnTo>
                    <a:pt x="627" y="165"/>
                  </a:lnTo>
                  <a:lnTo>
                    <a:pt x="613" y="190"/>
                  </a:lnTo>
                  <a:lnTo>
                    <a:pt x="579" y="257"/>
                  </a:lnTo>
                  <a:lnTo>
                    <a:pt x="557" y="324"/>
                  </a:lnTo>
                  <a:lnTo>
                    <a:pt x="557" y="335"/>
                  </a:lnTo>
                  <a:lnTo>
                    <a:pt x="557" y="357"/>
                  </a:lnTo>
                  <a:lnTo>
                    <a:pt x="579" y="368"/>
                  </a:lnTo>
                  <a:lnTo>
                    <a:pt x="613" y="379"/>
                  </a:lnTo>
                  <a:lnTo>
                    <a:pt x="646" y="357"/>
                  </a:lnTo>
                  <a:lnTo>
                    <a:pt x="702" y="268"/>
                  </a:lnTo>
                  <a:lnTo>
                    <a:pt x="724" y="212"/>
                  </a:lnTo>
                  <a:lnTo>
                    <a:pt x="746" y="157"/>
                  </a:lnTo>
                  <a:lnTo>
                    <a:pt x="757" y="90"/>
                  </a:lnTo>
                  <a:lnTo>
                    <a:pt x="746" y="45"/>
                  </a:lnTo>
                  <a:lnTo>
                    <a:pt x="735" y="23"/>
                  </a:lnTo>
                  <a:lnTo>
                    <a:pt x="724" y="12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1898112" y="2622685"/>
              <a:ext cx="5515" cy="7345"/>
            </a:xfrm>
            <a:custGeom>
              <a:rect b="b" l="l" r="r" t="t"/>
              <a:pathLst>
                <a:path extrusionOk="0" h="313" w="235">
                  <a:moveTo>
                    <a:pt x="90" y="1"/>
                  </a:moveTo>
                  <a:lnTo>
                    <a:pt x="56" y="23"/>
                  </a:lnTo>
                  <a:lnTo>
                    <a:pt x="34" y="45"/>
                  </a:lnTo>
                  <a:lnTo>
                    <a:pt x="12" y="79"/>
                  </a:lnTo>
                  <a:lnTo>
                    <a:pt x="1" y="123"/>
                  </a:lnTo>
                  <a:lnTo>
                    <a:pt x="1" y="168"/>
                  </a:lnTo>
                  <a:lnTo>
                    <a:pt x="12" y="234"/>
                  </a:lnTo>
                  <a:lnTo>
                    <a:pt x="56" y="290"/>
                  </a:lnTo>
                  <a:lnTo>
                    <a:pt x="79" y="301"/>
                  </a:lnTo>
                  <a:lnTo>
                    <a:pt x="101" y="312"/>
                  </a:lnTo>
                  <a:lnTo>
                    <a:pt x="168" y="312"/>
                  </a:lnTo>
                  <a:lnTo>
                    <a:pt x="190" y="290"/>
                  </a:lnTo>
                  <a:lnTo>
                    <a:pt x="212" y="268"/>
                  </a:lnTo>
                  <a:lnTo>
                    <a:pt x="223" y="246"/>
                  </a:lnTo>
                  <a:lnTo>
                    <a:pt x="235" y="212"/>
                  </a:lnTo>
                  <a:lnTo>
                    <a:pt x="223" y="134"/>
                  </a:lnTo>
                  <a:lnTo>
                    <a:pt x="223" y="112"/>
                  </a:lnTo>
                  <a:lnTo>
                    <a:pt x="223" y="67"/>
                  </a:lnTo>
                  <a:lnTo>
                    <a:pt x="190" y="34"/>
                  </a:lnTo>
                  <a:lnTo>
                    <a:pt x="168" y="1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1901257" y="2631039"/>
              <a:ext cx="8378" cy="5257"/>
            </a:xfrm>
            <a:custGeom>
              <a:rect b="b" l="l" r="r" t="t"/>
              <a:pathLst>
                <a:path extrusionOk="0" h="224" w="357">
                  <a:moveTo>
                    <a:pt x="234" y="1"/>
                  </a:moveTo>
                  <a:lnTo>
                    <a:pt x="167" y="12"/>
                  </a:lnTo>
                  <a:lnTo>
                    <a:pt x="101" y="34"/>
                  </a:lnTo>
                  <a:lnTo>
                    <a:pt x="45" y="68"/>
                  </a:lnTo>
                  <a:lnTo>
                    <a:pt x="23" y="79"/>
                  </a:lnTo>
                  <a:lnTo>
                    <a:pt x="0" y="112"/>
                  </a:lnTo>
                  <a:lnTo>
                    <a:pt x="0" y="134"/>
                  </a:lnTo>
                  <a:lnTo>
                    <a:pt x="0" y="157"/>
                  </a:lnTo>
                  <a:lnTo>
                    <a:pt x="11" y="190"/>
                  </a:lnTo>
                  <a:lnTo>
                    <a:pt x="34" y="212"/>
                  </a:lnTo>
                  <a:lnTo>
                    <a:pt x="56" y="224"/>
                  </a:lnTo>
                  <a:lnTo>
                    <a:pt x="156" y="224"/>
                  </a:lnTo>
                  <a:lnTo>
                    <a:pt x="223" y="212"/>
                  </a:lnTo>
                  <a:lnTo>
                    <a:pt x="279" y="190"/>
                  </a:lnTo>
                  <a:lnTo>
                    <a:pt x="334" y="146"/>
                  </a:lnTo>
                  <a:lnTo>
                    <a:pt x="357" y="134"/>
                  </a:lnTo>
                  <a:lnTo>
                    <a:pt x="357" y="112"/>
                  </a:lnTo>
                  <a:lnTo>
                    <a:pt x="357" y="68"/>
                  </a:lnTo>
                  <a:lnTo>
                    <a:pt x="334" y="34"/>
                  </a:lnTo>
                  <a:lnTo>
                    <a:pt x="301" y="12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1906209" y="2622427"/>
              <a:ext cx="14667" cy="6289"/>
            </a:xfrm>
            <a:custGeom>
              <a:rect b="b" l="l" r="r" t="t"/>
              <a:pathLst>
                <a:path extrusionOk="0" h="268" w="625">
                  <a:moveTo>
                    <a:pt x="23" y="0"/>
                  </a:moveTo>
                  <a:lnTo>
                    <a:pt x="1" y="23"/>
                  </a:lnTo>
                  <a:lnTo>
                    <a:pt x="12" y="45"/>
                  </a:lnTo>
                  <a:lnTo>
                    <a:pt x="12" y="56"/>
                  </a:lnTo>
                  <a:lnTo>
                    <a:pt x="34" y="67"/>
                  </a:lnTo>
                  <a:lnTo>
                    <a:pt x="301" y="179"/>
                  </a:lnTo>
                  <a:lnTo>
                    <a:pt x="446" y="234"/>
                  </a:lnTo>
                  <a:lnTo>
                    <a:pt x="591" y="268"/>
                  </a:lnTo>
                  <a:lnTo>
                    <a:pt x="613" y="268"/>
                  </a:lnTo>
                  <a:lnTo>
                    <a:pt x="624" y="257"/>
                  </a:lnTo>
                  <a:lnTo>
                    <a:pt x="624" y="234"/>
                  </a:lnTo>
                  <a:lnTo>
                    <a:pt x="613" y="212"/>
                  </a:lnTo>
                  <a:lnTo>
                    <a:pt x="480" y="145"/>
                  </a:lnTo>
                  <a:lnTo>
                    <a:pt x="335" y="9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1906490" y="2616935"/>
              <a:ext cx="18305" cy="3943"/>
            </a:xfrm>
            <a:custGeom>
              <a:rect b="b" l="l" r="r" t="t"/>
              <a:pathLst>
                <a:path extrusionOk="0" h="168" w="780">
                  <a:moveTo>
                    <a:pt x="56" y="1"/>
                  </a:moveTo>
                  <a:lnTo>
                    <a:pt x="33" y="12"/>
                  </a:lnTo>
                  <a:lnTo>
                    <a:pt x="11" y="23"/>
                  </a:lnTo>
                  <a:lnTo>
                    <a:pt x="0" y="45"/>
                  </a:lnTo>
                  <a:lnTo>
                    <a:pt x="0" y="67"/>
                  </a:lnTo>
                  <a:lnTo>
                    <a:pt x="0" y="90"/>
                  </a:lnTo>
                  <a:lnTo>
                    <a:pt x="11" y="112"/>
                  </a:lnTo>
                  <a:lnTo>
                    <a:pt x="33" y="123"/>
                  </a:lnTo>
                  <a:lnTo>
                    <a:pt x="56" y="134"/>
                  </a:lnTo>
                  <a:lnTo>
                    <a:pt x="456" y="157"/>
                  </a:lnTo>
                  <a:lnTo>
                    <a:pt x="623" y="168"/>
                  </a:lnTo>
                  <a:lnTo>
                    <a:pt x="701" y="168"/>
                  </a:lnTo>
                  <a:lnTo>
                    <a:pt x="735" y="157"/>
                  </a:lnTo>
                  <a:lnTo>
                    <a:pt x="768" y="134"/>
                  </a:lnTo>
                  <a:lnTo>
                    <a:pt x="779" y="112"/>
                  </a:lnTo>
                  <a:lnTo>
                    <a:pt x="779" y="101"/>
                  </a:lnTo>
                  <a:lnTo>
                    <a:pt x="768" y="67"/>
                  </a:lnTo>
                  <a:lnTo>
                    <a:pt x="735" y="45"/>
                  </a:lnTo>
                  <a:lnTo>
                    <a:pt x="701" y="23"/>
                  </a:lnTo>
                  <a:lnTo>
                    <a:pt x="623" y="12"/>
                  </a:lnTo>
                  <a:lnTo>
                    <a:pt x="456" y="12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1903862" y="2611725"/>
              <a:ext cx="6031" cy="7322"/>
            </a:xfrm>
            <a:custGeom>
              <a:rect b="b" l="l" r="r" t="t"/>
              <a:pathLst>
                <a:path extrusionOk="0" h="312" w="257">
                  <a:moveTo>
                    <a:pt x="179" y="0"/>
                  </a:moveTo>
                  <a:lnTo>
                    <a:pt x="168" y="11"/>
                  </a:lnTo>
                  <a:lnTo>
                    <a:pt x="101" y="78"/>
                  </a:lnTo>
                  <a:lnTo>
                    <a:pt x="45" y="134"/>
                  </a:lnTo>
                  <a:lnTo>
                    <a:pt x="23" y="178"/>
                  </a:lnTo>
                  <a:lnTo>
                    <a:pt x="12" y="212"/>
                  </a:lnTo>
                  <a:lnTo>
                    <a:pt x="1" y="245"/>
                  </a:lnTo>
                  <a:lnTo>
                    <a:pt x="12" y="289"/>
                  </a:lnTo>
                  <a:lnTo>
                    <a:pt x="34" y="312"/>
                  </a:lnTo>
                  <a:lnTo>
                    <a:pt x="67" y="312"/>
                  </a:lnTo>
                  <a:lnTo>
                    <a:pt x="101" y="301"/>
                  </a:lnTo>
                  <a:lnTo>
                    <a:pt x="123" y="278"/>
                  </a:lnTo>
                  <a:lnTo>
                    <a:pt x="157" y="212"/>
                  </a:lnTo>
                  <a:lnTo>
                    <a:pt x="190" y="145"/>
                  </a:lnTo>
                  <a:lnTo>
                    <a:pt x="234" y="89"/>
                  </a:lnTo>
                  <a:lnTo>
                    <a:pt x="246" y="67"/>
                  </a:lnTo>
                  <a:lnTo>
                    <a:pt x="257" y="56"/>
                  </a:lnTo>
                  <a:lnTo>
                    <a:pt x="246" y="33"/>
                  </a:lnTo>
                  <a:lnTo>
                    <a:pt x="234" y="1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1883492" y="2616677"/>
              <a:ext cx="5233" cy="3684"/>
            </a:xfrm>
            <a:custGeom>
              <a:rect b="b" l="l" r="r" t="t"/>
              <a:pathLst>
                <a:path extrusionOk="0" h="157" w="223">
                  <a:moveTo>
                    <a:pt x="45" y="1"/>
                  </a:moveTo>
                  <a:lnTo>
                    <a:pt x="23" y="12"/>
                  </a:lnTo>
                  <a:lnTo>
                    <a:pt x="11" y="45"/>
                  </a:lnTo>
                  <a:lnTo>
                    <a:pt x="0" y="78"/>
                  </a:lnTo>
                  <a:lnTo>
                    <a:pt x="11" y="101"/>
                  </a:lnTo>
                  <a:lnTo>
                    <a:pt x="23" y="134"/>
                  </a:lnTo>
                  <a:lnTo>
                    <a:pt x="56" y="156"/>
                  </a:lnTo>
                  <a:lnTo>
                    <a:pt x="100" y="156"/>
                  </a:lnTo>
                  <a:lnTo>
                    <a:pt x="167" y="145"/>
                  </a:lnTo>
                  <a:lnTo>
                    <a:pt x="190" y="134"/>
                  </a:lnTo>
                  <a:lnTo>
                    <a:pt x="201" y="123"/>
                  </a:lnTo>
                  <a:lnTo>
                    <a:pt x="212" y="101"/>
                  </a:lnTo>
                  <a:lnTo>
                    <a:pt x="223" y="78"/>
                  </a:lnTo>
                  <a:lnTo>
                    <a:pt x="201" y="34"/>
                  </a:lnTo>
                  <a:lnTo>
                    <a:pt x="190" y="1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2073180" y="2601775"/>
              <a:ext cx="71083" cy="37923"/>
            </a:xfrm>
            <a:custGeom>
              <a:rect b="b" l="l" r="r" t="t"/>
              <a:pathLst>
                <a:path extrusionOk="0" h="1616" w="3029">
                  <a:moveTo>
                    <a:pt x="1191" y="1"/>
                  </a:moveTo>
                  <a:lnTo>
                    <a:pt x="980" y="12"/>
                  </a:lnTo>
                  <a:lnTo>
                    <a:pt x="779" y="23"/>
                  </a:lnTo>
                  <a:lnTo>
                    <a:pt x="624" y="57"/>
                  </a:lnTo>
                  <a:lnTo>
                    <a:pt x="490" y="90"/>
                  </a:lnTo>
                  <a:lnTo>
                    <a:pt x="345" y="146"/>
                  </a:lnTo>
                  <a:lnTo>
                    <a:pt x="278" y="190"/>
                  </a:lnTo>
                  <a:lnTo>
                    <a:pt x="223" y="235"/>
                  </a:lnTo>
                  <a:lnTo>
                    <a:pt x="167" y="279"/>
                  </a:lnTo>
                  <a:lnTo>
                    <a:pt x="111" y="335"/>
                  </a:lnTo>
                  <a:lnTo>
                    <a:pt x="78" y="402"/>
                  </a:lnTo>
                  <a:lnTo>
                    <a:pt x="45" y="469"/>
                  </a:lnTo>
                  <a:lnTo>
                    <a:pt x="11" y="535"/>
                  </a:lnTo>
                  <a:lnTo>
                    <a:pt x="0" y="613"/>
                  </a:lnTo>
                  <a:lnTo>
                    <a:pt x="0" y="691"/>
                  </a:lnTo>
                  <a:lnTo>
                    <a:pt x="11" y="758"/>
                  </a:lnTo>
                  <a:lnTo>
                    <a:pt x="34" y="836"/>
                  </a:lnTo>
                  <a:lnTo>
                    <a:pt x="67" y="903"/>
                  </a:lnTo>
                  <a:lnTo>
                    <a:pt x="111" y="958"/>
                  </a:lnTo>
                  <a:lnTo>
                    <a:pt x="156" y="1014"/>
                  </a:lnTo>
                  <a:lnTo>
                    <a:pt x="267" y="1114"/>
                  </a:lnTo>
                  <a:lnTo>
                    <a:pt x="401" y="1192"/>
                  </a:lnTo>
                  <a:lnTo>
                    <a:pt x="535" y="1270"/>
                  </a:lnTo>
                  <a:lnTo>
                    <a:pt x="668" y="1348"/>
                  </a:lnTo>
                  <a:lnTo>
                    <a:pt x="813" y="1404"/>
                  </a:lnTo>
                  <a:lnTo>
                    <a:pt x="958" y="1459"/>
                  </a:lnTo>
                  <a:lnTo>
                    <a:pt x="1102" y="1504"/>
                  </a:lnTo>
                  <a:lnTo>
                    <a:pt x="1258" y="1548"/>
                  </a:lnTo>
                  <a:lnTo>
                    <a:pt x="1403" y="1582"/>
                  </a:lnTo>
                  <a:lnTo>
                    <a:pt x="1559" y="1604"/>
                  </a:lnTo>
                  <a:lnTo>
                    <a:pt x="1715" y="1615"/>
                  </a:lnTo>
                  <a:lnTo>
                    <a:pt x="1859" y="1615"/>
                  </a:lnTo>
                  <a:lnTo>
                    <a:pt x="2015" y="1604"/>
                  </a:lnTo>
                  <a:lnTo>
                    <a:pt x="2160" y="1582"/>
                  </a:lnTo>
                  <a:lnTo>
                    <a:pt x="2305" y="1548"/>
                  </a:lnTo>
                  <a:lnTo>
                    <a:pt x="2449" y="1504"/>
                  </a:lnTo>
                  <a:lnTo>
                    <a:pt x="2594" y="1448"/>
                  </a:lnTo>
                  <a:lnTo>
                    <a:pt x="2728" y="1370"/>
                  </a:lnTo>
                  <a:lnTo>
                    <a:pt x="2795" y="1326"/>
                  </a:lnTo>
                  <a:lnTo>
                    <a:pt x="2861" y="1281"/>
                  </a:lnTo>
                  <a:lnTo>
                    <a:pt x="2928" y="1214"/>
                  </a:lnTo>
                  <a:lnTo>
                    <a:pt x="2973" y="1148"/>
                  </a:lnTo>
                  <a:lnTo>
                    <a:pt x="3017" y="1059"/>
                  </a:lnTo>
                  <a:lnTo>
                    <a:pt x="3028" y="970"/>
                  </a:lnTo>
                  <a:lnTo>
                    <a:pt x="3028" y="880"/>
                  </a:lnTo>
                  <a:lnTo>
                    <a:pt x="3017" y="791"/>
                  </a:lnTo>
                  <a:lnTo>
                    <a:pt x="2984" y="702"/>
                  </a:lnTo>
                  <a:lnTo>
                    <a:pt x="2939" y="613"/>
                  </a:lnTo>
                  <a:lnTo>
                    <a:pt x="2884" y="535"/>
                  </a:lnTo>
                  <a:lnTo>
                    <a:pt x="2817" y="469"/>
                  </a:lnTo>
                  <a:lnTo>
                    <a:pt x="2694" y="368"/>
                  </a:lnTo>
                  <a:lnTo>
                    <a:pt x="2550" y="279"/>
                  </a:lnTo>
                  <a:lnTo>
                    <a:pt x="2405" y="212"/>
                  </a:lnTo>
                  <a:lnTo>
                    <a:pt x="2249" y="168"/>
                  </a:lnTo>
                  <a:lnTo>
                    <a:pt x="2093" y="123"/>
                  </a:lnTo>
                  <a:lnTo>
                    <a:pt x="1926" y="101"/>
                  </a:lnTo>
                  <a:lnTo>
                    <a:pt x="1603" y="45"/>
                  </a:lnTo>
                  <a:lnTo>
                    <a:pt x="1403" y="12"/>
                  </a:lnTo>
                  <a:lnTo>
                    <a:pt x="1191" y="1"/>
                  </a:lnTo>
                  <a:close/>
                </a:path>
              </a:pathLst>
            </a:custGeom>
            <a:solidFill>
              <a:srgbClr val="934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2085453" y="2615903"/>
              <a:ext cx="18305" cy="9152"/>
            </a:xfrm>
            <a:custGeom>
              <a:rect b="b" l="l" r="r" t="t"/>
              <a:pathLst>
                <a:path extrusionOk="0" h="390" w="780">
                  <a:moveTo>
                    <a:pt x="457" y="0"/>
                  </a:moveTo>
                  <a:lnTo>
                    <a:pt x="357" y="11"/>
                  </a:lnTo>
                  <a:lnTo>
                    <a:pt x="268" y="22"/>
                  </a:lnTo>
                  <a:lnTo>
                    <a:pt x="190" y="45"/>
                  </a:lnTo>
                  <a:lnTo>
                    <a:pt x="101" y="78"/>
                  </a:lnTo>
                  <a:lnTo>
                    <a:pt x="34" y="111"/>
                  </a:lnTo>
                  <a:lnTo>
                    <a:pt x="12" y="123"/>
                  </a:lnTo>
                  <a:lnTo>
                    <a:pt x="0" y="145"/>
                  </a:lnTo>
                  <a:lnTo>
                    <a:pt x="0" y="156"/>
                  </a:lnTo>
                  <a:lnTo>
                    <a:pt x="0" y="178"/>
                  </a:lnTo>
                  <a:lnTo>
                    <a:pt x="23" y="212"/>
                  </a:lnTo>
                  <a:lnTo>
                    <a:pt x="45" y="223"/>
                  </a:lnTo>
                  <a:lnTo>
                    <a:pt x="67" y="234"/>
                  </a:lnTo>
                  <a:lnTo>
                    <a:pt x="245" y="234"/>
                  </a:lnTo>
                  <a:lnTo>
                    <a:pt x="435" y="212"/>
                  </a:lnTo>
                  <a:lnTo>
                    <a:pt x="590" y="201"/>
                  </a:lnTo>
                  <a:lnTo>
                    <a:pt x="637" y="187"/>
                  </a:lnTo>
                  <a:lnTo>
                    <a:pt x="637" y="187"/>
                  </a:lnTo>
                  <a:lnTo>
                    <a:pt x="613" y="212"/>
                  </a:lnTo>
                  <a:lnTo>
                    <a:pt x="535" y="312"/>
                  </a:lnTo>
                  <a:lnTo>
                    <a:pt x="524" y="334"/>
                  </a:lnTo>
                  <a:lnTo>
                    <a:pt x="524" y="356"/>
                  </a:lnTo>
                  <a:lnTo>
                    <a:pt x="546" y="379"/>
                  </a:lnTo>
                  <a:lnTo>
                    <a:pt x="568" y="390"/>
                  </a:lnTo>
                  <a:lnTo>
                    <a:pt x="602" y="379"/>
                  </a:lnTo>
                  <a:lnTo>
                    <a:pt x="680" y="301"/>
                  </a:lnTo>
                  <a:lnTo>
                    <a:pt x="724" y="256"/>
                  </a:lnTo>
                  <a:lnTo>
                    <a:pt x="757" y="201"/>
                  </a:lnTo>
                  <a:lnTo>
                    <a:pt x="780" y="145"/>
                  </a:lnTo>
                  <a:lnTo>
                    <a:pt x="780" y="100"/>
                  </a:lnTo>
                  <a:lnTo>
                    <a:pt x="780" y="78"/>
                  </a:lnTo>
                  <a:lnTo>
                    <a:pt x="757" y="67"/>
                  </a:lnTo>
                  <a:lnTo>
                    <a:pt x="735" y="45"/>
                  </a:lnTo>
                  <a:lnTo>
                    <a:pt x="713" y="34"/>
                  </a:lnTo>
                  <a:lnTo>
                    <a:pt x="624" y="11"/>
                  </a:lnTo>
                  <a:lnTo>
                    <a:pt x="546" y="1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2106363" y="2617991"/>
              <a:ext cx="5491" cy="7322"/>
            </a:xfrm>
            <a:custGeom>
              <a:rect b="b" l="l" r="r" t="t"/>
              <a:pathLst>
                <a:path extrusionOk="0" h="312" w="234">
                  <a:moveTo>
                    <a:pt x="123" y="0"/>
                  </a:moveTo>
                  <a:lnTo>
                    <a:pt x="89" y="11"/>
                  </a:lnTo>
                  <a:lnTo>
                    <a:pt x="56" y="22"/>
                  </a:lnTo>
                  <a:lnTo>
                    <a:pt x="22" y="56"/>
                  </a:lnTo>
                  <a:lnTo>
                    <a:pt x="11" y="100"/>
                  </a:lnTo>
                  <a:lnTo>
                    <a:pt x="0" y="134"/>
                  </a:lnTo>
                  <a:lnTo>
                    <a:pt x="0" y="201"/>
                  </a:lnTo>
                  <a:lnTo>
                    <a:pt x="11" y="267"/>
                  </a:lnTo>
                  <a:lnTo>
                    <a:pt x="33" y="290"/>
                  </a:lnTo>
                  <a:lnTo>
                    <a:pt x="56" y="312"/>
                  </a:lnTo>
                  <a:lnTo>
                    <a:pt x="145" y="312"/>
                  </a:lnTo>
                  <a:lnTo>
                    <a:pt x="178" y="290"/>
                  </a:lnTo>
                  <a:lnTo>
                    <a:pt x="200" y="267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223" y="167"/>
                  </a:lnTo>
                  <a:lnTo>
                    <a:pt x="223" y="145"/>
                  </a:lnTo>
                  <a:lnTo>
                    <a:pt x="234" y="100"/>
                  </a:lnTo>
                  <a:lnTo>
                    <a:pt x="223" y="67"/>
                  </a:lnTo>
                  <a:lnTo>
                    <a:pt x="200" y="34"/>
                  </a:lnTo>
                  <a:lnTo>
                    <a:pt x="167" y="11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2107396" y="2627660"/>
              <a:ext cx="8636" cy="4717"/>
            </a:xfrm>
            <a:custGeom>
              <a:rect b="b" l="l" r="r" t="t"/>
              <a:pathLst>
                <a:path extrusionOk="0" h="201" w="368">
                  <a:moveTo>
                    <a:pt x="134" y="0"/>
                  </a:moveTo>
                  <a:lnTo>
                    <a:pt x="67" y="11"/>
                  </a:lnTo>
                  <a:lnTo>
                    <a:pt x="34" y="22"/>
                  </a:lnTo>
                  <a:lnTo>
                    <a:pt x="23" y="45"/>
                  </a:lnTo>
                  <a:lnTo>
                    <a:pt x="12" y="78"/>
                  </a:lnTo>
                  <a:lnTo>
                    <a:pt x="1" y="100"/>
                  </a:lnTo>
                  <a:lnTo>
                    <a:pt x="12" y="123"/>
                  </a:lnTo>
                  <a:lnTo>
                    <a:pt x="23" y="156"/>
                  </a:lnTo>
                  <a:lnTo>
                    <a:pt x="34" y="167"/>
                  </a:lnTo>
                  <a:lnTo>
                    <a:pt x="67" y="189"/>
                  </a:lnTo>
                  <a:lnTo>
                    <a:pt x="134" y="201"/>
                  </a:lnTo>
                  <a:lnTo>
                    <a:pt x="201" y="201"/>
                  </a:lnTo>
                  <a:lnTo>
                    <a:pt x="268" y="189"/>
                  </a:lnTo>
                  <a:lnTo>
                    <a:pt x="335" y="167"/>
                  </a:lnTo>
                  <a:lnTo>
                    <a:pt x="357" y="145"/>
                  </a:lnTo>
                  <a:lnTo>
                    <a:pt x="368" y="100"/>
                  </a:lnTo>
                  <a:lnTo>
                    <a:pt x="357" y="56"/>
                  </a:lnTo>
                  <a:lnTo>
                    <a:pt x="346" y="45"/>
                  </a:lnTo>
                  <a:lnTo>
                    <a:pt x="335" y="34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2114976" y="2619282"/>
              <a:ext cx="13095" cy="9434"/>
            </a:xfrm>
            <a:custGeom>
              <a:rect b="b" l="l" r="r" t="t"/>
              <a:pathLst>
                <a:path extrusionOk="0" h="402" w="558">
                  <a:moveTo>
                    <a:pt x="23" y="1"/>
                  </a:moveTo>
                  <a:lnTo>
                    <a:pt x="0" y="12"/>
                  </a:lnTo>
                  <a:lnTo>
                    <a:pt x="0" y="45"/>
                  </a:lnTo>
                  <a:lnTo>
                    <a:pt x="0" y="57"/>
                  </a:lnTo>
                  <a:lnTo>
                    <a:pt x="12" y="68"/>
                  </a:lnTo>
                  <a:lnTo>
                    <a:pt x="257" y="235"/>
                  </a:lnTo>
                  <a:lnTo>
                    <a:pt x="379" y="324"/>
                  </a:lnTo>
                  <a:lnTo>
                    <a:pt x="446" y="368"/>
                  </a:lnTo>
                  <a:lnTo>
                    <a:pt x="513" y="402"/>
                  </a:lnTo>
                  <a:lnTo>
                    <a:pt x="535" y="402"/>
                  </a:lnTo>
                  <a:lnTo>
                    <a:pt x="546" y="391"/>
                  </a:lnTo>
                  <a:lnTo>
                    <a:pt x="557" y="368"/>
                  </a:lnTo>
                  <a:lnTo>
                    <a:pt x="546" y="357"/>
                  </a:lnTo>
                  <a:lnTo>
                    <a:pt x="490" y="301"/>
                  </a:lnTo>
                  <a:lnTo>
                    <a:pt x="435" y="268"/>
                  </a:lnTo>
                  <a:lnTo>
                    <a:pt x="312" y="179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2116008" y="2614330"/>
              <a:ext cx="17812" cy="7345"/>
            </a:xfrm>
            <a:custGeom>
              <a:rect b="b" l="l" r="r" t="t"/>
              <a:pathLst>
                <a:path extrusionOk="0" h="313" w="759">
                  <a:moveTo>
                    <a:pt x="57" y="0"/>
                  </a:moveTo>
                  <a:lnTo>
                    <a:pt x="34" y="11"/>
                  </a:lnTo>
                  <a:lnTo>
                    <a:pt x="23" y="23"/>
                  </a:lnTo>
                  <a:lnTo>
                    <a:pt x="12" y="45"/>
                  </a:lnTo>
                  <a:lnTo>
                    <a:pt x="1" y="67"/>
                  </a:lnTo>
                  <a:lnTo>
                    <a:pt x="12" y="89"/>
                  </a:lnTo>
                  <a:lnTo>
                    <a:pt x="23" y="112"/>
                  </a:lnTo>
                  <a:lnTo>
                    <a:pt x="46" y="123"/>
                  </a:lnTo>
                  <a:lnTo>
                    <a:pt x="435" y="245"/>
                  </a:lnTo>
                  <a:lnTo>
                    <a:pt x="580" y="301"/>
                  </a:lnTo>
                  <a:lnTo>
                    <a:pt x="658" y="312"/>
                  </a:lnTo>
                  <a:lnTo>
                    <a:pt x="702" y="312"/>
                  </a:lnTo>
                  <a:lnTo>
                    <a:pt x="736" y="290"/>
                  </a:lnTo>
                  <a:lnTo>
                    <a:pt x="747" y="279"/>
                  </a:lnTo>
                  <a:lnTo>
                    <a:pt x="758" y="268"/>
                  </a:lnTo>
                  <a:lnTo>
                    <a:pt x="758" y="234"/>
                  </a:lnTo>
                  <a:lnTo>
                    <a:pt x="725" y="201"/>
                  </a:lnTo>
                  <a:lnTo>
                    <a:pt x="702" y="178"/>
                  </a:lnTo>
                  <a:lnTo>
                    <a:pt x="624" y="145"/>
                  </a:lnTo>
                  <a:lnTo>
                    <a:pt x="469" y="112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2113920" y="2609355"/>
              <a:ext cx="6829" cy="6313"/>
            </a:xfrm>
            <a:custGeom>
              <a:rect b="b" l="l" r="r" t="t"/>
              <a:pathLst>
                <a:path extrusionOk="0" h="269" w="291">
                  <a:moveTo>
                    <a:pt x="212" y="1"/>
                  </a:moveTo>
                  <a:lnTo>
                    <a:pt x="146" y="45"/>
                  </a:lnTo>
                  <a:lnTo>
                    <a:pt x="79" y="90"/>
                  </a:lnTo>
                  <a:lnTo>
                    <a:pt x="45" y="123"/>
                  </a:lnTo>
                  <a:lnTo>
                    <a:pt x="12" y="157"/>
                  </a:lnTo>
                  <a:lnTo>
                    <a:pt x="1" y="190"/>
                  </a:lnTo>
                  <a:lnTo>
                    <a:pt x="1" y="235"/>
                  </a:lnTo>
                  <a:lnTo>
                    <a:pt x="23" y="257"/>
                  </a:lnTo>
                  <a:lnTo>
                    <a:pt x="45" y="268"/>
                  </a:lnTo>
                  <a:lnTo>
                    <a:pt x="79" y="268"/>
                  </a:lnTo>
                  <a:lnTo>
                    <a:pt x="112" y="257"/>
                  </a:lnTo>
                  <a:lnTo>
                    <a:pt x="135" y="223"/>
                  </a:lnTo>
                  <a:lnTo>
                    <a:pt x="168" y="190"/>
                  </a:lnTo>
                  <a:lnTo>
                    <a:pt x="212" y="146"/>
                  </a:lnTo>
                  <a:lnTo>
                    <a:pt x="268" y="101"/>
                  </a:lnTo>
                  <a:lnTo>
                    <a:pt x="279" y="79"/>
                  </a:lnTo>
                  <a:lnTo>
                    <a:pt x="290" y="56"/>
                  </a:lnTo>
                  <a:lnTo>
                    <a:pt x="290" y="45"/>
                  </a:lnTo>
                  <a:lnTo>
                    <a:pt x="279" y="23"/>
                  </a:lnTo>
                  <a:lnTo>
                    <a:pt x="268" y="12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2093808" y="2608323"/>
              <a:ext cx="5257" cy="3943"/>
            </a:xfrm>
            <a:custGeom>
              <a:rect b="b" l="l" r="r" t="t"/>
              <a:pathLst>
                <a:path extrusionOk="0" h="168" w="224">
                  <a:moveTo>
                    <a:pt x="67" y="0"/>
                  </a:moveTo>
                  <a:lnTo>
                    <a:pt x="34" y="11"/>
                  </a:lnTo>
                  <a:lnTo>
                    <a:pt x="12" y="34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23" y="134"/>
                  </a:lnTo>
                  <a:lnTo>
                    <a:pt x="45" y="156"/>
                  </a:lnTo>
                  <a:lnTo>
                    <a:pt x="79" y="156"/>
                  </a:lnTo>
                  <a:lnTo>
                    <a:pt x="145" y="167"/>
                  </a:lnTo>
                  <a:lnTo>
                    <a:pt x="168" y="167"/>
                  </a:lnTo>
                  <a:lnTo>
                    <a:pt x="190" y="156"/>
                  </a:lnTo>
                  <a:lnTo>
                    <a:pt x="212" y="134"/>
                  </a:lnTo>
                  <a:lnTo>
                    <a:pt x="223" y="112"/>
                  </a:lnTo>
                  <a:lnTo>
                    <a:pt x="212" y="78"/>
                  </a:lnTo>
                  <a:lnTo>
                    <a:pt x="212" y="56"/>
                  </a:lnTo>
                  <a:lnTo>
                    <a:pt x="190" y="45"/>
                  </a:lnTo>
                  <a:lnTo>
                    <a:pt x="168" y="2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F6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1802224" y="2648804"/>
              <a:ext cx="435041" cy="56721"/>
            </a:xfrm>
            <a:custGeom>
              <a:rect b="b" l="l" r="r" t="t"/>
              <a:pathLst>
                <a:path extrusionOk="0" h="2417" w="18538">
                  <a:moveTo>
                    <a:pt x="18538" y="1"/>
                  </a:moveTo>
                  <a:lnTo>
                    <a:pt x="1" y="68"/>
                  </a:lnTo>
                  <a:lnTo>
                    <a:pt x="23" y="101"/>
                  </a:lnTo>
                  <a:lnTo>
                    <a:pt x="112" y="201"/>
                  </a:lnTo>
                  <a:lnTo>
                    <a:pt x="379" y="491"/>
                  </a:lnTo>
                  <a:lnTo>
                    <a:pt x="836" y="958"/>
                  </a:lnTo>
                  <a:lnTo>
                    <a:pt x="1014" y="1114"/>
                  </a:lnTo>
                  <a:lnTo>
                    <a:pt x="1225" y="1248"/>
                  </a:lnTo>
                  <a:lnTo>
                    <a:pt x="1470" y="1393"/>
                  </a:lnTo>
                  <a:lnTo>
                    <a:pt x="1738" y="1515"/>
                  </a:lnTo>
                  <a:lnTo>
                    <a:pt x="2038" y="1638"/>
                  </a:lnTo>
                  <a:lnTo>
                    <a:pt x="2372" y="1749"/>
                  </a:lnTo>
                  <a:lnTo>
                    <a:pt x="2740" y="1860"/>
                  </a:lnTo>
                  <a:lnTo>
                    <a:pt x="3129" y="1949"/>
                  </a:lnTo>
                  <a:lnTo>
                    <a:pt x="3563" y="2038"/>
                  </a:lnTo>
                  <a:lnTo>
                    <a:pt x="4020" y="2116"/>
                  </a:lnTo>
                  <a:lnTo>
                    <a:pt x="4510" y="2183"/>
                  </a:lnTo>
                  <a:lnTo>
                    <a:pt x="5033" y="2250"/>
                  </a:lnTo>
                  <a:lnTo>
                    <a:pt x="5579" y="2306"/>
                  </a:lnTo>
                  <a:lnTo>
                    <a:pt x="6169" y="2339"/>
                  </a:lnTo>
                  <a:lnTo>
                    <a:pt x="6792" y="2372"/>
                  </a:lnTo>
                  <a:lnTo>
                    <a:pt x="7438" y="2395"/>
                  </a:lnTo>
                  <a:lnTo>
                    <a:pt x="8596" y="2417"/>
                  </a:lnTo>
                  <a:lnTo>
                    <a:pt x="9776" y="2417"/>
                  </a:lnTo>
                  <a:lnTo>
                    <a:pt x="10377" y="2406"/>
                  </a:lnTo>
                  <a:lnTo>
                    <a:pt x="10967" y="2383"/>
                  </a:lnTo>
                  <a:lnTo>
                    <a:pt x="11546" y="2361"/>
                  </a:lnTo>
                  <a:lnTo>
                    <a:pt x="12125" y="2328"/>
                  </a:lnTo>
                  <a:lnTo>
                    <a:pt x="12693" y="2283"/>
                  </a:lnTo>
                  <a:lnTo>
                    <a:pt x="13250" y="2239"/>
                  </a:lnTo>
                  <a:lnTo>
                    <a:pt x="13784" y="2183"/>
                  </a:lnTo>
                  <a:lnTo>
                    <a:pt x="14307" y="2116"/>
                  </a:lnTo>
                  <a:lnTo>
                    <a:pt x="14808" y="2038"/>
                  </a:lnTo>
                  <a:lnTo>
                    <a:pt x="15276" y="1960"/>
                  </a:lnTo>
                  <a:lnTo>
                    <a:pt x="15732" y="1871"/>
                  </a:lnTo>
                  <a:lnTo>
                    <a:pt x="16144" y="1771"/>
                  </a:lnTo>
                  <a:lnTo>
                    <a:pt x="16467" y="1682"/>
                  </a:lnTo>
                  <a:lnTo>
                    <a:pt x="16768" y="1582"/>
                  </a:lnTo>
                  <a:lnTo>
                    <a:pt x="17035" y="1482"/>
                  </a:lnTo>
                  <a:lnTo>
                    <a:pt x="17258" y="1370"/>
                  </a:lnTo>
                  <a:lnTo>
                    <a:pt x="17402" y="1292"/>
                  </a:lnTo>
                  <a:lnTo>
                    <a:pt x="17536" y="1203"/>
                  </a:lnTo>
                  <a:lnTo>
                    <a:pt x="17669" y="1103"/>
                  </a:lnTo>
                  <a:lnTo>
                    <a:pt x="17792" y="1003"/>
                  </a:lnTo>
                  <a:lnTo>
                    <a:pt x="17903" y="892"/>
                  </a:lnTo>
                  <a:lnTo>
                    <a:pt x="18003" y="769"/>
                  </a:lnTo>
                  <a:lnTo>
                    <a:pt x="18193" y="546"/>
                  </a:lnTo>
                  <a:lnTo>
                    <a:pt x="18337" y="335"/>
                  </a:lnTo>
                  <a:lnTo>
                    <a:pt x="18449" y="157"/>
                  </a:lnTo>
                  <a:lnTo>
                    <a:pt x="18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2338105" y="2574882"/>
              <a:ext cx="269665" cy="107669"/>
            </a:xfrm>
            <a:custGeom>
              <a:rect b="b" l="l" r="r" t="t"/>
              <a:pathLst>
                <a:path extrusionOk="0" h="4588" w="11491">
                  <a:moveTo>
                    <a:pt x="9742" y="0"/>
                  </a:moveTo>
                  <a:lnTo>
                    <a:pt x="9519" y="22"/>
                  </a:lnTo>
                  <a:lnTo>
                    <a:pt x="9297" y="67"/>
                  </a:lnTo>
                  <a:lnTo>
                    <a:pt x="9074" y="112"/>
                  </a:lnTo>
                  <a:lnTo>
                    <a:pt x="8863" y="178"/>
                  </a:lnTo>
                  <a:lnTo>
                    <a:pt x="8651" y="267"/>
                  </a:lnTo>
                  <a:lnTo>
                    <a:pt x="8440" y="345"/>
                  </a:lnTo>
                  <a:lnTo>
                    <a:pt x="8016" y="546"/>
                  </a:lnTo>
                  <a:lnTo>
                    <a:pt x="7605" y="746"/>
                  </a:lnTo>
                  <a:lnTo>
                    <a:pt x="7181" y="947"/>
                  </a:lnTo>
                  <a:lnTo>
                    <a:pt x="6970" y="1036"/>
                  </a:lnTo>
                  <a:lnTo>
                    <a:pt x="6758" y="1114"/>
                  </a:lnTo>
                  <a:lnTo>
                    <a:pt x="6547" y="1180"/>
                  </a:lnTo>
                  <a:lnTo>
                    <a:pt x="6324" y="1236"/>
                  </a:lnTo>
                  <a:lnTo>
                    <a:pt x="6090" y="1281"/>
                  </a:lnTo>
                  <a:lnTo>
                    <a:pt x="5857" y="1314"/>
                  </a:lnTo>
                  <a:lnTo>
                    <a:pt x="5623" y="1325"/>
                  </a:lnTo>
                  <a:lnTo>
                    <a:pt x="5389" y="1336"/>
                  </a:lnTo>
                  <a:lnTo>
                    <a:pt x="4910" y="1358"/>
                  </a:lnTo>
                  <a:lnTo>
                    <a:pt x="4676" y="1370"/>
                  </a:lnTo>
                  <a:lnTo>
                    <a:pt x="4443" y="1381"/>
                  </a:lnTo>
                  <a:lnTo>
                    <a:pt x="4209" y="1414"/>
                  </a:lnTo>
                  <a:lnTo>
                    <a:pt x="3975" y="1448"/>
                  </a:lnTo>
                  <a:lnTo>
                    <a:pt x="3741" y="1514"/>
                  </a:lnTo>
                  <a:lnTo>
                    <a:pt x="3519" y="1581"/>
                  </a:lnTo>
                  <a:lnTo>
                    <a:pt x="3307" y="1681"/>
                  </a:lnTo>
                  <a:lnTo>
                    <a:pt x="3196" y="1737"/>
                  </a:lnTo>
                  <a:lnTo>
                    <a:pt x="3107" y="1804"/>
                  </a:lnTo>
                  <a:lnTo>
                    <a:pt x="3006" y="1871"/>
                  </a:lnTo>
                  <a:lnTo>
                    <a:pt x="2917" y="1949"/>
                  </a:lnTo>
                  <a:lnTo>
                    <a:pt x="2828" y="2026"/>
                  </a:lnTo>
                  <a:lnTo>
                    <a:pt x="2750" y="2116"/>
                  </a:lnTo>
                  <a:lnTo>
                    <a:pt x="2695" y="2015"/>
                  </a:lnTo>
                  <a:lnTo>
                    <a:pt x="2617" y="1915"/>
                  </a:lnTo>
                  <a:lnTo>
                    <a:pt x="2528" y="1837"/>
                  </a:lnTo>
                  <a:lnTo>
                    <a:pt x="2427" y="1770"/>
                  </a:lnTo>
                  <a:lnTo>
                    <a:pt x="2327" y="1726"/>
                  </a:lnTo>
                  <a:lnTo>
                    <a:pt x="2216" y="1681"/>
                  </a:lnTo>
                  <a:lnTo>
                    <a:pt x="2093" y="1648"/>
                  </a:lnTo>
                  <a:lnTo>
                    <a:pt x="1982" y="1626"/>
                  </a:lnTo>
                  <a:lnTo>
                    <a:pt x="1726" y="1626"/>
                  </a:lnTo>
                  <a:lnTo>
                    <a:pt x="1604" y="1648"/>
                  </a:lnTo>
                  <a:lnTo>
                    <a:pt x="1481" y="1670"/>
                  </a:lnTo>
                  <a:lnTo>
                    <a:pt x="1359" y="1715"/>
                  </a:lnTo>
                  <a:lnTo>
                    <a:pt x="1247" y="1759"/>
                  </a:lnTo>
                  <a:lnTo>
                    <a:pt x="1136" y="1815"/>
                  </a:lnTo>
                  <a:lnTo>
                    <a:pt x="1036" y="1893"/>
                  </a:lnTo>
                  <a:lnTo>
                    <a:pt x="936" y="1971"/>
                  </a:lnTo>
                  <a:lnTo>
                    <a:pt x="847" y="2049"/>
                  </a:lnTo>
                  <a:lnTo>
                    <a:pt x="757" y="2138"/>
                  </a:lnTo>
                  <a:lnTo>
                    <a:pt x="680" y="2227"/>
                  </a:lnTo>
                  <a:lnTo>
                    <a:pt x="535" y="2427"/>
                  </a:lnTo>
                  <a:lnTo>
                    <a:pt x="401" y="2650"/>
                  </a:lnTo>
                  <a:lnTo>
                    <a:pt x="290" y="2873"/>
                  </a:lnTo>
                  <a:lnTo>
                    <a:pt x="190" y="3106"/>
                  </a:lnTo>
                  <a:lnTo>
                    <a:pt x="0" y="3574"/>
                  </a:lnTo>
                  <a:lnTo>
                    <a:pt x="2138" y="4086"/>
                  </a:lnTo>
                  <a:lnTo>
                    <a:pt x="2116" y="4097"/>
                  </a:lnTo>
                  <a:lnTo>
                    <a:pt x="2105" y="4131"/>
                  </a:lnTo>
                  <a:lnTo>
                    <a:pt x="2105" y="4153"/>
                  </a:lnTo>
                  <a:lnTo>
                    <a:pt x="2127" y="4186"/>
                  </a:lnTo>
                  <a:lnTo>
                    <a:pt x="2160" y="4220"/>
                  </a:lnTo>
                  <a:lnTo>
                    <a:pt x="2194" y="4253"/>
                  </a:lnTo>
                  <a:lnTo>
                    <a:pt x="2238" y="4275"/>
                  </a:lnTo>
                  <a:lnTo>
                    <a:pt x="2272" y="4287"/>
                  </a:lnTo>
                  <a:lnTo>
                    <a:pt x="3262" y="4398"/>
                  </a:lnTo>
                  <a:lnTo>
                    <a:pt x="4253" y="4487"/>
                  </a:lnTo>
                  <a:lnTo>
                    <a:pt x="4743" y="4520"/>
                  </a:lnTo>
                  <a:lnTo>
                    <a:pt x="5244" y="4554"/>
                  </a:lnTo>
                  <a:lnTo>
                    <a:pt x="5734" y="4576"/>
                  </a:lnTo>
                  <a:lnTo>
                    <a:pt x="6235" y="4587"/>
                  </a:lnTo>
                  <a:lnTo>
                    <a:pt x="6725" y="4587"/>
                  </a:lnTo>
                  <a:lnTo>
                    <a:pt x="7226" y="4565"/>
                  </a:lnTo>
                  <a:lnTo>
                    <a:pt x="7716" y="4543"/>
                  </a:lnTo>
                  <a:lnTo>
                    <a:pt x="8206" y="4498"/>
                  </a:lnTo>
                  <a:lnTo>
                    <a:pt x="8696" y="4431"/>
                  </a:lnTo>
                  <a:lnTo>
                    <a:pt x="9174" y="4353"/>
                  </a:lnTo>
                  <a:lnTo>
                    <a:pt x="9664" y="4264"/>
                  </a:lnTo>
                  <a:lnTo>
                    <a:pt x="10143" y="4142"/>
                  </a:lnTo>
                  <a:lnTo>
                    <a:pt x="10321" y="4097"/>
                  </a:lnTo>
                  <a:lnTo>
                    <a:pt x="10510" y="4030"/>
                  </a:lnTo>
                  <a:lnTo>
                    <a:pt x="10688" y="3964"/>
                  </a:lnTo>
                  <a:lnTo>
                    <a:pt x="10855" y="3875"/>
                  </a:lnTo>
                  <a:lnTo>
                    <a:pt x="11011" y="3774"/>
                  </a:lnTo>
                  <a:lnTo>
                    <a:pt x="11156" y="3652"/>
                  </a:lnTo>
                  <a:lnTo>
                    <a:pt x="11212" y="3585"/>
                  </a:lnTo>
                  <a:lnTo>
                    <a:pt x="11279" y="3518"/>
                  </a:lnTo>
                  <a:lnTo>
                    <a:pt x="11323" y="3440"/>
                  </a:lnTo>
                  <a:lnTo>
                    <a:pt x="11368" y="3351"/>
                  </a:lnTo>
                  <a:lnTo>
                    <a:pt x="11423" y="3229"/>
                  </a:lnTo>
                  <a:lnTo>
                    <a:pt x="11468" y="3084"/>
                  </a:lnTo>
                  <a:lnTo>
                    <a:pt x="11490" y="2951"/>
                  </a:lnTo>
                  <a:lnTo>
                    <a:pt x="11490" y="2806"/>
                  </a:lnTo>
                  <a:lnTo>
                    <a:pt x="11490" y="2661"/>
                  </a:lnTo>
                  <a:lnTo>
                    <a:pt x="11479" y="2516"/>
                  </a:lnTo>
                  <a:lnTo>
                    <a:pt x="11434" y="2227"/>
                  </a:lnTo>
                  <a:lnTo>
                    <a:pt x="11390" y="1971"/>
                  </a:lnTo>
                  <a:lnTo>
                    <a:pt x="11323" y="1704"/>
                  </a:lnTo>
                  <a:lnTo>
                    <a:pt x="11256" y="1448"/>
                  </a:lnTo>
                  <a:lnTo>
                    <a:pt x="11189" y="1191"/>
                  </a:lnTo>
                  <a:lnTo>
                    <a:pt x="11089" y="913"/>
                  </a:lnTo>
                  <a:lnTo>
                    <a:pt x="11034" y="780"/>
                  </a:lnTo>
                  <a:lnTo>
                    <a:pt x="10967" y="646"/>
                  </a:lnTo>
                  <a:lnTo>
                    <a:pt x="10900" y="523"/>
                  </a:lnTo>
                  <a:lnTo>
                    <a:pt x="10811" y="412"/>
                  </a:lnTo>
                  <a:lnTo>
                    <a:pt x="10722" y="312"/>
                  </a:lnTo>
                  <a:lnTo>
                    <a:pt x="10611" y="212"/>
                  </a:lnTo>
                  <a:lnTo>
                    <a:pt x="10510" y="156"/>
                  </a:lnTo>
                  <a:lnTo>
                    <a:pt x="10410" y="112"/>
                  </a:lnTo>
                  <a:lnTo>
                    <a:pt x="10310" y="67"/>
                  </a:lnTo>
                  <a:lnTo>
                    <a:pt x="10199" y="34"/>
                  </a:lnTo>
                  <a:lnTo>
                    <a:pt x="10087" y="22"/>
                  </a:lnTo>
                  <a:lnTo>
                    <a:pt x="9965" y="11"/>
                  </a:lnTo>
                  <a:lnTo>
                    <a:pt x="9853" y="0"/>
                  </a:lnTo>
                  <a:close/>
                </a:path>
              </a:pathLst>
            </a:custGeom>
            <a:solidFill>
              <a:srgbClr val="934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2338105" y="2574882"/>
              <a:ext cx="269665" cy="107669"/>
            </a:xfrm>
            <a:custGeom>
              <a:rect b="b" l="l" r="r" t="t"/>
              <a:pathLst>
                <a:path extrusionOk="0" fill="none" h="4588" w="11491">
                  <a:moveTo>
                    <a:pt x="0" y="3574"/>
                  </a:moveTo>
                  <a:lnTo>
                    <a:pt x="0" y="3574"/>
                  </a:lnTo>
                  <a:lnTo>
                    <a:pt x="190" y="3106"/>
                  </a:lnTo>
                  <a:lnTo>
                    <a:pt x="290" y="2873"/>
                  </a:lnTo>
                  <a:lnTo>
                    <a:pt x="401" y="2650"/>
                  </a:lnTo>
                  <a:lnTo>
                    <a:pt x="535" y="2427"/>
                  </a:lnTo>
                  <a:lnTo>
                    <a:pt x="680" y="2227"/>
                  </a:lnTo>
                  <a:lnTo>
                    <a:pt x="757" y="2138"/>
                  </a:lnTo>
                  <a:lnTo>
                    <a:pt x="847" y="2049"/>
                  </a:lnTo>
                  <a:lnTo>
                    <a:pt x="936" y="1971"/>
                  </a:lnTo>
                  <a:lnTo>
                    <a:pt x="1036" y="1893"/>
                  </a:lnTo>
                  <a:lnTo>
                    <a:pt x="1036" y="1893"/>
                  </a:lnTo>
                  <a:lnTo>
                    <a:pt x="1136" y="1815"/>
                  </a:lnTo>
                  <a:lnTo>
                    <a:pt x="1247" y="1759"/>
                  </a:lnTo>
                  <a:lnTo>
                    <a:pt x="1359" y="1715"/>
                  </a:lnTo>
                  <a:lnTo>
                    <a:pt x="1481" y="1670"/>
                  </a:lnTo>
                  <a:lnTo>
                    <a:pt x="1604" y="1648"/>
                  </a:lnTo>
                  <a:lnTo>
                    <a:pt x="1726" y="1626"/>
                  </a:lnTo>
                  <a:lnTo>
                    <a:pt x="1860" y="1626"/>
                  </a:lnTo>
                  <a:lnTo>
                    <a:pt x="1982" y="1626"/>
                  </a:lnTo>
                  <a:lnTo>
                    <a:pt x="2093" y="1648"/>
                  </a:lnTo>
                  <a:lnTo>
                    <a:pt x="2216" y="1681"/>
                  </a:lnTo>
                  <a:lnTo>
                    <a:pt x="2327" y="1726"/>
                  </a:lnTo>
                  <a:lnTo>
                    <a:pt x="2427" y="1770"/>
                  </a:lnTo>
                  <a:lnTo>
                    <a:pt x="2528" y="1837"/>
                  </a:lnTo>
                  <a:lnTo>
                    <a:pt x="2617" y="1915"/>
                  </a:lnTo>
                  <a:lnTo>
                    <a:pt x="2695" y="2015"/>
                  </a:lnTo>
                  <a:lnTo>
                    <a:pt x="2750" y="2116"/>
                  </a:lnTo>
                  <a:lnTo>
                    <a:pt x="2750" y="2116"/>
                  </a:lnTo>
                  <a:lnTo>
                    <a:pt x="2828" y="2026"/>
                  </a:lnTo>
                  <a:lnTo>
                    <a:pt x="2917" y="1949"/>
                  </a:lnTo>
                  <a:lnTo>
                    <a:pt x="3006" y="1871"/>
                  </a:lnTo>
                  <a:lnTo>
                    <a:pt x="3107" y="1804"/>
                  </a:lnTo>
                  <a:lnTo>
                    <a:pt x="3196" y="1737"/>
                  </a:lnTo>
                  <a:lnTo>
                    <a:pt x="3307" y="1681"/>
                  </a:lnTo>
                  <a:lnTo>
                    <a:pt x="3519" y="1581"/>
                  </a:lnTo>
                  <a:lnTo>
                    <a:pt x="3741" y="1514"/>
                  </a:lnTo>
                  <a:lnTo>
                    <a:pt x="3975" y="1448"/>
                  </a:lnTo>
                  <a:lnTo>
                    <a:pt x="4209" y="1414"/>
                  </a:lnTo>
                  <a:lnTo>
                    <a:pt x="4443" y="1381"/>
                  </a:lnTo>
                  <a:lnTo>
                    <a:pt x="4443" y="1381"/>
                  </a:lnTo>
                  <a:lnTo>
                    <a:pt x="4676" y="1370"/>
                  </a:lnTo>
                  <a:lnTo>
                    <a:pt x="4910" y="1358"/>
                  </a:lnTo>
                  <a:lnTo>
                    <a:pt x="5389" y="1336"/>
                  </a:lnTo>
                  <a:lnTo>
                    <a:pt x="5623" y="1325"/>
                  </a:lnTo>
                  <a:lnTo>
                    <a:pt x="5857" y="1314"/>
                  </a:lnTo>
                  <a:lnTo>
                    <a:pt x="6090" y="1281"/>
                  </a:lnTo>
                  <a:lnTo>
                    <a:pt x="6324" y="1236"/>
                  </a:lnTo>
                  <a:lnTo>
                    <a:pt x="6324" y="1236"/>
                  </a:lnTo>
                  <a:lnTo>
                    <a:pt x="6547" y="1180"/>
                  </a:lnTo>
                  <a:lnTo>
                    <a:pt x="6758" y="1114"/>
                  </a:lnTo>
                  <a:lnTo>
                    <a:pt x="6970" y="1036"/>
                  </a:lnTo>
                  <a:lnTo>
                    <a:pt x="7181" y="947"/>
                  </a:lnTo>
                  <a:lnTo>
                    <a:pt x="7605" y="746"/>
                  </a:lnTo>
                  <a:lnTo>
                    <a:pt x="8016" y="546"/>
                  </a:lnTo>
                  <a:lnTo>
                    <a:pt x="8440" y="345"/>
                  </a:lnTo>
                  <a:lnTo>
                    <a:pt x="8651" y="267"/>
                  </a:lnTo>
                  <a:lnTo>
                    <a:pt x="8863" y="178"/>
                  </a:lnTo>
                  <a:lnTo>
                    <a:pt x="9074" y="112"/>
                  </a:lnTo>
                  <a:lnTo>
                    <a:pt x="9297" y="67"/>
                  </a:lnTo>
                  <a:lnTo>
                    <a:pt x="9519" y="22"/>
                  </a:lnTo>
                  <a:lnTo>
                    <a:pt x="9742" y="0"/>
                  </a:lnTo>
                  <a:lnTo>
                    <a:pt x="9742" y="0"/>
                  </a:lnTo>
                  <a:lnTo>
                    <a:pt x="9853" y="0"/>
                  </a:lnTo>
                  <a:lnTo>
                    <a:pt x="9965" y="11"/>
                  </a:lnTo>
                  <a:lnTo>
                    <a:pt x="10087" y="22"/>
                  </a:lnTo>
                  <a:lnTo>
                    <a:pt x="10199" y="34"/>
                  </a:lnTo>
                  <a:lnTo>
                    <a:pt x="10310" y="67"/>
                  </a:lnTo>
                  <a:lnTo>
                    <a:pt x="10410" y="112"/>
                  </a:lnTo>
                  <a:lnTo>
                    <a:pt x="10510" y="156"/>
                  </a:lnTo>
                  <a:lnTo>
                    <a:pt x="10611" y="212"/>
                  </a:lnTo>
                  <a:lnTo>
                    <a:pt x="10611" y="212"/>
                  </a:lnTo>
                  <a:lnTo>
                    <a:pt x="10722" y="312"/>
                  </a:lnTo>
                  <a:lnTo>
                    <a:pt x="10811" y="412"/>
                  </a:lnTo>
                  <a:lnTo>
                    <a:pt x="10900" y="523"/>
                  </a:lnTo>
                  <a:lnTo>
                    <a:pt x="10967" y="646"/>
                  </a:lnTo>
                  <a:lnTo>
                    <a:pt x="11034" y="780"/>
                  </a:lnTo>
                  <a:lnTo>
                    <a:pt x="11089" y="913"/>
                  </a:lnTo>
                  <a:lnTo>
                    <a:pt x="11189" y="1191"/>
                  </a:lnTo>
                  <a:lnTo>
                    <a:pt x="11189" y="1191"/>
                  </a:lnTo>
                  <a:lnTo>
                    <a:pt x="11256" y="1448"/>
                  </a:lnTo>
                  <a:lnTo>
                    <a:pt x="11323" y="1704"/>
                  </a:lnTo>
                  <a:lnTo>
                    <a:pt x="11390" y="1971"/>
                  </a:lnTo>
                  <a:lnTo>
                    <a:pt x="11434" y="2227"/>
                  </a:lnTo>
                  <a:lnTo>
                    <a:pt x="11434" y="2227"/>
                  </a:lnTo>
                  <a:lnTo>
                    <a:pt x="11479" y="2516"/>
                  </a:lnTo>
                  <a:lnTo>
                    <a:pt x="11490" y="2661"/>
                  </a:lnTo>
                  <a:lnTo>
                    <a:pt x="11490" y="2806"/>
                  </a:lnTo>
                  <a:lnTo>
                    <a:pt x="11490" y="2951"/>
                  </a:lnTo>
                  <a:lnTo>
                    <a:pt x="11468" y="3084"/>
                  </a:lnTo>
                  <a:lnTo>
                    <a:pt x="11423" y="3229"/>
                  </a:lnTo>
                  <a:lnTo>
                    <a:pt x="11368" y="3351"/>
                  </a:lnTo>
                  <a:lnTo>
                    <a:pt x="11368" y="3351"/>
                  </a:lnTo>
                  <a:lnTo>
                    <a:pt x="11323" y="3440"/>
                  </a:lnTo>
                  <a:lnTo>
                    <a:pt x="11279" y="3518"/>
                  </a:lnTo>
                  <a:lnTo>
                    <a:pt x="11212" y="3585"/>
                  </a:lnTo>
                  <a:lnTo>
                    <a:pt x="11156" y="3652"/>
                  </a:lnTo>
                  <a:lnTo>
                    <a:pt x="11011" y="3774"/>
                  </a:lnTo>
                  <a:lnTo>
                    <a:pt x="10855" y="3875"/>
                  </a:lnTo>
                  <a:lnTo>
                    <a:pt x="10688" y="3964"/>
                  </a:lnTo>
                  <a:lnTo>
                    <a:pt x="10510" y="4030"/>
                  </a:lnTo>
                  <a:lnTo>
                    <a:pt x="10321" y="4097"/>
                  </a:lnTo>
                  <a:lnTo>
                    <a:pt x="10143" y="4142"/>
                  </a:lnTo>
                  <a:lnTo>
                    <a:pt x="10143" y="4142"/>
                  </a:lnTo>
                  <a:lnTo>
                    <a:pt x="9664" y="4264"/>
                  </a:lnTo>
                  <a:lnTo>
                    <a:pt x="9174" y="4353"/>
                  </a:lnTo>
                  <a:lnTo>
                    <a:pt x="8696" y="4431"/>
                  </a:lnTo>
                  <a:lnTo>
                    <a:pt x="8206" y="4498"/>
                  </a:lnTo>
                  <a:lnTo>
                    <a:pt x="7716" y="4543"/>
                  </a:lnTo>
                  <a:lnTo>
                    <a:pt x="7226" y="4565"/>
                  </a:lnTo>
                  <a:lnTo>
                    <a:pt x="6725" y="4587"/>
                  </a:lnTo>
                  <a:lnTo>
                    <a:pt x="6235" y="4587"/>
                  </a:lnTo>
                  <a:lnTo>
                    <a:pt x="5734" y="4576"/>
                  </a:lnTo>
                  <a:lnTo>
                    <a:pt x="5244" y="4554"/>
                  </a:lnTo>
                  <a:lnTo>
                    <a:pt x="4743" y="4520"/>
                  </a:lnTo>
                  <a:lnTo>
                    <a:pt x="4253" y="4487"/>
                  </a:lnTo>
                  <a:lnTo>
                    <a:pt x="3262" y="4398"/>
                  </a:lnTo>
                  <a:lnTo>
                    <a:pt x="2272" y="4287"/>
                  </a:lnTo>
                  <a:lnTo>
                    <a:pt x="2272" y="4287"/>
                  </a:lnTo>
                  <a:lnTo>
                    <a:pt x="2238" y="4275"/>
                  </a:lnTo>
                  <a:lnTo>
                    <a:pt x="2194" y="4253"/>
                  </a:lnTo>
                  <a:lnTo>
                    <a:pt x="2160" y="4220"/>
                  </a:lnTo>
                  <a:lnTo>
                    <a:pt x="2127" y="4186"/>
                  </a:lnTo>
                  <a:lnTo>
                    <a:pt x="2105" y="4153"/>
                  </a:lnTo>
                  <a:lnTo>
                    <a:pt x="2105" y="4131"/>
                  </a:lnTo>
                  <a:lnTo>
                    <a:pt x="2116" y="4097"/>
                  </a:lnTo>
                  <a:lnTo>
                    <a:pt x="2138" y="4086"/>
                  </a:lnTo>
                  <a:lnTo>
                    <a:pt x="0" y="357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2291076" y="2649086"/>
              <a:ext cx="362409" cy="55149"/>
            </a:xfrm>
            <a:custGeom>
              <a:rect b="b" l="l" r="r" t="t"/>
              <a:pathLst>
                <a:path extrusionOk="0" h="2350" w="15443">
                  <a:moveTo>
                    <a:pt x="15442" y="0"/>
                  </a:moveTo>
                  <a:lnTo>
                    <a:pt x="0" y="67"/>
                  </a:lnTo>
                  <a:lnTo>
                    <a:pt x="23" y="100"/>
                  </a:lnTo>
                  <a:lnTo>
                    <a:pt x="89" y="200"/>
                  </a:lnTo>
                  <a:lnTo>
                    <a:pt x="312" y="479"/>
                  </a:lnTo>
                  <a:lnTo>
                    <a:pt x="691" y="924"/>
                  </a:lnTo>
                  <a:lnTo>
                    <a:pt x="847" y="1069"/>
                  </a:lnTo>
                  <a:lnTo>
                    <a:pt x="1025" y="1202"/>
                  </a:lnTo>
                  <a:lnTo>
                    <a:pt x="1225" y="1336"/>
                  </a:lnTo>
                  <a:lnTo>
                    <a:pt x="1448" y="1459"/>
                  </a:lnTo>
                  <a:lnTo>
                    <a:pt x="1704" y="1581"/>
                  </a:lnTo>
                  <a:lnTo>
                    <a:pt x="1982" y="1692"/>
                  </a:lnTo>
                  <a:lnTo>
                    <a:pt x="2283" y="1793"/>
                  </a:lnTo>
                  <a:lnTo>
                    <a:pt x="2617" y="1882"/>
                  </a:lnTo>
                  <a:lnTo>
                    <a:pt x="2973" y="1971"/>
                  </a:lnTo>
                  <a:lnTo>
                    <a:pt x="3352" y="2049"/>
                  </a:lnTo>
                  <a:lnTo>
                    <a:pt x="3763" y="2115"/>
                  </a:lnTo>
                  <a:lnTo>
                    <a:pt x="4198" y="2182"/>
                  </a:lnTo>
                  <a:lnTo>
                    <a:pt x="4654" y="2227"/>
                  </a:lnTo>
                  <a:lnTo>
                    <a:pt x="5144" y="2271"/>
                  </a:lnTo>
                  <a:lnTo>
                    <a:pt x="5667" y="2305"/>
                  </a:lnTo>
                  <a:lnTo>
                    <a:pt x="6202" y="2327"/>
                  </a:lnTo>
                  <a:lnTo>
                    <a:pt x="7204" y="2349"/>
                  </a:lnTo>
                  <a:lnTo>
                    <a:pt x="8261" y="2349"/>
                  </a:lnTo>
                  <a:lnTo>
                    <a:pt x="9352" y="2327"/>
                  </a:lnTo>
                  <a:lnTo>
                    <a:pt x="9887" y="2305"/>
                  </a:lnTo>
                  <a:lnTo>
                    <a:pt x="10421" y="2282"/>
                  </a:lnTo>
                  <a:lnTo>
                    <a:pt x="10933" y="2238"/>
                  </a:lnTo>
                  <a:lnTo>
                    <a:pt x="11423" y="2193"/>
                  </a:lnTo>
                  <a:lnTo>
                    <a:pt x="11891" y="2138"/>
                  </a:lnTo>
                  <a:lnTo>
                    <a:pt x="12336" y="2082"/>
                  </a:lnTo>
                  <a:lnTo>
                    <a:pt x="12726" y="2004"/>
                  </a:lnTo>
                  <a:lnTo>
                    <a:pt x="13093" y="1926"/>
                  </a:lnTo>
                  <a:lnTo>
                    <a:pt x="13405" y="1837"/>
                  </a:lnTo>
                  <a:lnTo>
                    <a:pt x="13539" y="1781"/>
                  </a:lnTo>
                  <a:lnTo>
                    <a:pt x="13661" y="1726"/>
                  </a:lnTo>
                  <a:lnTo>
                    <a:pt x="13951" y="1581"/>
                  </a:lnTo>
                  <a:lnTo>
                    <a:pt x="14207" y="1425"/>
                  </a:lnTo>
                  <a:lnTo>
                    <a:pt x="14440" y="1280"/>
                  </a:lnTo>
                  <a:lnTo>
                    <a:pt x="14630" y="1125"/>
                  </a:lnTo>
                  <a:lnTo>
                    <a:pt x="14808" y="980"/>
                  </a:lnTo>
                  <a:lnTo>
                    <a:pt x="14953" y="835"/>
                  </a:lnTo>
                  <a:lnTo>
                    <a:pt x="15064" y="701"/>
                  </a:lnTo>
                  <a:lnTo>
                    <a:pt x="15164" y="568"/>
                  </a:lnTo>
                  <a:lnTo>
                    <a:pt x="15253" y="457"/>
                  </a:lnTo>
                  <a:lnTo>
                    <a:pt x="15309" y="345"/>
                  </a:lnTo>
                  <a:lnTo>
                    <a:pt x="15364" y="245"/>
                  </a:lnTo>
                  <a:lnTo>
                    <a:pt x="15398" y="167"/>
                  </a:lnTo>
                  <a:lnTo>
                    <a:pt x="15431" y="45"/>
                  </a:lnTo>
                  <a:lnTo>
                    <a:pt x="15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2291076" y="2649086"/>
              <a:ext cx="362409" cy="55149"/>
            </a:xfrm>
            <a:custGeom>
              <a:rect b="b" l="l" r="r" t="t"/>
              <a:pathLst>
                <a:path extrusionOk="0" fill="none" h="2350" w="15443">
                  <a:moveTo>
                    <a:pt x="0" y="67"/>
                  </a:moveTo>
                  <a:lnTo>
                    <a:pt x="0" y="67"/>
                  </a:lnTo>
                  <a:lnTo>
                    <a:pt x="23" y="100"/>
                  </a:lnTo>
                  <a:lnTo>
                    <a:pt x="89" y="200"/>
                  </a:lnTo>
                  <a:lnTo>
                    <a:pt x="312" y="479"/>
                  </a:lnTo>
                  <a:lnTo>
                    <a:pt x="691" y="924"/>
                  </a:lnTo>
                  <a:lnTo>
                    <a:pt x="691" y="924"/>
                  </a:lnTo>
                  <a:lnTo>
                    <a:pt x="847" y="1069"/>
                  </a:lnTo>
                  <a:lnTo>
                    <a:pt x="1025" y="1202"/>
                  </a:lnTo>
                  <a:lnTo>
                    <a:pt x="1225" y="1336"/>
                  </a:lnTo>
                  <a:lnTo>
                    <a:pt x="1448" y="1459"/>
                  </a:lnTo>
                  <a:lnTo>
                    <a:pt x="1704" y="1581"/>
                  </a:lnTo>
                  <a:lnTo>
                    <a:pt x="1982" y="1692"/>
                  </a:lnTo>
                  <a:lnTo>
                    <a:pt x="2283" y="1793"/>
                  </a:lnTo>
                  <a:lnTo>
                    <a:pt x="2617" y="1882"/>
                  </a:lnTo>
                  <a:lnTo>
                    <a:pt x="2973" y="1971"/>
                  </a:lnTo>
                  <a:lnTo>
                    <a:pt x="3352" y="2049"/>
                  </a:lnTo>
                  <a:lnTo>
                    <a:pt x="3763" y="2115"/>
                  </a:lnTo>
                  <a:lnTo>
                    <a:pt x="4198" y="2182"/>
                  </a:lnTo>
                  <a:lnTo>
                    <a:pt x="4654" y="2227"/>
                  </a:lnTo>
                  <a:lnTo>
                    <a:pt x="5144" y="2271"/>
                  </a:lnTo>
                  <a:lnTo>
                    <a:pt x="5667" y="2305"/>
                  </a:lnTo>
                  <a:lnTo>
                    <a:pt x="6202" y="2327"/>
                  </a:lnTo>
                  <a:lnTo>
                    <a:pt x="6202" y="2327"/>
                  </a:lnTo>
                  <a:lnTo>
                    <a:pt x="7204" y="2349"/>
                  </a:lnTo>
                  <a:lnTo>
                    <a:pt x="8261" y="2349"/>
                  </a:lnTo>
                  <a:lnTo>
                    <a:pt x="9352" y="2327"/>
                  </a:lnTo>
                  <a:lnTo>
                    <a:pt x="9887" y="2305"/>
                  </a:lnTo>
                  <a:lnTo>
                    <a:pt x="10421" y="2282"/>
                  </a:lnTo>
                  <a:lnTo>
                    <a:pt x="10933" y="2238"/>
                  </a:lnTo>
                  <a:lnTo>
                    <a:pt x="11423" y="2193"/>
                  </a:lnTo>
                  <a:lnTo>
                    <a:pt x="11891" y="2138"/>
                  </a:lnTo>
                  <a:lnTo>
                    <a:pt x="12336" y="2082"/>
                  </a:lnTo>
                  <a:lnTo>
                    <a:pt x="12726" y="2004"/>
                  </a:lnTo>
                  <a:lnTo>
                    <a:pt x="13093" y="1926"/>
                  </a:lnTo>
                  <a:lnTo>
                    <a:pt x="13405" y="1837"/>
                  </a:lnTo>
                  <a:lnTo>
                    <a:pt x="13539" y="1781"/>
                  </a:lnTo>
                  <a:lnTo>
                    <a:pt x="13661" y="1726"/>
                  </a:lnTo>
                  <a:lnTo>
                    <a:pt x="13661" y="1726"/>
                  </a:lnTo>
                  <a:lnTo>
                    <a:pt x="13951" y="1581"/>
                  </a:lnTo>
                  <a:lnTo>
                    <a:pt x="14207" y="1425"/>
                  </a:lnTo>
                  <a:lnTo>
                    <a:pt x="14440" y="1280"/>
                  </a:lnTo>
                  <a:lnTo>
                    <a:pt x="14630" y="1125"/>
                  </a:lnTo>
                  <a:lnTo>
                    <a:pt x="14808" y="980"/>
                  </a:lnTo>
                  <a:lnTo>
                    <a:pt x="14953" y="835"/>
                  </a:lnTo>
                  <a:lnTo>
                    <a:pt x="15064" y="701"/>
                  </a:lnTo>
                  <a:lnTo>
                    <a:pt x="15164" y="568"/>
                  </a:lnTo>
                  <a:lnTo>
                    <a:pt x="15253" y="457"/>
                  </a:lnTo>
                  <a:lnTo>
                    <a:pt x="15309" y="345"/>
                  </a:lnTo>
                  <a:lnTo>
                    <a:pt x="15364" y="245"/>
                  </a:lnTo>
                  <a:lnTo>
                    <a:pt x="15398" y="167"/>
                  </a:lnTo>
                  <a:lnTo>
                    <a:pt x="15431" y="45"/>
                  </a:lnTo>
                  <a:lnTo>
                    <a:pt x="15442" y="0"/>
                  </a:lnTo>
                  <a:lnTo>
                    <a:pt x="0" y="6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2610867" y="2672858"/>
              <a:ext cx="26683" cy="16990"/>
            </a:xfrm>
            <a:custGeom>
              <a:rect b="b" l="l" r="r" t="t"/>
              <a:pathLst>
                <a:path extrusionOk="0" h="724" w="1137">
                  <a:moveTo>
                    <a:pt x="12" y="724"/>
                  </a:moveTo>
                  <a:lnTo>
                    <a:pt x="12" y="724"/>
                  </a:lnTo>
                  <a:lnTo>
                    <a:pt x="1" y="724"/>
                  </a:lnTo>
                  <a:lnTo>
                    <a:pt x="1" y="724"/>
                  </a:lnTo>
                  <a:lnTo>
                    <a:pt x="12" y="724"/>
                  </a:lnTo>
                  <a:close/>
                  <a:moveTo>
                    <a:pt x="12" y="724"/>
                  </a:move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close/>
                  <a:moveTo>
                    <a:pt x="23" y="724"/>
                  </a:moveTo>
                  <a:lnTo>
                    <a:pt x="23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23" y="724"/>
                  </a:lnTo>
                  <a:close/>
                  <a:moveTo>
                    <a:pt x="23" y="713"/>
                  </a:moveTo>
                  <a:lnTo>
                    <a:pt x="23" y="713"/>
                  </a:lnTo>
                  <a:lnTo>
                    <a:pt x="23" y="724"/>
                  </a:lnTo>
                  <a:lnTo>
                    <a:pt x="23" y="724"/>
                  </a:lnTo>
                  <a:lnTo>
                    <a:pt x="23" y="713"/>
                  </a:lnTo>
                  <a:close/>
                  <a:moveTo>
                    <a:pt x="34" y="713"/>
                  </a:moveTo>
                  <a:lnTo>
                    <a:pt x="34" y="713"/>
                  </a:lnTo>
                  <a:lnTo>
                    <a:pt x="23" y="713"/>
                  </a:lnTo>
                  <a:lnTo>
                    <a:pt x="23" y="713"/>
                  </a:lnTo>
                  <a:lnTo>
                    <a:pt x="34" y="713"/>
                  </a:lnTo>
                  <a:close/>
                  <a:moveTo>
                    <a:pt x="45" y="713"/>
                  </a:moveTo>
                  <a:lnTo>
                    <a:pt x="45" y="713"/>
                  </a:lnTo>
                  <a:lnTo>
                    <a:pt x="34" y="713"/>
                  </a:lnTo>
                  <a:lnTo>
                    <a:pt x="34" y="713"/>
                  </a:lnTo>
                  <a:lnTo>
                    <a:pt x="45" y="713"/>
                  </a:lnTo>
                  <a:close/>
                  <a:moveTo>
                    <a:pt x="45" y="702"/>
                  </a:moveTo>
                  <a:lnTo>
                    <a:pt x="45" y="702"/>
                  </a:lnTo>
                  <a:lnTo>
                    <a:pt x="45" y="713"/>
                  </a:lnTo>
                  <a:lnTo>
                    <a:pt x="45" y="713"/>
                  </a:lnTo>
                  <a:lnTo>
                    <a:pt x="45" y="702"/>
                  </a:lnTo>
                  <a:close/>
                  <a:moveTo>
                    <a:pt x="56" y="702"/>
                  </a:moveTo>
                  <a:lnTo>
                    <a:pt x="56" y="702"/>
                  </a:lnTo>
                  <a:lnTo>
                    <a:pt x="56" y="702"/>
                  </a:lnTo>
                  <a:lnTo>
                    <a:pt x="56" y="702"/>
                  </a:lnTo>
                  <a:lnTo>
                    <a:pt x="56" y="702"/>
                  </a:lnTo>
                  <a:close/>
                  <a:moveTo>
                    <a:pt x="67" y="702"/>
                  </a:moveTo>
                  <a:lnTo>
                    <a:pt x="67" y="702"/>
                  </a:lnTo>
                  <a:lnTo>
                    <a:pt x="67" y="702"/>
                  </a:lnTo>
                  <a:lnTo>
                    <a:pt x="67" y="702"/>
                  </a:lnTo>
                  <a:lnTo>
                    <a:pt x="67" y="702"/>
                  </a:lnTo>
                  <a:close/>
                  <a:moveTo>
                    <a:pt x="79" y="690"/>
                  </a:moveTo>
                  <a:lnTo>
                    <a:pt x="79" y="690"/>
                  </a:lnTo>
                  <a:lnTo>
                    <a:pt x="67" y="690"/>
                  </a:lnTo>
                  <a:lnTo>
                    <a:pt x="67" y="690"/>
                  </a:lnTo>
                  <a:lnTo>
                    <a:pt x="79" y="690"/>
                  </a:lnTo>
                  <a:close/>
                  <a:moveTo>
                    <a:pt x="90" y="690"/>
                  </a:moveTo>
                  <a:lnTo>
                    <a:pt x="90" y="690"/>
                  </a:lnTo>
                  <a:lnTo>
                    <a:pt x="79" y="690"/>
                  </a:lnTo>
                  <a:lnTo>
                    <a:pt x="79" y="690"/>
                  </a:lnTo>
                  <a:lnTo>
                    <a:pt x="90" y="690"/>
                  </a:lnTo>
                  <a:close/>
                  <a:moveTo>
                    <a:pt x="101" y="679"/>
                  </a:moveTo>
                  <a:lnTo>
                    <a:pt x="101" y="679"/>
                  </a:lnTo>
                  <a:lnTo>
                    <a:pt x="90" y="690"/>
                  </a:lnTo>
                  <a:lnTo>
                    <a:pt x="90" y="690"/>
                  </a:lnTo>
                  <a:lnTo>
                    <a:pt x="101" y="679"/>
                  </a:lnTo>
                  <a:close/>
                  <a:moveTo>
                    <a:pt x="101" y="679"/>
                  </a:moveTo>
                  <a:lnTo>
                    <a:pt x="101" y="679"/>
                  </a:lnTo>
                  <a:lnTo>
                    <a:pt x="101" y="679"/>
                  </a:lnTo>
                  <a:lnTo>
                    <a:pt x="101" y="679"/>
                  </a:lnTo>
                  <a:lnTo>
                    <a:pt x="101" y="679"/>
                  </a:lnTo>
                  <a:close/>
                  <a:moveTo>
                    <a:pt x="112" y="679"/>
                  </a:moveTo>
                  <a:lnTo>
                    <a:pt x="112" y="679"/>
                  </a:lnTo>
                  <a:lnTo>
                    <a:pt x="112" y="679"/>
                  </a:lnTo>
                  <a:lnTo>
                    <a:pt x="112" y="679"/>
                  </a:lnTo>
                  <a:lnTo>
                    <a:pt x="112" y="679"/>
                  </a:lnTo>
                  <a:close/>
                  <a:moveTo>
                    <a:pt x="123" y="668"/>
                  </a:moveTo>
                  <a:lnTo>
                    <a:pt x="123" y="668"/>
                  </a:lnTo>
                  <a:lnTo>
                    <a:pt x="123" y="668"/>
                  </a:lnTo>
                  <a:lnTo>
                    <a:pt x="123" y="668"/>
                  </a:lnTo>
                  <a:lnTo>
                    <a:pt x="123" y="668"/>
                  </a:lnTo>
                  <a:close/>
                  <a:moveTo>
                    <a:pt x="134" y="668"/>
                  </a:moveTo>
                  <a:lnTo>
                    <a:pt x="134" y="668"/>
                  </a:lnTo>
                  <a:lnTo>
                    <a:pt x="134" y="668"/>
                  </a:lnTo>
                  <a:lnTo>
                    <a:pt x="134" y="668"/>
                  </a:lnTo>
                  <a:lnTo>
                    <a:pt x="134" y="668"/>
                  </a:lnTo>
                  <a:close/>
                  <a:moveTo>
                    <a:pt x="145" y="657"/>
                  </a:moveTo>
                  <a:lnTo>
                    <a:pt x="145" y="657"/>
                  </a:lnTo>
                  <a:lnTo>
                    <a:pt x="134" y="668"/>
                  </a:lnTo>
                  <a:lnTo>
                    <a:pt x="134" y="668"/>
                  </a:lnTo>
                  <a:lnTo>
                    <a:pt x="145" y="657"/>
                  </a:lnTo>
                  <a:close/>
                  <a:moveTo>
                    <a:pt x="157" y="657"/>
                  </a:moveTo>
                  <a:lnTo>
                    <a:pt x="157" y="657"/>
                  </a:lnTo>
                  <a:lnTo>
                    <a:pt x="145" y="657"/>
                  </a:lnTo>
                  <a:lnTo>
                    <a:pt x="145" y="657"/>
                  </a:lnTo>
                  <a:lnTo>
                    <a:pt x="157" y="657"/>
                  </a:lnTo>
                  <a:close/>
                  <a:moveTo>
                    <a:pt x="168" y="646"/>
                  </a:moveTo>
                  <a:lnTo>
                    <a:pt x="168" y="646"/>
                  </a:lnTo>
                  <a:lnTo>
                    <a:pt x="157" y="657"/>
                  </a:lnTo>
                  <a:lnTo>
                    <a:pt x="157" y="657"/>
                  </a:lnTo>
                  <a:lnTo>
                    <a:pt x="168" y="646"/>
                  </a:lnTo>
                  <a:close/>
                  <a:moveTo>
                    <a:pt x="168" y="646"/>
                  </a:moveTo>
                  <a:lnTo>
                    <a:pt x="168" y="646"/>
                  </a:lnTo>
                  <a:lnTo>
                    <a:pt x="168" y="646"/>
                  </a:lnTo>
                  <a:lnTo>
                    <a:pt x="168" y="646"/>
                  </a:lnTo>
                  <a:lnTo>
                    <a:pt x="168" y="646"/>
                  </a:lnTo>
                  <a:close/>
                  <a:moveTo>
                    <a:pt x="179" y="646"/>
                  </a:moveTo>
                  <a:lnTo>
                    <a:pt x="179" y="646"/>
                  </a:lnTo>
                  <a:lnTo>
                    <a:pt x="179" y="646"/>
                  </a:lnTo>
                  <a:lnTo>
                    <a:pt x="179" y="646"/>
                  </a:lnTo>
                  <a:lnTo>
                    <a:pt x="179" y="646"/>
                  </a:lnTo>
                  <a:close/>
                  <a:moveTo>
                    <a:pt x="190" y="635"/>
                  </a:moveTo>
                  <a:lnTo>
                    <a:pt x="190" y="635"/>
                  </a:lnTo>
                  <a:lnTo>
                    <a:pt x="179" y="646"/>
                  </a:lnTo>
                  <a:lnTo>
                    <a:pt x="179" y="646"/>
                  </a:lnTo>
                  <a:lnTo>
                    <a:pt x="190" y="635"/>
                  </a:lnTo>
                  <a:close/>
                  <a:moveTo>
                    <a:pt x="212" y="624"/>
                  </a:moveTo>
                  <a:lnTo>
                    <a:pt x="212" y="624"/>
                  </a:lnTo>
                  <a:lnTo>
                    <a:pt x="190" y="635"/>
                  </a:lnTo>
                  <a:lnTo>
                    <a:pt x="190" y="635"/>
                  </a:lnTo>
                  <a:lnTo>
                    <a:pt x="212" y="624"/>
                  </a:lnTo>
                  <a:close/>
                  <a:moveTo>
                    <a:pt x="1136" y="0"/>
                  </a:moveTo>
                  <a:lnTo>
                    <a:pt x="1136" y="0"/>
                  </a:lnTo>
                  <a:lnTo>
                    <a:pt x="947" y="156"/>
                  </a:lnTo>
                  <a:lnTo>
                    <a:pt x="735" y="312"/>
                  </a:lnTo>
                  <a:lnTo>
                    <a:pt x="491" y="468"/>
                  </a:lnTo>
                  <a:lnTo>
                    <a:pt x="212" y="624"/>
                  </a:lnTo>
                  <a:lnTo>
                    <a:pt x="212" y="624"/>
                  </a:lnTo>
                  <a:lnTo>
                    <a:pt x="491" y="468"/>
                  </a:lnTo>
                  <a:lnTo>
                    <a:pt x="735" y="312"/>
                  </a:lnTo>
                  <a:lnTo>
                    <a:pt x="947" y="156"/>
                  </a:lnTo>
                  <a:lnTo>
                    <a:pt x="1136" y="0"/>
                  </a:lnTo>
                  <a:close/>
                  <a:moveTo>
                    <a:pt x="1136" y="0"/>
                  </a:moveTo>
                  <a:lnTo>
                    <a:pt x="1136" y="0"/>
                  </a:lnTo>
                  <a:lnTo>
                    <a:pt x="1136" y="0"/>
                  </a:lnTo>
                  <a:lnTo>
                    <a:pt x="1136" y="0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FAE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2610867" y="2689825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2" y="1"/>
                  </a:moveTo>
                  <a:lnTo>
                    <a:pt x="1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2611125" y="2689825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2611125" y="2689825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2" y="1"/>
                  </a:moveTo>
                  <a:lnTo>
                    <a:pt x="1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2611384" y="2689567"/>
              <a:ext cx="23" cy="282"/>
            </a:xfrm>
            <a:custGeom>
              <a:rect b="b" l="l" r="r" t="t"/>
              <a:pathLst>
                <a:path extrusionOk="0" fill="none" h="12" w="1">
                  <a:moveTo>
                    <a:pt x="1" y="1"/>
                  </a:moveTo>
                  <a:lnTo>
                    <a:pt x="1" y="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2611384" y="2689567"/>
              <a:ext cx="305" cy="23"/>
            </a:xfrm>
            <a:custGeom>
              <a:rect b="b" l="l" r="r" t="t"/>
              <a:pathLst>
                <a:path extrusionOk="0" fill="none" h="1" w="13">
                  <a:moveTo>
                    <a:pt x="12" y="1"/>
                  </a:moveTo>
                  <a:lnTo>
                    <a:pt x="1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2611665" y="2689567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1" y="1"/>
                  </a:moveTo>
                  <a:lnTo>
                    <a:pt x="1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2611923" y="2689309"/>
              <a:ext cx="23" cy="282"/>
            </a:xfrm>
            <a:custGeom>
              <a:rect b="b" l="l" r="r" t="t"/>
              <a:pathLst>
                <a:path extrusionOk="0" fill="none" h="12" w="1">
                  <a:moveTo>
                    <a:pt x="0" y="1"/>
                  </a:moveTo>
                  <a:lnTo>
                    <a:pt x="0" y="1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2612182" y="2689309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2612440" y="2689309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2612440" y="2689051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2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2612698" y="2689051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2" y="0"/>
                  </a:moveTo>
                  <a:lnTo>
                    <a:pt x="12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2612956" y="2688793"/>
              <a:ext cx="282" cy="282"/>
            </a:xfrm>
            <a:custGeom>
              <a:rect b="b" l="l" r="r" t="t"/>
              <a:pathLst>
                <a:path extrusionOk="0" fill="none" h="12" w="12">
                  <a:moveTo>
                    <a:pt x="12" y="0"/>
                  </a:moveTo>
                  <a:lnTo>
                    <a:pt x="12" y="0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2613214" y="2688793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2613496" y="2688793"/>
              <a:ext cx="0" cy="23"/>
            </a:xfrm>
            <a:custGeom>
              <a:rect b="b" l="l" r="r" t="t"/>
              <a:pathLst>
                <a:path extrusionOk="0" fill="none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2613754" y="2688535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2614012" y="2688535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2614012" y="2688276"/>
              <a:ext cx="282" cy="282"/>
            </a:xfrm>
            <a:custGeom>
              <a:rect b="b" l="l" r="r" t="t"/>
              <a:pathLst>
                <a:path extrusionOk="0" fill="none" h="12" w="12">
                  <a:moveTo>
                    <a:pt x="11" y="0"/>
                  </a:moveTo>
                  <a:lnTo>
                    <a:pt x="11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2614270" y="2688276"/>
              <a:ext cx="282" cy="23"/>
            </a:xfrm>
            <a:custGeom>
              <a:rect b="b" l="l" r="r" t="t"/>
              <a:pathLst>
                <a:path extrusionOk="0" fill="none" h="1" w="12">
                  <a:moveTo>
                    <a:pt x="12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2614528" y="2687995"/>
              <a:ext cx="282" cy="305"/>
            </a:xfrm>
            <a:custGeom>
              <a:rect b="b" l="l" r="r" t="t"/>
              <a:pathLst>
                <a:path extrusionOk="0" fill="none" h="13" w="12">
                  <a:moveTo>
                    <a:pt x="12" y="1"/>
                  </a:moveTo>
                  <a:lnTo>
                    <a:pt x="12" y="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2614786" y="2687995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2615045" y="2687995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2615045" y="2687737"/>
              <a:ext cx="282" cy="282"/>
            </a:xfrm>
            <a:custGeom>
              <a:rect b="b" l="l" r="r" t="t"/>
              <a:pathLst>
                <a:path extrusionOk="0" fill="none" h="12" w="12">
                  <a:moveTo>
                    <a:pt x="12" y="1"/>
                  </a:moveTo>
                  <a:lnTo>
                    <a:pt x="12" y="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2615303" y="2687479"/>
              <a:ext cx="563" cy="282"/>
            </a:xfrm>
            <a:custGeom>
              <a:rect b="b" l="l" r="r" t="t"/>
              <a:pathLst>
                <a:path extrusionOk="0" fill="none" h="12" w="24">
                  <a:moveTo>
                    <a:pt x="23" y="1"/>
                  </a:moveTo>
                  <a:lnTo>
                    <a:pt x="23" y="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2615842" y="2672858"/>
              <a:ext cx="21707" cy="14644"/>
            </a:xfrm>
            <a:custGeom>
              <a:rect b="b" l="l" r="r" t="t"/>
              <a:pathLst>
                <a:path extrusionOk="0" fill="none" h="624" w="925">
                  <a:moveTo>
                    <a:pt x="924" y="0"/>
                  </a:moveTo>
                  <a:lnTo>
                    <a:pt x="924" y="0"/>
                  </a:lnTo>
                  <a:lnTo>
                    <a:pt x="735" y="156"/>
                  </a:lnTo>
                  <a:lnTo>
                    <a:pt x="523" y="312"/>
                  </a:lnTo>
                  <a:lnTo>
                    <a:pt x="279" y="468"/>
                  </a:lnTo>
                  <a:lnTo>
                    <a:pt x="0" y="624"/>
                  </a:lnTo>
                  <a:lnTo>
                    <a:pt x="0" y="624"/>
                  </a:lnTo>
                  <a:lnTo>
                    <a:pt x="279" y="468"/>
                  </a:lnTo>
                  <a:lnTo>
                    <a:pt x="523" y="312"/>
                  </a:lnTo>
                  <a:lnTo>
                    <a:pt x="735" y="156"/>
                  </a:lnTo>
                  <a:lnTo>
                    <a:pt x="9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2637526" y="2672858"/>
              <a:ext cx="23" cy="23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2397149" y="2655610"/>
              <a:ext cx="253989" cy="45738"/>
            </a:xfrm>
            <a:custGeom>
              <a:rect b="b" l="l" r="r" t="t"/>
              <a:pathLst>
                <a:path extrusionOk="0" h="1949" w="10823">
                  <a:moveTo>
                    <a:pt x="10822" y="0"/>
                  </a:moveTo>
                  <a:lnTo>
                    <a:pt x="1270" y="123"/>
                  </a:lnTo>
                  <a:lnTo>
                    <a:pt x="635" y="134"/>
                  </a:lnTo>
                  <a:lnTo>
                    <a:pt x="312" y="145"/>
                  </a:lnTo>
                  <a:lnTo>
                    <a:pt x="1" y="167"/>
                  </a:lnTo>
                  <a:lnTo>
                    <a:pt x="891" y="223"/>
                  </a:lnTo>
                  <a:lnTo>
                    <a:pt x="1771" y="268"/>
                  </a:lnTo>
                  <a:lnTo>
                    <a:pt x="2661" y="301"/>
                  </a:lnTo>
                  <a:lnTo>
                    <a:pt x="3563" y="323"/>
                  </a:lnTo>
                  <a:lnTo>
                    <a:pt x="5356" y="334"/>
                  </a:lnTo>
                  <a:lnTo>
                    <a:pt x="7148" y="346"/>
                  </a:lnTo>
                  <a:lnTo>
                    <a:pt x="7460" y="346"/>
                  </a:lnTo>
                  <a:lnTo>
                    <a:pt x="7605" y="357"/>
                  </a:lnTo>
                  <a:lnTo>
                    <a:pt x="7749" y="379"/>
                  </a:lnTo>
                  <a:lnTo>
                    <a:pt x="7850" y="401"/>
                  </a:lnTo>
                  <a:lnTo>
                    <a:pt x="7928" y="435"/>
                  </a:lnTo>
                  <a:lnTo>
                    <a:pt x="8005" y="468"/>
                  </a:lnTo>
                  <a:lnTo>
                    <a:pt x="8072" y="501"/>
                  </a:lnTo>
                  <a:lnTo>
                    <a:pt x="8128" y="535"/>
                  </a:lnTo>
                  <a:lnTo>
                    <a:pt x="8172" y="579"/>
                  </a:lnTo>
                  <a:lnTo>
                    <a:pt x="8206" y="624"/>
                  </a:lnTo>
                  <a:lnTo>
                    <a:pt x="8228" y="668"/>
                  </a:lnTo>
                  <a:lnTo>
                    <a:pt x="8250" y="713"/>
                  </a:lnTo>
                  <a:lnTo>
                    <a:pt x="8250" y="757"/>
                  </a:lnTo>
                  <a:lnTo>
                    <a:pt x="8250" y="802"/>
                  </a:lnTo>
                  <a:lnTo>
                    <a:pt x="8239" y="847"/>
                  </a:lnTo>
                  <a:lnTo>
                    <a:pt x="8206" y="936"/>
                  </a:lnTo>
                  <a:lnTo>
                    <a:pt x="8150" y="1025"/>
                  </a:lnTo>
                  <a:lnTo>
                    <a:pt x="8050" y="1136"/>
                  </a:lnTo>
                  <a:lnTo>
                    <a:pt x="7939" y="1247"/>
                  </a:lnTo>
                  <a:lnTo>
                    <a:pt x="7805" y="1359"/>
                  </a:lnTo>
                  <a:lnTo>
                    <a:pt x="7660" y="1459"/>
                  </a:lnTo>
                  <a:lnTo>
                    <a:pt x="7493" y="1559"/>
                  </a:lnTo>
                  <a:lnTo>
                    <a:pt x="7315" y="1659"/>
                  </a:lnTo>
                  <a:lnTo>
                    <a:pt x="7126" y="1748"/>
                  </a:lnTo>
                  <a:lnTo>
                    <a:pt x="6914" y="1837"/>
                  </a:lnTo>
                  <a:lnTo>
                    <a:pt x="6603" y="1949"/>
                  </a:lnTo>
                  <a:lnTo>
                    <a:pt x="6603" y="1949"/>
                  </a:lnTo>
                  <a:lnTo>
                    <a:pt x="7003" y="1904"/>
                  </a:lnTo>
                  <a:lnTo>
                    <a:pt x="7382" y="1860"/>
                  </a:lnTo>
                  <a:lnTo>
                    <a:pt x="7738" y="1815"/>
                  </a:lnTo>
                  <a:lnTo>
                    <a:pt x="8072" y="1759"/>
                  </a:lnTo>
                  <a:lnTo>
                    <a:pt x="8373" y="1693"/>
                  </a:lnTo>
                  <a:lnTo>
                    <a:pt x="8651" y="1626"/>
                  </a:lnTo>
                  <a:lnTo>
                    <a:pt x="8896" y="1548"/>
                  </a:lnTo>
                  <a:lnTo>
                    <a:pt x="9108" y="1459"/>
                  </a:lnTo>
                  <a:lnTo>
                    <a:pt x="9130" y="1459"/>
                  </a:lnTo>
                  <a:lnTo>
                    <a:pt x="9130" y="1448"/>
                  </a:lnTo>
                  <a:lnTo>
                    <a:pt x="9152" y="1448"/>
                  </a:lnTo>
                  <a:lnTo>
                    <a:pt x="9152" y="1437"/>
                  </a:lnTo>
                  <a:lnTo>
                    <a:pt x="9174" y="1437"/>
                  </a:lnTo>
                  <a:lnTo>
                    <a:pt x="9174" y="1425"/>
                  </a:lnTo>
                  <a:lnTo>
                    <a:pt x="9197" y="1425"/>
                  </a:lnTo>
                  <a:lnTo>
                    <a:pt x="9208" y="1414"/>
                  </a:lnTo>
                  <a:lnTo>
                    <a:pt x="9219" y="1414"/>
                  </a:lnTo>
                  <a:lnTo>
                    <a:pt x="9230" y="1403"/>
                  </a:lnTo>
                  <a:lnTo>
                    <a:pt x="9241" y="1403"/>
                  </a:lnTo>
                  <a:lnTo>
                    <a:pt x="9252" y="1392"/>
                  </a:lnTo>
                  <a:lnTo>
                    <a:pt x="9264" y="1392"/>
                  </a:lnTo>
                  <a:lnTo>
                    <a:pt x="9275" y="1381"/>
                  </a:lnTo>
                  <a:lnTo>
                    <a:pt x="9286" y="1381"/>
                  </a:lnTo>
                  <a:lnTo>
                    <a:pt x="9297" y="1370"/>
                  </a:lnTo>
                  <a:lnTo>
                    <a:pt x="9319" y="1359"/>
                  </a:lnTo>
                  <a:lnTo>
                    <a:pt x="9598" y="1203"/>
                  </a:lnTo>
                  <a:lnTo>
                    <a:pt x="9842" y="1047"/>
                  </a:lnTo>
                  <a:lnTo>
                    <a:pt x="10054" y="891"/>
                  </a:lnTo>
                  <a:lnTo>
                    <a:pt x="10243" y="735"/>
                  </a:lnTo>
                  <a:lnTo>
                    <a:pt x="10355" y="624"/>
                  </a:lnTo>
                  <a:lnTo>
                    <a:pt x="10455" y="524"/>
                  </a:lnTo>
                  <a:lnTo>
                    <a:pt x="10622" y="334"/>
                  </a:lnTo>
                  <a:lnTo>
                    <a:pt x="10744" y="156"/>
                  </a:lnTo>
                  <a:lnTo>
                    <a:pt x="10822" y="0"/>
                  </a:lnTo>
                  <a:close/>
                </a:path>
              </a:pathLst>
            </a:custGeom>
            <a:solidFill>
              <a:srgbClr val="FAE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2397149" y="2655610"/>
              <a:ext cx="253989" cy="45738"/>
            </a:xfrm>
            <a:custGeom>
              <a:rect b="b" l="l" r="r" t="t"/>
              <a:pathLst>
                <a:path extrusionOk="0" fill="none" h="1949" w="10823">
                  <a:moveTo>
                    <a:pt x="10822" y="0"/>
                  </a:moveTo>
                  <a:lnTo>
                    <a:pt x="10822" y="0"/>
                  </a:lnTo>
                  <a:lnTo>
                    <a:pt x="1270" y="123"/>
                  </a:lnTo>
                  <a:lnTo>
                    <a:pt x="1270" y="123"/>
                  </a:lnTo>
                  <a:lnTo>
                    <a:pt x="635" y="134"/>
                  </a:lnTo>
                  <a:lnTo>
                    <a:pt x="312" y="145"/>
                  </a:lnTo>
                  <a:lnTo>
                    <a:pt x="1" y="167"/>
                  </a:lnTo>
                  <a:lnTo>
                    <a:pt x="1" y="167"/>
                  </a:lnTo>
                  <a:lnTo>
                    <a:pt x="891" y="223"/>
                  </a:lnTo>
                  <a:lnTo>
                    <a:pt x="1771" y="268"/>
                  </a:lnTo>
                  <a:lnTo>
                    <a:pt x="2661" y="301"/>
                  </a:lnTo>
                  <a:lnTo>
                    <a:pt x="3563" y="323"/>
                  </a:lnTo>
                  <a:lnTo>
                    <a:pt x="5356" y="334"/>
                  </a:lnTo>
                  <a:lnTo>
                    <a:pt x="7148" y="346"/>
                  </a:lnTo>
                  <a:lnTo>
                    <a:pt x="7148" y="346"/>
                  </a:lnTo>
                  <a:lnTo>
                    <a:pt x="7460" y="346"/>
                  </a:lnTo>
                  <a:lnTo>
                    <a:pt x="7605" y="357"/>
                  </a:lnTo>
                  <a:lnTo>
                    <a:pt x="7749" y="379"/>
                  </a:lnTo>
                  <a:lnTo>
                    <a:pt x="7749" y="379"/>
                  </a:lnTo>
                  <a:lnTo>
                    <a:pt x="7850" y="401"/>
                  </a:lnTo>
                  <a:lnTo>
                    <a:pt x="7928" y="435"/>
                  </a:lnTo>
                  <a:lnTo>
                    <a:pt x="8005" y="468"/>
                  </a:lnTo>
                  <a:lnTo>
                    <a:pt x="8072" y="501"/>
                  </a:lnTo>
                  <a:lnTo>
                    <a:pt x="8128" y="535"/>
                  </a:lnTo>
                  <a:lnTo>
                    <a:pt x="8172" y="579"/>
                  </a:lnTo>
                  <a:lnTo>
                    <a:pt x="8206" y="624"/>
                  </a:lnTo>
                  <a:lnTo>
                    <a:pt x="8228" y="668"/>
                  </a:lnTo>
                  <a:lnTo>
                    <a:pt x="8228" y="668"/>
                  </a:lnTo>
                  <a:lnTo>
                    <a:pt x="8250" y="713"/>
                  </a:lnTo>
                  <a:lnTo>
                    <a:pt x="8250" y="757"/>
                  </a:lnTo>
                  <a:lnTo>
                    <a:pt x="8250" y="802"/>
                  </a:lnTo>
                  <a:lnTo>
                    <a:pt x="8239" y="847"/>
                  </a:lnTo>
                  <a:lnTo>
                    <a:pt x="8206" y="936"/>
                  </a:lnTo>
                  <a:lnTo>
                    <a:pt x="8150" y="1025"/>
                  </a:lnTo>
                  <a:lnTo>
                    <a:pt x="8150" y="1025"/>
                  </a:lnTo>
                  <a:lnTo>
                    <a:pt x="8050" y="1136"/>
                  </a:lnTo>
                  <a:lnTo>
                    <a:pt x="7939" y="1247"/>
                  </a:lnTo>
                  <a:lnTo>
                    <a:pt x="7805" y="1359"/>
                  </a:lnTo>
                  <a:lnTo>
                    <a:pt x="7660" y="1459"/>
                  </a:lnTo>
                  <a:lnTo>
                    <a:pt x="7493" y="1559"/>
                  </a:lnTo>
                  <a:lnTo>
                    <a:pt x="7315" y="1659"/>
                  </a:lnTo>
                  <a:lnTo>
                    <a:pt x="7126" y="1748"/>
                  </a:lnTo>
                  <a:lnTo>
                    <a:pt x="6914" y="1837"/>
                  </a:lnTo>
                  <a:lnTo>
                    <a:pt x="6914" y="1837"/>
                  </a:lnTo>
                  <a:lnTo>
                    <a:pt x="6603" y="1949"/>
                  </a:lnTo>
                  <a:lnTo>
                    <a:pt x="6603" y="1949"/>
                  </a:lnTo>
                  <a:lnTo>
                    <a:pt x="7003" y="1904"/>
                  </a:lnTo>
                  <a:lnTo>
                    <a:pt x="7382" y="1860"/>
                  </a:lnTo>
                  <a:lnTo>
                    <a:pt x="7738" y="1815"/>
                  </a:lnTo>
                  <a:lnTo>
                    <a:pt x="8072" y="1759"/>
                  </a:lnTo>
                  <a:lnTo>
                    <a:pt x="8373" y="1693"/>
                  </a:lnTo>
                  <a:lnTo>
                    <a:pt x="8651" y="1626"/>
                  </a:lnTo>
                  <a:lnTo>
                    <a:pt x="8896" y="1548"/>
                  </a:lnTo>
                  <a:lnTo>
                    <a:pt x="9108" y="1459"/>
                  </a:lnTo>
                  <a:lnTo>
                    <a:pt x="9108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19" y="1459"/>
                  </a:lnTo>
                  <a:lnTo>
                    <a:pt x="9130" y="1459"/>
                  </a:lnTo>
                  <a:lnTo>
                    <a:pt x="9130" y="1459"/>
                  </a:lnTo>
                  <a:lnTo>
                    <a:pt x="9130" y="1459"/>
                  </a:lnTo>
                  <a:lnTo>
                    <a:pt x="9130" y="1459"/>
                  </a:lnTo>
                  <a:lnTo>
                    <a:pt x="9130" y="1448"/>
                  </a:lnTo>
                  <a:lnTo>
                    <a:pt x="9130" y="1448"/>
                  </a:lnTo>
                  <a:lnTo>
                    <a:pt x="9130" y="1448"/>
                  </a:lnTo>
                  <a:lnTo>
                    <a:pt x="9141" y="1448"/>
                  </a:lnTo>
                  <a:lnTo>
                    <a:pt x="9141" y="1448"/>
                  </a:lnTo>
                  <a:lnTo>
                    <a:pt x="9141" y="1448"/>
                  </a:lnTo>
                  <a:lnTo>
                    <a:pt x="9141" y="1448"/>
                  </a:lnTo>
                  <a:lnTo>
                    <a:pt x="9152" y="1448"/>
                  </a:lnTo>
                  <a:lnTo>
                    <a:pt x="9152" y="1448"/>
                  </a:lnTo>
                  <a:lnTo>
                    <a:pt x="9152" y="1448"/>
                  </a:lnTo>
                  <a:lnTo>
                    <a:pt x="9152" y="1448"/>
                  </a:lnTo>
                  <a:lnTo>
                    <a:pt x="9152" y="1437"/>
                  </a:lnTo>
                  <a:lnTo>
                    <a:pt x="9152" y="1437"/>
                  </a:lnTo>
                  <a:lnTo>
                    <a:pt x="9163" y="1437"/>
                  </a:lnTo>
                  <a:lnTo>
                    <a:pt x="9163" y="1437"/>
                  </a:lnTo>
                  <a:lnTo>
                    <a:pt x="9163" y="1437"/>
                  </a:lnTo>
                  <a:lnTo>
                    <a:pt x="9163" y="1437"/>
                  </a:lnTo>
                  <a:lnTo>
                    <a:pt x="9174" y="1437"/>
                  </a:lnTo>
                  <a:lnTo>
                    <a:pt x="9174" y="1437"/>
                  </a:lnTo>
                  <a:lnTo>
                    <a:pt x="9174" y="1437"/>
                  </a:lnTo>
                  <a:lnTo>
                    <a:pt x="9174" y="1437"/>
                  </a:lnTo>
                  <a:lnTo>
                    <a:pt x="9174" y="1425"/>
                  </a:lnTo>
                  <a:lnTo>
                    <a:pt x="9174" y="1425"/>
                  </a:lnTo>
                  <a:lnTo>
                    <a:pt x="9186" y="1425"/>
                  </a:lnTo>
                  <a:lnTo>
                    <a:pt x="9186" y="1425"/>
                  </a:lnTo>
                  <a:lnTo>
                    <a:pt x="9186" y="1425"/>
                  </a:lnTo>
                  <a:lnTo>
                    <a:pt x="9186" y="1425"/>
                  </a:lnTo>
                  <a:lnTo>
                    <a:pt x="9197" y="1425"/>
                  </a:lnTo>
                  <a:lnTo>
                    <a:pt x="9197" y="1425"/>
                  </a:lnTo>
                  <a:lnTo>
                    <a:pt x="9197" y="1425"/>
                  </a:lnTo>
                  <a:lnTo>
                    <a:pt x="9197" y="1425"/>
                  </a:lnTo>
                  <a:lnTo>
                    <a:pt x="9208" y="1414"/>
                  </a:lnTo>
                  <a:lnTo>
                    <a:pt x="9208" y="1414"/>
                  </a:lnTo>
                  <a:lnTo>
                    <a:pt x="9208" y="1414"/>
                  </a:lnTo>
                  <a:lnTo>
                    <a:pt x="9208" y="1414"/>
                  </a:lnTo>
                  <a:lnTo>
                    <a:pt x="9208" y="1414"/>
                  </a:lnTo>
                  <a:lnTo>
                    <a:pt x="9208" y="1414"/>
                  </a:lnTo>
                  <a:lnTo>
                    <a:pt x="9219" y="1414"/>
                  </a:lnTo>
                  <a:lnTo>
                    <a:pt x="9219" y="1414"/>
                  </a:lnTo>
                  <a:lnTo>
                    <a:pt x="9219" y="1414"/>
                  </a:lnTo>
                  <a:lnTo>
                    <a:pt x="9219" y="1414"/>
                  </a:lnTo>
                  <a:lnTo>
                    <a:pt x="9230" y="1403"/>
                  </a:lnTo>
                  <a:lnTo>
                    <a:pt x="9230" y="1403"/>
                  </a:lnTo>
                  <a:lnTo>
                    <a:pt x="9230" y="1403"/>
                  </a:lnTo>
                  <a:lnTo>
                    <a:pt x="9230" y="1403"/>
                  </a:lnTo>
                  <a:lnTo>
                    <a:pt x="9241" y="1403"/>
                  </a:lnTo>
                  <a:lnTo>
                    <a:pt x="9241" y="1403"/>
                  </a:lnTo>
                  <a:lnTo>
                    <a:pt x="9241" y="1403"/>
                  </a:lnTo>
                  <a:lnTo>
                    <a:pt x="9241" y="1403"/>
                  </a:lnTo>
                  <a:lnTo>
                    <a:pt x="9241" y="1403"/>
                  </a:lnTo>
                  <a:lnTo>
                    <a:pt x="9241" y="1403"/>
                  </a:lnTo>
                  <a:lnTo>
                    <a:pt x="9252" y="1392"/>
                  </a:lnTo>
                  <a:lnTo>
                    <a:pt x="9252" y="1392"/>
                  </a:lnTo>
                  <a:lnTo>
                    <a:pt x="9252" y="1392"/>
                  </a:lnTo>
                  <a:lnTo>
                    <a:pt x="9252" y="1392"/>
                  </a:lnTo>
                  <a:lnTo>
                    <a:pt x="9264" y="1392"/>
                  </a:lnTo>
                  <a:lnTo>
                    <a:pt x="9264" y="1392"/>
                  </a:lnTo>
                  <a:lnTo>
                    <a:pt x="9264" y="1392"/>
                  </a:lnTo>
                  <a:lnTo>
                    <a:pt x="9264" y="1392"/>
                  </a:lnTo>
                  <a:lnTo>
                    <a:pt x="9275" y="1381"/>
                  </a:lnTo>
                  <a:lnTo>
                    <a:pt x="9275" y="1381"/>
                  </a:lnTo>
                  <a:lnTo>
                    <a:pt x="9275" y="1381"/>
                  </a:lnTo>
                  <a:lnTo>
                    <a:pt x="9275" y="1381"/>
                  </a:lnTo>
                  <a:lnTo>
                    <a:pt x="9275" y="1381"/>
                  </a:lnTo>
                  <a:lnTo>
                    <a:pt x="9275" y="1381"/>
                  </a:lnTo>
                  <a:lnTo>
                    <a:pt x="9286" y="1381"/>
                  </a:lnTo>
                  <a:lnTo>
                    <a:pt x="9286" y="1381"/>
                  </a:lnTo>
                  <a:lnTo>
                    <a:pt x="9286" y="1381"/>
                  </a:lnTo>
                  <a:lnTo>
                    <a:pt x="9286" y="1381"/>
                  </a:lnTo>
                  <a:lnTo>
                    <a:pt x="9286" y="1381"/>
                  </a:lnTo>
                  <a:lnTo>
                    <a:pt x="9286" y="1381"/>
                  </a:lnTo>
                  <a:lnTo>
                    <a:pt x="9297" y="1370"/>
                  </a:lnTo>
                  <a:lnTo>
                    <a:pt x="9297" y="1370"/>
                  </a:lnTo>
                  <a:lnTo>
                    <a:pt x="9297" y="1370"/>
                  </a:lnTo>
                  <a:lnTo>
                    <a:pt x="9297" y="1370"/>
                  </a:lnTo>
                  <a:lnTo>
                    <a:pt x="9319" y="1359"/>
                  </a:lnTo>
                  <a:lnTo>
                    <a:pt x="9319" y="1359"/>
                  </a:lnTo>
                  <a:lnTo>
                    <a:pt x="9319" y="1359"/>
                  </a:lnTo>
                  <a:lnTo>
                    <a:pt x="9319" y="1359"/>
                  </a:lnTo>
                  <a:lnTo>
                    <a:pt x="9598" y="1203"/>
                  </a:lnTo>
                  <a:lnTo>
                    <a:pt x="9842" y="1047"/>
                  </a:lnTo>
                  <a:lnTo>
                    <a:pt x="10054" y="891"/>
                  </a:lnTo>
                  <a:lnTo>
                    <a:pt x="10243" y="735"/>
                  </a:lnTo>
                  <a:lnTo>
                    <a:pt x="10243" y="735"/>
                  </a:lnTo>
                  <a:lnTo>
                    <a:pt x="10243" y="735"/>
                  </a:lnTo>
                  <a:lnTo>
                    <a:pt x="10243" y="735"/>
                  </a:lnTo>
                  <a:lnTo>
                    <a:pt x="10243" y="735"/>
                  </a:lnTo>
                  <a:lnTo>
                    <a:pt x="10243" y="735"/>
                  </a:lnTo>
                  <a:lnTo>
                    <a:pt x="10355" y="624"/>
                  </a:lnTo>
                  <a:lnTo>
                    <a:pt x="10455" y="524"/>
                  </a:lnTo>
                  <a:lnTo>
                    <a:pt x="10622" y="334"/>
                  </a:lnTo>
                  <a:lnTo>
                    <a:pt x="10744" y="156"/>
                  </a:lnTo>
                  <a:lnTo>
                    <a:pt x="1082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2382787" y="2623999"/>
              <a:ext cx="10983" cy="5773"/>
            </a:xfrm>
            <a:custGeom>
              <a:rect b="b" l="l" r="r" t="t"/>
              <a:pathLst>
                <a:path extrusionOk="0" h="246" w="468">
                  <a:moveTo>
                    <a:pt x="89" y="0"/>
                  </a:moveTo>
                  <a:lnTo>
                    <a:pt x="45" y="11"/>
                  </a:lnTo>
                  <a:lnTo>
                    <a:pt x="22" y="34"/>
                  </a:lnTo>
                  <a:lnTo>
                    <a:pt x="0" y="78"/>
                  </a:lnTo>
                  <a:lnTo>
                    <a:pt x="0" y="112"/>
                  </a:lnTo>
                  <a:lnTo>
                    <a:pt x="11" y="156"/>
                  </a:lnTo>
                  <a:lnTo>
                    <a:pt x="34" y="190"/>
                  </a:lnTo>
                  <a:lnTo>
                    <a:pt x="67" y="201"/>
                  </a:lnTo>
                  <a:lnTo>
                    <a:pt x="234" y="234"/>
                  </a:lnTo>
                  <a:lnTo>
                    <a:pt x="323" y="245"/>
                  </a:lnTo>
                  <a:lnTo>
                    <a:pt x="401" y="234"/>
                  </a:lnTo>
                  <a:lnTo>
                    <a:pt x="423" y="223"/>
                  </a:lnTo>
                  <a:lnTo>
                    <a:pt x="446" y="212"/>
                  </a:lnTo>
                  <a:lnTo>
                    <a:pt x="457" y="190"/>
                  </a:lnTo>
                  <a:lnTo>
                    <a:pt x="468" y="167"/>
                  </a:lnTo>
                  <a:lnTo>
                    <a:pt x="457" y="112"/>
                  </a:lnTo>
                  <a:lnTo>
                    <a:pt x="446" y="89"/>
                  </a:lnTo>
                  <a:lnTo>
                    <a:pt x="423" y="78"/>
                  </a:lnTo>
                  <a:lnTo>
                    <a:pt x="356" y="45"/>
                  </a:lnTo>
                  <a:lnTo>
                    <a:pt x="279" y="23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2446266" y="2620596"/>
              <a:ext cx="10467" cy="9950"/>
            </a:xfrm>
            <a:custGeom>
              <a:rect b="b" l="l" r="r" t="t"/>
              <a:pathLst>
                <a:path extrusionOk="0" h="424" w="446">
                  <a:moveTo>
                    <a:pt x="346" y="1"/>
                  </a:moveTo>
                  <a:lnTo>
                    <a:pt x="312" y="23"/>
                  </a:lnTo>
                  <a:lnTo>
                    <a:pt x="156" y="145"/>
                  </a:lnTo>
                  <a:lnTo>
                    <a:pt x="67" y="212"/>
                  </a:lnTo>
                  <a:lnTo>
                    <a:pt x="34" y="245"/>
                  </a:lnTo>
                  <a:lnTo>
                    <a:pt x="12" y="290"/>
                  </a:lnTo>
                  <a:lnTo>
                    <a:pt x="1" y="312"/>
                  </a:lnTo>
                  <a:lnTo>
                    <a:pt x="1" y="346"/>
                  </a:lnTo>
                  <a:lnTo>
                    <a:pt x="12" y="390"/>
                  </a:lnTo>
                  <a:lnTo>
                    <a:pt x="34" y="401"/>
                  </a:lnTo>
                  <a:lnTo>
                    <a:pt x="56" y="412"/>
                  </a:lnTo>
                  <a:lnTo>
                    <a:pt x="79" y="424"/>
                  </a:lnTo>
                  <a:lnTo>
                    <a:pt x="101" y="424"/>
                  </a:lnTo>
                  <a:lnTo>
                    <a:pt x="156" y="401"/>
                  </a:lnTo>
                  <a:lnTo>
                    <a:pt x="201" y="379"/>
                  </a:lnTo>
                  <a:lnTo>
                    <a:pt x="279" y="312"/>
                  </a:lnTo>
                  <a:lnTo>
                    <a:pt x="424" y="168"/>
                  </a:lnTo>
                  <a:lnTo>
                    <a:pt x="446" y="134"/>
                  </a:lnTo>
                  <a:lnTo>
                    <a:pt x="446" y="101"/>
                  </a:lnTo>
                  <a:lnTo>
                    <a:pt x="446" y="67"/>
                  </a:lnTo>
                  <a:lnTo>
                    <a:pt x="435" y="45"/>
                  </a:lnTo>
                  <a:lnTo>
                    <a:pt x="401" y="23"/>
                  </a:lnTo>
                  <a:lnTo>
                    <a:pt x="379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2424840" y="2613814"/>
              <a:ext cx="9434" cy="11781"/>
            </a:xfrm>
            <a:custGeom>
              <a:rect b="b" l="l" r="r" t="t"/>
              <a:pathLst>
                <a:path extrusionOk="0" h="502" w="402">
                  <a:moveTo>
                    <a:pt x="279" y="0"/>
                  </a:moveTo>
                  <a:lnTo>
                    <a:pt x="246" y="22"/>
                  </a:lnTo>
                  <a:lnTo>
                    <a:pt x="212" y="45"/>
                  </a:lnTo>
                  <a:lnTo>
                    <a:pt x="79" y="223"/>
                  </a:lnTo>
                  <a:lnTo>
                    <a:pt x="34" y="312"/>
                  </a:lnTo>
                  <a:lnTo>
                    <a:pt x="1" y="412"/>
                  </a:lnTo>
                  <a:lnTo>
                    <a:pt x="1" y="457"/>
                  </a:lnTo>
                  <a:lnTo>
                    <a:pt x="23" y="479"/>
                  </a:lnTo>
                  <a:lnTo>
                    <a:pt x="56" y="501"/>
                  </a:lnTo>
                  <a:lnTo>
                    <a:pt x="79" y="501"/>
                  </a:lnTo>
                  <a:lnTo>
                    <a:pt x="101" y="490"/>
                  </a:lnTo>
                  <a:lnTo>
                    <a:pt x="190" y="423"/>
                  </a:lnTo>
                  <a:lnTo>
                    <a:pt x="257" y="334"/>
                  </a:lnTo>
                  <a:lnTo>
                    <a:pt x="379" y="156"/>
                  </a:lnTo>
                  <a:lnTo>
                    <a:pt x="401" y="111"/>
                  </a:lnTo>
                  <a:lnTo>
                    <a:pt x="401" y="78"/>
                  </a:lnTo>
                  <a:lnTo>
                    <a:pt x="379" y="45"/>
                  </a:lnTo>
                  <a:lnTo>
                    <a:pt x="357" y="22"/>
                  </a:lnTo>
                  <a:lnTo>
                    <a:pt x="312" y="11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2522559" y="2607806"/>
              <a:ext cx="8636" cy="9669"/>
            </a:xfrm>
            <a:custGeom>
              <a:rect b="b" l="l" r="r" t="t"/>
              <a:pathLst>
                <a:path extrusionOk="0" h="412" w="368">
                  <a:moveTo>
                    <a:pt x="90" y="0"/>
                  </a:moveTo>
                  <a:lnTo>
                    <a:pt x="45" y="22"/>
                  </a:lnTo>
                  <a:lnTo>
                    <a:pt x="12" y="56"/>
                  </a:lnTo>
                  <a:lnTo>
                    <a:pt x="1" y="111"/>
                  </a:lnTo>
                  <a:lnTo>
                    <a:pt x="1" y="156"/>
                  </a:lnTo>
                  <a:lnTo>
                    <a:pt x="23" y="200"/>
                  </a:lnTo>
                  <a:lnTo>
                    <a:pt x="56" y="234"/>
                  </a:lnTo>
                  <a:lnTo>
                    <a:pt x="67" y="234"/>
                  </a:lnTo>
                  <a:lnTo>
                    <a:pt x="90" y="256"/>
                  </a:lnTo>
                  <a:lnTo>
                    <a:pt x="112" y="278"/>
                  </a:lnTo>
                  <a:lnTo>
                    <a:pt x="112" y="289"/>
                  </a:lnTo>
                  <a:lnTo>
                    <a:pt x="145" y="334"/>
                  </a:lnTo>
                  <a:lnTo>
                    <a:pt x="179" y="367"/>
                  </a:lnTo>
                  <a:lnTo>
                    <a:pt x="212" y="401"/>
                  </a:lnTo>
                  <a:lnTo>
                    <a:pt x="257" y="412"/>
                  </a:lnTo>
                  <a:lnTo>
                    <a:pt x="301" y="401"/>
                  </a:lnTo>
                  <a:lnTo>
                    <a:pt x="335" y="379"/>
                  </a:lnTo>
                  <a:lnTo>
                    <a:pt x="357" y="334"/>
                  </a:lnTo>
                  <a:lnTo>
                    <a:pt x="368" y="289"/>
                  </a:lnTo>
                  <a:lnTo>
                    <a:pt x="368" y="245"/>
                  </a:lnTo>
                  <a:lnTo>
                    <a:pt x="346" y="200"/>
                  </a:lnTo>
                  <a:lnTo>
                    <a:pt x="323" y="156"/>
                  </a:lnTo>
                  <a:lnTo>
                    <a:pt x="257" y="78"/>
                  </a:lnTo>
                  <a:lnTo>
                    <a:pt x="190" y="11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2486255" y="2638877"/>
              <a:ext cx="6547" cy="7603"/>
            </a:xfrm>
            <a:custGeom>
              <a:rect b="b" l="l" r="r" t="t"/>
              <a:pathLst>
                <a:path extrusionOk="0" h="324" w="279">
                  <a:moveTo>
                    <a:pt x="200" y="1"/>
                  </a:moveTo>
                  <a:lnTo>
                    <a:pt x="156" y="12"/>
                  </a:lnTo>
                  <a:lnTo>
                    <a:pt x="111" y="34"/>
                  </a:lnTo>
                  <a:lnTo>
                    <a:pt x="78" y="90"/>
                  </a:lnTo>
                  <a:lnTo>
                    <a:pt x="22" y="179"/>
                  </a:lnTo>
                  <a:lnTo>
                    <a:pt x="0" y="212"/>
                  </a:lnTo>
                  <a:lnTo>
                    <a:pt x="11" y="257"/>
                  </a:lnTo>
                  <a:lnTo>
                    <a:pt x="22" y="290"/>
                  </a:lnTo>
                  <a:lnTo>
                    <a:pt x="56" y="313"/>
                  </a:lnTo>
                  <a:lnTo>
                    <a:pt x="89" y="324"/>
                  </a:lnTo>
                  <a:lnTo>
                    <a:pt x="123" y="324"/>
                  </a:lnTo>
                  <a:lnTo>
                    <a:pt x="156" y="313"/>
                  </a:lnTo>
                  <a:lnTo>
                    <a:pt x="189" y="279"/>
                  </a:lnTo>
                  <a:lnTo>
                    <a:pt x="245" y="201"/>
                  </a:lnTo>
                  <a:lnTo>
                    <a:pt x="278" y="134"/>
                  </a:lnTo>
                  <a:lnTo>
                    <a:pt x="278" y="101"/>
                  </a:lnTo>
                  <a:lnTo>
                    <a:pt x="278" y="68"/>
                  </a:lnTo>
                  <a:lnTo>
                    <a:pt x="267" y="45"/>
                  </a:lnTo>
                  <a:lnTo>
                    <a:pt x="245" y="23"/>
                  </a:lnTo>
                  <a:lnTo>
                    <a:pt x="223" y="12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2565669" y="2617733"/>
              <a:ext cx="13095" cy="14127"/>
            </a:xfrm>
            <a:custGeom>
              <a:rect b="b" l="l" r="r" t="t"/>
              <a:pathLst>
                <a:path extrusionOk="0" h="602" w="558">
                  <a:moveTo>
                    <a:pt x="446" y="0"/>
                  </a:moveTo>
                  <a:lnTo>
                    <a:pt x="413" y="11"/>
                  </a:lnTo>
                  <a:lnTo>
                    <a:pt x="368" y="33"/>
                  </a:lnTo>
                  <a:lnTo>
                    <a:pt x="156" y="256"/>
                  </a:lnTo>
                  <a:lnTo>
                    <a:pt x="101" y="312"/>
                  </a:lnTo>
                  <a:lnTo>
                    <a:pt x="56" y="379"/>
                  </a:lnTo>
                  <a:lnTo>
                    <a:pt x="23" y="434"/>
                  </a:lnTo>
                  <a:lnTo>
                    <a:pt x="1" y="512"/>
                  </a:lnTo>
                  <a:lnTo>
                    <a:pt x="12" y="557"/>
                  </a:lnTo>
                  <a:lnTo>
                    <a:pt x="45" y="579"/>
                  </a:lnTo>
                  <a:lnTo>
                    <a:pt x="79" y="601"/>
                  </a:lnTo>
                  <a:lnTo>
                    <a:pt x="123" y="601"/>
                  </a:lnTo>
                  <a:lnTo>
                    <a:pt x="156" y="590"/>
                  </a:lnTo>
                  <a:lnTo>
                    <a:pt x="190" y="568"/>
                  </a:lnTo>
                  <a:lnTo>
                    <a:pt x="246" y="523"/>
                  </a:lnTo>
                  <a:lnTo>
                    <a:pt x="335" y="423"/>
                  </a:lnTo>
                  <a:lnTo>
                    <a:pt x="524" y="189"/>
                  </a:lnTo>
                  <a:lnTo>
                    <a:pt x="557" y="145"/>
                  </a:lnTo>
                  <a:lnTo>
                    <a:pt x="557" y="111"/>
                  </a:lnTo>
                  <a:lnTo>
                    <a:pt x="546" y="67"/>
                  </a:lnTo>
                  <a:lnTo>
                    <a:pt x="524" y="33"/>
                  </a:lnTo>
                  <a:lnTo>
                    <a:pt x="490" y="11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2509769" y="2629209"/>
              <a:ext cx="1056" cy="1080"/>
            </a:xfrm>
            <a:custGeom>
              <a:rect b="b" l="l" r="r" t="t"/>
              <a:pathLst>
                <a:path extrusionOk="0" h="46" w="45">
                  <a:moveTo>
                    <a:pt x="0" y="1"/>
                  </a:moveTo>
                  <a:lnTo>
                    <a:pt x="0" y="23"/>
                  </a:lnTo>
                  <a:lnTo>
                    <a:pt x="0" y="34"/>
                  </a:lnTo>
                  <a:lnTo>
                    <a:pt x="22" y="45"/>
                  </a:lnTo>
                  <a:lnTo>
                    <a:pt x="33" y="34"/>
                  </a:lnTo>
                  <a:lnTo>
                    <a:pt x="45" y="23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2559145" y="2585066"/>
              <a:ext cx="15160" cy="8894"/>
            </a:xfrm>
            <a:custGeom>
              <a:rect b="b" l="l" r="r" t="t"/>
              <a:pathLst>
                <a:path extrusionOk="0" h="379" w="646">
                  <a:moveTo>
                    <a:pt x="78" y="0"/>
                  </a:moveTo>
                  <a:lnTo>
                    <a:pt x="45" y="12"/>
                  </a:lnTo>
                  <a:lnTo>
                    <a:pt x="23" y="34"/>
                  </a:lnTo>
                  <a:lnTo>
                    <a:pt x="0" y="56"/>
                  </a:lnTo>
                  <a:lnTo>
                    <a:pt x="0" y="89"/>
                  </a:lnTo>
                  <a:lnTo>
                    <a:pt x="0" y="123"/>
                  </a:lnTo>
                  <a:lnTo>
                    <a:pt x="11" y="156"/>
                  </a:lnTo>
                  <a:lnTo>
                    <a:pt x="45" y="179"/>
                  </a:lnTo>
                  <a:lnTo>
                    <a:pt x="301" y="301"/>
                  </a:lnTo>
                  <a:lnTo>
                    <a:pt x="423" y="357"/>
                  </a:lnTo>
                  <a:lnTo>
                    <a:pt x="490" y="379"/>
                  </a:lnTo>
                  <a:lnTo>
                    <a:pt x="579" y="379"/>
                  </a:lnTo>
                  <a:lnTo>
                    <a:pt x="613" y="357"/>
                  </a:lnTo>
                  <a:lnTo>
                    <a:pt x="624" y="346"/>
                  </a:lnTo>
                  <a:lnTo>
                    <a:pt x="635" y="323"/>
                  </a:lnTo>
                  <a:lnTo>
                    <a:pt x="646" y="301"/>
                  </a:lnTo>
                  <a:lnTo>
                    <a:pt x="646" y="279"/>
                  </a:lnTo>
                  <a:lnTo>
                    <a:pt x="635" y="245"/>
                  </a:lnTo>
                  <a:lnTo>
                    <a:pt x="624" y="223"/>
                  </a:lnTo>
                  <a:lnTo>
                    <a:pt x="568" y="179"/>
                  </a:lnTo>
                  <a:lnTo>
                    <a:pt x="512" y="145"/>
                  </a:lnTo>
                  <a:lnTo>
                    <a:pt x="390" y="101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2483368" y="2598654"/>
              <a:ext cx="15958" cy="6031"/>
            </a:xfrm>
            <a:custGeom>
              <a:rect b="b" l="l" r="r" t="t"/>
              <a:pathLst>
                <a:path extrusionOk="0" h="257" w="680">
                  <a:moveTo>
                    <a:pt x="368" y="0"/>
                  </a:moveTo>
                  <a:lnTo>
                    <a:pt x="123" y="11"/>
                  </a:lnTo>
                  <a:lnTo>
                    <a:pt x="79" y="23"/>
                  </a:lnTo>
                  <a:lnTo>
                    <a:pt x="34" y="45"/>
                  </a:lnTo>
                  <a:lnTo>
                    <a:pt x="12" y="89"/>
                  </a:lnTo>
                  <a:lnTo>
                    <a:pt x="1" y="134"/>
                  </a:lnTo>
                  <a:lnTo>
                    <a:pt x="12" y="178"/>
                  </a:lnTo>
                  <a:lnTo>
                    <a:pt x="34" y="212"/>
                  </a:lnTo>
                  <a:lnTo>
                    <a:pt x="79" y="245"/>
                  </a:lnTo>
                  <a:lnTo>
                    <a:pt x="123" y="256"/>
                  </a:lnTo>
                  <a:lnTo>
                    <a:pt x="502" y="256"/>
                  </a:lnTo>
                  <a:lnTo>
                    <a:pt x="557" y="245"/>
                  </a:lnTo>
                  <a:lnTo>
                    <a:pt x="613" y="223"/>
                  </a:lnTo>
                  <a:lnTo>
                    <a:pt x="646" y="212"/>
                  </a:lnTo>
                  <a:lnTo>
                    <a:pt x="669" y="190"/>
                  </a:lnTo>
                  <a:lnTo>
                    <a:pt x="680" y="156"/>
                  </a:lnTo>
                  <a:lnTo>
                    <a:pt x="680" y="134"/>
                  </a:lnTo>
                  <a:lnTo>
                    <a:pt x="680" y="101"/>
                  </a:lnTo>
                  <a:lnTo>
                    <a:pt x="669" y="78"/>
                  </a:lnTo>
                  <a:lnTo>
                    <a:pt x="646" y="56"/>
                  </a:lnTo>
                  <a:lnTo>
                    <a:pt x="613" y="45"/>
                  </a:lnTo>
                  <a:lnTo>
                    <a:pt x="557" y="23"/>
                  </a:lnTo>
                  <a:lnTo>
                    <a:pt x="502" y="11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2506883" y="2627660"/>
              <a:ext cx="12837" cy="6289"/>
            </a:xfrm>
            <a:custGeom>
              <a:rect b="b" l="l" r="r" t="t"/>
              <a:pathLst>
                <a:path extrusionOk="0" h="268" w="547">
                  <a:moveTo>
                    <a:pt x="390" y="0"/>
                  </a:moveTo>
                  <a:lnTo>
                    <a:pt x="279" y="34"/>
                  </a:lnTo>
                  <a:lnTo>
                    <a:pt x="67" y="78"/>
                  </a:lnTo>
                  <a:lnTo>
                    <a:pt x="34" y="89"/>
                  </a:lnTo>
                  <a:lnTo>
                    <a:pt x="12" y="123"/>
                  </a:lnTo>
                  <a:lnTo>
                    <a:pt x="1" y="156"/>
                  </a:lnTo>
                  <a:lnTo>
                    <a:pt x="1" y="189"/>
                  </a:lnTo>
                  <a:lnTo>
                    <a:pt x="23" y="223"/>
                  </a:lnTo>
                  <a:lnTo>
                    <a:pt x="45" y="245"/>
                  </a:lnTo>
                  <a:lnTo>
                    <a:pt x="79" y="267"/>
                  </a:lnTo>
                  <a:lnTo>
                    <a:pt x="123" y="267"/>
                  </a:lnTo>
                  <a:lnTo>
                    <a:pt x="335" y="212"/>
                  </a:lnTo>
                  <a:lnTo>
                    <a:pt x="435" y="189"/>
                  </a:lnTo>
                  <a:lnTo>
                    <a:pt x="479" y="167"/>
                  </a:lnTo>
                  <a:lnTo>
                    <a:pt x="524" y="145"/>
                  </a:lnTo>
                  <a:lnTo>
                    <a:pt x="546" y="100"/>
                  </a:lnTo>
                  <a:lnTo>
                    <a:pt x="546" y="67"/>
                  </a:lnTo>
                  <a:lnTo>
                    <a:pt x="524" y="34"/>
                  </a:lnTo>
                  <a:lnTo>
                    <a:pt x="490" y="1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85A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1217766" y="2726153"/>
              <a:ext cx="1545710" cy="55665"/>
            </a:xfrm>
            <a:custGeom>
              <a:rect b="b" l="l" r="r" t="t"/>
              <a:pathLst>
                <a:path extrusionOk="0" h="2372" w="65866">
                  <a:moveTo>
                    <a:pt x="1192" y="0"/>
                  </a:moveTo>
                  <a:lnTo>
                    <a:pt x="1069" y="12"/>
                  </a:lnTo>
                  <a:lnTo>
                    <a:pt x="947" y="23"/>
                  </a:lnTo>
                  <a:lnTo>
                    <a:pt x="835" y="56"/>
                  </a:lnTo>
                  <a:lnTo>
                    <a:pt x="724" y="101"/>
                  </a:lnTo>
                  <a:lnTo>
                    <a:pt x="624" y="145"/>
                  </a:lnTo>
                  <a:lnTo>
                    <a:pt x="524" y="201"/>
                  </a:lnTo>
                  <a:lnTo>
                    <a:pt x="435" y="268"/>
                  </a:lnTo>
                  <a:lnTo>
                    <a:pt x="345" y="346"/>
                  </a:lnTo>
                  <a:lnTo>
                    <a:pt x="279" y="435"/>
                  </a:lnTo>
                  <a:lnTo>
                    <a:pt x="201" y="524"/>
                  </a:lnTo>
                  <a:lnTo>
                    <a:pt x="145" y="624"/>
                  </a:lnTo>
                  <a:lnTo>
                    <a:pt x="101" y="724"/>
                  </a:lnTo>
                  <a:lnTo>
                    <a:pt x="56" y="835"/>
                  </a:lnTo>
                  <a:lnTo>
                    <a:pt x="23" y="947"/>
                  </a:lnTo>
                  <a:lnTo>
                    <a:pt x="11" y="1069"/>
                  </a:lnTo>
                  <a:lnTo>
                    <a:pt x="0" y="1192"/>
                  </a:lnTo>
                  <a:lnTo>
                    <a:pt x="11" y="1314"/>
                  </a:lnTo>
                  <a:lnTo>
                    <a:pt x="23" y="1425"/>
                  </a:lnTo>
                  <a:lnTo>
                    <a:pt x="56" y="1537"/>
                  </a:lnTo>
                  <a:lnTo>
                    <a:pt x="101" y="1648"/>
                  </a:lnTo>
                  <a:lnTo>
                    <a:pt x="145" y="1759"/>
                  </a:lnTo>
                  <a:lnTo>
                    <a:pt x="201" y="1849"/>
                  </a:lnTo>
                  <a:lnTo>
                    <a:pt x="279" y="1949"/>
                  </a:lnTo>
                  <a:lnTo>
                    <a:pt x="345" y="2027"/>
                  </a:lnTo>
                  <a:lnTo>
                    <a:pt x="435" y="2105"/>
                  </a:lnTo>
                  <a:lnTo>
                    <a:pt x="524" y="2171"/>
                  </a:lnTo>
                  <a:lnTo>
                    <a:pt x="624" y="2238"/>
                  </a:lnTo>
                  <a:lnTo>
                    <a:pt x="724" y="2283"/>
                  </a:lnTo>
                  <a:lnTo>
                    <a:pt x="835" y="2327"/>
                  </a:lnTo>
                  <a:lnTo>
                    <a:pt x="947" y="2350"/>
                  </a:lnTo>
                  <a:lnTo>
                    <a:pt x="1069" y="2372"/>
                  </a:lnTo>
                  <a:lnTo>
                    <a:pt x="64797" y="2372"/>
                  </a:lnTo>
                  <a:lnTo>
                    <a:pt x="64919" y="2350"/>
                  </a:lnTo>
                  <a:lnTo>
                    <a:pt x="65031" y="2327"/>
                  </a:lnTo>
                  <a:lnTo>
                    <a:pt x="65142" y="2283"/>
                  </a:lnTo>
                  <a:lnTo>
                    <a:pt x="65242" y="2238"/>
                  </a:lnTo>
                  <a:lnTo>
                    <a:pt x="65342" y="2171"/>
                  </a:lnTo>
                  <a:lnTo>
                    <a:pt x="65431" y="2105"/>
                  </a:lnTo>
                  <a:lnTo>
                    <a:pt x="65520" y="2027"/>
                  </a:lnTo>
                  <a:lnTo>
                    <a:pt x="65598" y="1949"/>
                  </a:lnTo>
                  <a:lnTo>
                    <a:pt x="65665" y="1849"/>
                  </a:lnTo>
                  <a:lnTo>
                    <a:pt x="65721" y="1759"/>
                  </a:lnTo>
                  <a:lnTo>
                    <a:pt x="65777" y="1648"/>
                  </a:lnTo>
                  <a:lnTo>
                    <a:pt x="65810" y="1537"/>
                  </a:lnTo>
                  <a:lnTo>
                    <a:pt x="65843" y="1425"/>
                  </a:lnTo>
                  <a:lnTo>
                    <a:pt x="65866" y="1314"/>
                  </a:lnTo>
                  <a:lnTo>
                    <a:pt x="65866" y="1192"/>
                  </a:lnTo>
                  <a:lnTo>
                    <a:pt x="65866" y="1069"/>
                  </a:lnTo>
                  <a:lnTo>
                    <a:pt x="65843" y="947"/>
                  </a:lnTo>
                  <a:lnTo>
                    <a:pt x="65810" y="835"/>
                  </a:lnTo>
                  <a:lnTo>
                    <a:pt x="65777" y="724"/>
                  </a:lnTo>
                  <a:lnTo>
                    <a:pt x="65721" y="624"/>
                  </a:lnTo>
                  <a:lnTo>
                    <a:pt x="65665" y="524"/>
                  </a:lnTo>
                  <a:lnTo>
                    <a:pt x="65598" y="435"/>
                  </a:lnTo>
                  <a:lnTo>
                    <a:pt x="65520" y="346"/>
                  </a:lnTo>
                  <a:lnTo>
                    <a:pt x="65431" y="268"/>
                  </a:lnTo>
                  <a:lnTo>
                    <a:pt x="65342" y="201"/>
                  </a:lnTo>
                  <a:lnTo>
                    <a:pt x="65242" y="145"/>
                  </a:lnTo>
                  <a:lnTo>
                    <a:pt x="65142" y="101"/>
                  </a:lnTo>
                  <a:lnTo>
                    <a:pt x="65031" y="56"/>
                  </a:lnTo>
                  <a:lnTo>
                    <a:pt x="64919" y="23"/>
                  </a:lnTo>
                  <a:lnTo>
                    <a:pt x="64797" y="12"/>
                  </a:lnTo>
                  <a:lnTo>
                    <a:pt x="646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1217766" y="2698720"/>
              <a:ext cx="1545710" cy="27457"/>
            </a:xfrm>
            <a:custGeom>
              <a:rect b="b" l="l" r="r" t="t"/>
              <a:pathLst>
                <a:path extrusionOk="0" h="1170" w="65866">
                  <a:moveTo>
                    <a:pt x="590" y="0"/>
                  </a:moveTo>
                  <a:lnTo>
                    <a:pt x="468" y="12"/>
                  </a:lnTo>
                  <a:lnTo>
                    <a:pt x="357" y="45"/>
                  </a:lnTo>
                  <a:lnTo>
                    <a:pt x="256" y="101"/>
                  </a:lnTo>
                  <a:lnTo>
                    <a:pt x="178" y="179"/>
                  </a:lnTo>
                  <a:lnTo>
                    <a:pt x="101" y="256"/>
                  </a:lnTo>
                  <a:lnTo>
                    <a:pt x="45" y="357"/>
                  </a:lnTo>
                  <a:lnTo>
                    <a:pt x="11" y="468"/>
                  </a:lnTo>
                  <a:lnTo>
                    <a:pt x="0" y="590"/>
                  </a:lnTo>
                  <a:lnTo>
                    <a:pt x="11" y="702"/>
                  </a:lnTo>
                  <a:lnTo>
                    <a:pt x="45" y="813"/>
                  </a:lnTo>
                  <a:lnTo>
                    <a:pt x="101" y="913"/>
                  </a:lnTo>
                  <a:lnTo>
                    <a:pt x="178" y="1002"/>
                  </a:lnTo>
                  <a:lnTo>
                    <a:pt x="256" y="1069"/>
                  </a:lnTo>
                  <a:lnTo>
                    <a:pt x="357" y="1125"/>
                  </a:lnTo>
                  <a:lnTo>
                    <a:pt x="468" y="1158"/>
                  </a:lnTo>
                  <a:lnTo>
                    <a:pt x="590" y="1169"/>
                  </a:lnTo>
                  <a:lnTo>
                    <a:pt x="65287" y="1169"/>
                  </a:lnTo>
                  <a:lnTo>
                    <a:pt x="65398" y="1158"/>
                  </a:lnTo>
                  <a:lnTo>
                    <a:pt x="65509" y="1125"/>
                  </a:lnTo>
                  <a:lnTo>
                    <a:pt x="65610" y="1069"/>
                  </a:lnTo>
                  <a:lnTo>
                    <a:pt x="65699" y="1002"/>
                  </a:lnTo>
                  <a:lnTo>
                    <a:pt x="65765" y="913"/>
                  </a:lnTo>
                  <a:lnTo>
                    <a:pt x="65821" y="813"/>
                  </a:lnTo>
                  <a:lnTo>
                    <a:pt x="65854" y="702"/>
                  </a:lnTo>
                  <a:lnTo>
                    <a:pt x="65866" y="590"/>
                  </a:lnTo>
                  <a:lnTo>
                    <a:pt x="65854" y="468"/>
                  </a:lnTo>
                  <a:lnTo>
                    <a:pt x="65821" y="357"/>
                  </a:lnTo>
                  <a:lnTo>
                    <a:pt x="65765" y="256"/>
                  </a:lnTo>
                  <a:lnTo>
                    <a:pt x="65699" y="179"/>
                  </a:lnTo>
                  <a:lnTo>
                    <a:pt x="65610" y="101"/>
                  </a:lnTo>
                  <a:lnTo>
                    <a:pt x="65509" y="45"/>
                  </a:lnTo>
                  <a:lnTo>
                    <a:pt x="65398" y="12"/>
                  </a:lnTo>
                  <a:lnTo>
                    <a:pt x="652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2"/>
            <p:cNvSpPr/>
            <p:nvPr/>
          </p:nvSpPr>
          <p:spPr>
            <a:xfrm>
              <a:off x="1940706" y="2781794"/>
              <a:ext cx="34239" cy="1520905"/>
            </a:xfrm>
            <a:custGeom>
              <a:rect b="b" l="l" r="r" t="t"/>
              <a:pathLst>
                <a:path extrusionOk="0" h="64809" w="1459">
                  <a:moveTo>
                    <a:pt x="0" y="1"/>
                  </a:moveTo>
                  <a:lnTo>
                    <a:pt x="0" y="64808"/>
                  </a:lnTo>
                  <a:lnTo>
                    <a:pt x="1459" y="64808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2"/>
            <p:cNvSpPr/>
            <p:nvPr/>
          </p:nvSpPr>
          <p:spPr>
            <a:xfrm>
              <a:off x="1974922" y="3974249"/>
              <a:ext cx="139561" cy="328451"/>
            </a:xfrm>
            <a:custGeom>
              <a:rect b="b" l="l" r="r" t="t"/>
              <a:pathLst>
                <a:path extrusionOk="0" fill="none" h="13996" w="5947">
                  <a:moveTo>
                    <a:pt x="5868" y="13995"/>
                  </a:moveTo>
                  <a:lnTo>
                    <a:pt x="5868" y="13995"/>
                  </a:lnTo>
                  <a:lnTo>
                    <a:pt x="5879" y="13850"/>
                  </a:lnTo>
                  <a:lnTo>
                    <a:pt x="5913" y="13450"/>
                  </a:lnTo>
                  <a:lnTo>
                    <a:pt x="5935" y="12815"/>
                  </a:lnTo>
                  <a:lnTo>
                    <a:pt x="5946" y="11991"/>
                  </a:lnTo>
                  <a:lnTo>
                    <a:pt x="5946" y="11524"/>
                  </a:lnTo>
                  <a:lnTo>
                    <a:pt x="5935" y="11023"/>
                  </a:lnTo>
                  <a:lnTo>
                    <a:pt x="5913" y="10477"/>
                  </a:lnTo>
                  <a:lnTo>
                    <a:pt x="5879" y="9920"/>
                  </a:lnTo>
                  <a:lnTo>
                    <a:pt x="5835" y="9330"/>
                  </a:lnTo>
                  <a:lnTo>
                    <a:pt x="5768" y="8729"/>
                  </a:lnTo>
                  <a:lnTo>
                    <a:pt x="5690" y="8117"/>
                  </a:lnTo>
                  <a:lnTo>
                    <a:pt x="5590" y="7493"/>
                  </a:lnTo>
                  <a:lnTo>
                    <a:pt x="5467" y="6870"/>
                  </a:lnTo>
                  <a:lnTo>
                    <a:pt x="5323" y="6246"/>
                  </a:lnTo>
                  <a:lnTo>
                    <a:pt x="5156" y="5623"/>
                  </a:lnTo>
                  <a:lnTo>
                    <a:pt x="5067" y="5311"/>
                  </a:lnTo>
                  <a:lnTo>
                    <a:pt x="4966" y="5011"/>
                  </a:lnTo>
                  <a:lnTo>
                    <a:pt x="4855" y="4710"/>
                  </a:lnTo>
                  <a:lnTo>
                    <a:pt x="4744" y="4409"/>
                  </a:lnTo>
                  <a:lnTo>
                    <a:pt x="4621" y="4120"/>
                  </a:lnTo>
                  <a:lnTo>
                    <a:pt x="4499" y="3830"/>
                  </a:lnTo>
                  <a:lnTo>
                    <a:pt x="4365" y="3552"/>
                  </a:lnTo>
                  <a:lnTo>
                    <a:pt x="4221" y="3274"/>
                  </a:lnTo>
                  <a:lnTo>
                    <a:pt x="4065" y="3006"/>
                  </a:lnTo>
                  <a:lnTo>
                    <a:pt x="3898" y="2750"/>
                  </a:lnTo>
                  <a:lnTo>
                    <a:pt x="3731" y="2494"/>
                  </a:lnTo>
                  <a:lnTo>
                    <a:pt x="3553" y="2249"/>
                  </a:lnTo>
                  <a:lnTo>
                    <a:pt x="3363" y="2016"/>
                  </a:lnTo>
                  <a:lnTo>
                    <a:pt x="3174" y="1782"/>
                  </a:lnTo>
                  <a:lnTo>
                    <a:pt x="2962" y="1570"/>
                  </a:lnTo>
                  <a:lnTo>
                    <a:pt x="2751" y="1359"/>
                  </a:lnTo>
                  <a:lnTo>
                    <a:pt x="2517" y="1169"/>
                  </a:lnTo>
                  <a:lnTo>
                    <a:pt x="2283" y="980"/>
                  </a:lnTo>
                  <a:lnTo>
                    <a:pt x="2038" y="813"/>
                  </a:lnTo>
                  <a:lnTo>
                    <a:pt x="1782" y="646"/>
                  </a:lnTo>
                  <a:lnTo>
                    <a:pt x="1515" y="501"/>
                  </a:lnTo>
                  <a:lnTo>
                    <a:pt x="1237" y="379"/>
                  </a:lnTo>
                  <a:lnTo>
                    <a:pt x="947" y="257"/>
                  </a:lnTo>
                  <a:lnTo>
                    <a:pt x="647" y="156"/>
                  </a:lnTo>
                  <a:lnTo>
                    <a:pt x="335" y="67"/>
                  </a:ln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cap="rnd" cmpd="sng" w="20050">
              <a:solidFill>
                <a:srgbClr val="997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22"/>
          <p:cNvSpPr txBox="1"/>
          <p:nvPr/>
        </p:nvSpPr>
        <p:spPr>
          <a:xfrm>
            <a:off x="2887900" y="1227600"/>
            <a:ext cx="35898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>
                <a:solidFill>
                  <a:srgbClr val="1A1A1A"/>
                </a:solidFill>
                <a:latin typeface="Albert Sans"/>
                <a:ea typeface="Albert Sans"/>
                <a:cs typeface="Albert Sans"/>
                <a:sym typeface="Albert Sans"/>
              </a:rPr>
              <a:t>Thank You! 💙✨</a:t>
            </a:r>
            <a:endParaRPr b="1" sz="5000">
              <a:solidFill>
                <a:srgbClr val="1A1A1A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staurant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FEFEF"/>
      </a:lt2>
      <a:accent1>
        <a:srgbClr val="FF6347"/>
      </a:accent1>
      <a:accent2>
        <a:srgbClr val="C8E17B"/>
      </a:accent2>
      <a:accent3>
        <a:srgbClr val="CC843C"/>
      </a:accent3>
      <a:accent4>
        <a:srgbClr val="8A779A"/>
      </a:accent4>
      <a:accent5>
        <a:srgbClr val="917A56"/>
      </a:accent5>
      <a:accent6>
        <a:srgbClr val="F3AE52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